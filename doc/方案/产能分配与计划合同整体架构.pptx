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heme/themeOverride1.xml" ContentType="application/vnd.openxmlformats-officedocument.themeOverr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3.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4.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7.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8.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9.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703" r:id="rId3"/>
  </p:sldMasterIdLst>
  <p:notesMasterIdLst>
    <p:notesMasterId r:id="rId19"/>
  </p:notesMasterIdLst>
  <p:handoutMasterIdLst>
    <p:handoutMasterId r:id="rId20"/>
  </p:handoutMasterIdLst>
  <p:sldIdLst>
    <p:sldId id="492" r:id="rId4"/>
    <p:sldId id="486" r:id="rId5"/>
    <p:sldId id="487" r:id="rId6"/>
    <p:sldId id="510" r:id="rId7"/>
    <p:sldId id="489" r:id="rId8"/>
    <p:sldId id="511" r:id="rId9"/>
    <p:sldId id="441" r:id="rId10"/>
    <p:sldId id="490" r:id="rId11"/>
    <p:sldId id="512" r:id="rId12"/>
    <p:sldId id="513" r:id="rId13"/>
    <p:sldId id="514" r:id="rId14"/>
    <p:sldId id="518" r:id="rId15"/>
    <p:sldId id="519" r:id="rId16"/>
    <p:sldId id="520" r:id="rId17"/>
    <p:sldId id="482" r:id="rId18"/>
  </p:sldIdLst>
  <p:sldSz cx="9144000" cy="5143500" type="screen16x9"/>
  <p:notesSz cx="6858000" cy="9144000"/>
  <p:custDataLst>
    <p:tags r:id="rId21"/>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94">
          <p15:clr>
            <a:srgbClr val="A4A3A4"/>
          </p15:clr>
        </p15:guide>
        <p15:guide id="2" pos="317">
          <p15:clr>
            <a:srgbClr val="A4A3A4"/>
          </p15:clr>
        </p15:guide>
        <p15:guide id="3" orient="horz" pos="146">
          <p15:clr>
            <a:srgbClr val="A4A3A4"/>
          </p15:clr>
        </p15:guide>
        <p15:guide id="4" pos="2880">
          <p15:clr>
            <a:srgbClr val="A4A3A4"/>
          </p15:clr>
        </p15:guide>
        <p15:guide id="5" orient="horz" pos="1620">
          <p15:clr>
            <a:srgbClr val="A4A3A4"/>
          </p15:clr>
        </p15:guide>
        <p15:guide id="6" pos="5443">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3D54"/>
    <a:srgbClr val="074D69"/>
    <a:srgbClr val="F4F4F4"/>
    <a:srgbClr val="F3F4F4"/>
    <a:srgbClr val="2E4864"/>
    <a:srgbClr val="10327B"/>
    <a:srgbClr val="E0E0E0"/>
    <a:srgbClr val="EFEFEF"/>
    <a:srgbClr val="0000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93" autoAdjust="0"/>
    <p:restoredTop sz="96314" autoAdjust="0"/>
  </p:normalViewPr>
  <p:slideViewPr>
    <p:cSldViewPr snapToGrid="0" showGuides="1">
      <p:cViewPr>
        <p:scale>
          <a:sx n="125" d="100"/>
          <a:sy n="125" d="100"/>
        </p:scale>
        <p:origin x="492" y="450"/>
      </p:cViewPr>
      <p:guideLst>
        <p:guide orient="horz" pos="3094"/>
        <p:guide pos="317"/>
        <p:guide orient="horz" pos="146"/>
        <p:guide pos="2880"/>
        <p:guide orient="horz" pos="1620"/>
        <p:guide pos="5443"/>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5" d="100"/>
          <a:sy n="65" d="100"/>
        </p:scale>
        <p:origin x="222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tags" Target="tags/tag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ea typeface="微软雅黑 Light" panose="020B0502040204020203"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DC7E0A-FE25-4298-B2A5-F81E4409DC3D}" type="datetimeFigureOut">
              <a:rPr lang="zh-CN" altLang="en-US" smtClean="0">
                <a:ea typeface="微软雅黑 Light" panose="020B0502040204020203" pitchFamily="34" charset="-122"/>
              </a:rPr>
              <a:t>2024/5/21</a:t>
            </a:fld>
            <a:endParaRPr lang="zh-CN" altLang="en-US" dirty="0">
              <a:ea typeface="微软雅黑 Light" panose="020B0502040204020203"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ea typeface="微软雅黑 Light" panose="020B0502040204020203"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404E8C-F5F4-4E78-B894-8ABE74AB9ABE}" type="slidenum">
              <a:rPr lang="zh-CN" altLang="en-US" smtClean="0">
                <a:ea typeface="微软雅黑 Light" panose="020B0502040204020203" pitchFamily="34" charset="-122"/>
              </a:rPr>
              <a:t>‹#›</a:t>
            </a:fld>
            <a:endParaRPr lang="zh-CN" altLang="en-US" dirty="0">
              <a:ea typeface="微软雅黑 Light" panose="020B0502040204020203" pitchFamily="34" charset="-122"/>
            </a:endParaRPr>
          </a:p>
        </p:txBody>
      </p:sp>
    </p:spTree>
    <p:extLst>
      <p:ext uri="{BB962C8B-B14F-4D97-AF65-F5344CB8AC3E}">
        <p14:creationId xmlns:p14="http://schemas.microsoft.com/office/powerpoint/2010/main" val="641423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Light" panose="020B0502040204020203"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Light" panose="020B0502040204020203" pitchFamily="34" charset="-122"/>
              </a:defRPr>
            </a:lvl1pPr>
          </a:lstStyle>
          <a:p>
            <a:fld id="{10DB2BC2-E36F-4014-826D-67C3AA5D550C}" type="datetimeFigureOut">
              <a:rPr lang="zh-CN" altLang="en-US" smtClean="0"/>
              <a:pPr/>
              <a:t>2024/5/21</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Light" panose="020B0502040204020203"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Light" panose="020B0502040204020203" pitchFamily="34" charset="-122"/>
              </a:defRPr>
            </a:lvl1pPr>
          </a:lstStyle>
          <a:p>
            <a:fld id="{0D64EC1F-4C1A-4575-A29E-535B091AA911}" type="slidenum">
              <a:rPr lang="zh-CN" altLang="en-US" smtClean="0"/>
              <a:pPr/>
              <a:t>‹#›</a:t>
            </a:fld>
            <a:endParaRPr lang="zh-CN" altLang="en-US" dirty="0"/>
          </a:p>
        </p:txBody>
      </p:sp>
    </p:spTree>
    <p:extLst>
      <p:ext uri="{BB962C8B-B14F-4D97-AF65-F5344CB8AC3E}">
        <p14:creationId xmlns:p14="http://schemas.microsoft.com/office/powerpoint/2010/main" val="1566606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Light" panose="020B0502040204020203" pitchFamily="34" charset="-122"/>
        <a:cs typeface="+mn-cs"/>
      </a:defRPr>
    </a:lvl1pPr>
    <a:lvl2pPr marL="457200" algn="l" defTabSz="914400" rtl="0" eaLnBrk="1" latinLnBrk="0" hangingPunct="1">
      <a:defRPr sz="1200" kern="1200">
        <a:solidFill>
          <a:schemeClr val="tx1"/>
        </a:solidFill>
        <a:latin typeface="+mn-lt"/>
        <a:ea typeface="微软雅黑 Light" panose="020B0502040204020203" pitchFamily="34" charset="-122"/>
        <a:cs typeface="+mn-cs"/>
      </a:defRPr>
    </a:lvl2pPr>
    <a:lvl3pPr marL="914400" algn="l" defTabSz="914400" rtl="0" eaLnBrk="1" latinLnBrk="0" hangingPunct="1">
      <a:defRPr sz="1200" kern="1200">
        <a:solidFill>
          <a:schemeClr val="tx1"/>
        </a:solidFill>
        <a:latin typeface="+mn-lt"/>
        <a:ea typeface="微软雅黑 Light" panose="020B0502040204020203" pitchFamily="34" charset="-122"/>
        <a:cs typeface="+mn-cs"/>
      </a:defRPr>
    </a:lvl3pPr>
    <a:lvl4pPr marL="1371600" algn="l" defTabSz="914400" rtl="0" eaLnBrk="1" latinLnBrk="0" hangingPunct="1">
      <a:defRPr sz="1200" kern="1200">
        <a:solidFill>
          <a:schemeClr val="tx1"/>
        </a:solidFill>
        <a:latin typeface="+mn-lt"/>
        <a:ea typeface="微软雅黑 Light" panose="020B0502040204020203" pitchFamily="34" charset="-122"/>
        <a:cs typeface="+mn-cs"/>
      </a:defRPr>
    </a:lvl4pPr>
    <a:lvl5pPr marL="1828800" algn="l" defTabSz="914400" rtl="0" eaLnBrk="1" latinLnBrk="0" hangingPunct="1">
      <a:defRPr sz="1200" kern="1200">
        <a:solidFill>
          <a:schemeClr val="tx1"/>
        </a:solidFill>
        <a:latin typeface="+mn-lt"/>
        <a:ea typeface="微软雅黑 Light" panose="020B0502040204020203"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t>1</a:t>
            </a:fld>
            <a:endParaRPr lang="zh-CN" altLang="en-US"/>
          </a:p>
        </p:txBody>
      </p:sp>
    </p:spTree>
    <p:extLst>
      <p:ext uri="{BB962C8B-B14F-4D97-AF65-F5344CB8AC3E}">
        <p14:creationId xmlns:p14="http://schemas.microsoft.com/office/powerpoint/2010/main" val="406389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897584D-8746-4D72-BA3A-5A81C8B5466D}" type="slidenum">
              <a:rPr lang="zh-CN" altLang="en-US" smtClean="0">
                <a:solidFill>
                  <a:prstClr val="black"/>
                </a:solidFill>
                <a:latin typeface="等线" panose="020F0502020204030204"/>
              </a:rPr>
              <a:pPr/>
              <a:t>2</a:t>
            </a:fld>
            <a:endParaRPr lang="zh-CN" altLang="en-US">
              <a:solidFill>
                <a:prstClr val="black"/>
              </a:solidFill>
              <a:latin typeface="等线" panose="020F0502020204030204"/>
            </a:endParaRPr>
          </a:p>
        </p:txBody>
      </p:sp>
    </p:spTree>
    <p:extLst>
      <p:ext uri="{BB962C8B-B14F-4D97-AF65-F5344CB8AC3E}">
        <p14:creationId xmlns:p14="http://schemas.microsoft.com/office/powerpoint/2010/main" val="4135777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a:extLst>
              <a:ext uri="{FF2B5EF4-FFF2-40B4-BE49-F238E27FC236}">
                <a16:creationId xmlns:a16="http://schemas.microsoft.com/office/drawing/2014/main" id="{B2E306F1-BABB-4AD7-AB37-C061A49D62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a:extLst>
              <a:ext uri="{FF2B5EF4-FFF2-40B4-BE49-F238E27FC236}">
                <a16:creationId xmlns:a16="http://schemas.microsoft.com/office/drawing/2014/main" id="{2C02862B-AAD5-4092-82B0-E803B3BE09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模板来自于 </a:t>
            </a:r>
            <a:r>
              <a:rPr lang="en-US" altLang="zh-CN"/>
              <a:t>http://meihua.docer.com/</a:t>
            </a:r>
            <a:endParaRPr lang="zh-CN" altLang="en-US"/>
          </a:p>
        </p:txBody>
      </p:sp>
      <p:sp>
        <p:nvSpPr>
          <p:cNvPr id="4100" name="灯片编号占位符 3">
            <a:extLst>
              <a:ext uri="{FF2B5EF4-FFF2-40B4-BE49-F238E27FC236}">
                <a16:creationId xmlns:a16="http://schemas.microsoft.com/office/drawing/2014/main" id="{EAE95149-C3AE-4DFB-8AC9-8E1E60AA5A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481F6061-2F4B-488E-8D92-3753CAD4AFB5}" type="slidenum">
              <a:rPr lang="zh-CN" altLang="en-US" smtClean="0">
                <a:solidFill>
                  <a:prstClr val="black"/>
                </a:solidFill>
                <a:latin typeface="Calibri" panose="020F0502020204030204" pitchFamily="34" charset="0"/>
                <a:ea typeface="微软雅黑 Light" panose="020B0502040204020203" pitchFamily="34" charset="-122"/>
              </a:rPr>
              <a:pPr fontAlgn="base">
                <a:spcBef>
                  <a:spcPct val="0"/>
                </a:spcBef>
                <a:spcAft>
                  <a:spcPct val="0"/>
                </a:spcAft>
              </a:pPr>
              <a:t>3</a:t>
            </a:fld>
            <a:endParaRPr lang="zh-CN" altLang="en-US" dirty="0">
              <a:solidFill>
                <a:prstClr val="black"/>
              </a:solidFill>
              <a:latin typeface="Calibri" panose="020F0502020204030204" pitchFamily="34" charset="0"/>
              <a:ea typeface="微软雅黑 Light" panose="020B0502040204020203" pitchFamily="34" charset="-122"/>
            </a:endParaRPr>
          </a:p>
        </p:txBody>
      </p:sp>
    </p:spTree>
    <p:extLst>
      <p:ext uri="{BB962C8B-B14F-4D97-AF65-F5344CB8AC3E}">
        <p14:creationId xmlns:p14="http://schemas.microsoft.com/office/powerpoint/2010/main" val="2252133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solidFill>
                  <a:prstClr val="black"/>
                </a:solidFill>
              </a:rPr>
              <a:pPr/>
              <a:t>4</a:t>
            </a:fld>
            <a:endParaRPr lang="zh-CN" altLang="en-US">
              <a:solidFill>
                <a:prstClr val="black"/>
              </a:solidFill>
            </a:endParaRPr>
          </a:p>
        </p:txBody>
      </p:sp>
    </p:spTree>
    <p:extLst>
      <p:ext uri="{BB962C8B-B14F-4D97-AF65-F5344CB8AC3E}">
        <p14:creationId xmlns:p14="http://schemas.microsoft.com/office/powerpoint/2010/main" val="3768081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a:extLst>
              <a:ext uri="{FF2B5EF4-FFF2-40B4-BE49-F238E27FC236}">
                <a16:creationId xmlns:a16="http://schemas.microsoft.com/office/drawing/2014/main" id="{B2E306F1-BABB-4AD7-AB37-C061A49D62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a:extLst>
              <a:ext uri="{FF2B5EF4-FFF2-40B4-BE49-F238E27FC236}">
                <a16:creationId xmlns:a16="http://schemas.microsoft.com/office/drawing/2014/main" id="{2C02862B-AAD5-4092-82B0-E803B3BE09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模板来自于 </a:t>
            </a:r>
            <a:r>
              <a:rPr lang="en-US" altLang="zh-CN"/>
              <a:t>http://meihua.docer.com/</a:t>
            </a:r>
            <a:endParaRPr lang="zh-CN" altLang="en-US"/>
          </a:p>
        </p:txBody>
      </p:sp>
      <p:sp>
        <p:nvSpPr>
          <p:cNvPr id="4100" name="灯片编号占位符 3">
            <a:extLst>
              <a:ext uri="{FF2B5EF4-FFF2-40B4-BE49-F238E27FC236}">
                <a16:creationId xmlns:a16="http://schemas.microsoft.com/office/drawing/2014/main" id="{EAE95149-C3AE-4DFB-8AC9-8E1E60AA5A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481F6061-2F4B-488E-8D92-3753CAD4AFB5}" type="slidenum">
              <a:rPr lang="zh-CN" altLang="en-US" smtClean="0">
                <a:solidFill>
                  <a:prstClr val="black"/>
                </a:solidFill>
                <a:latin typeface="Calibri" panose="020F0502020204030204" pitchFamily="34" charset="0"/>
                <a:ea typeface="微软雅黑 Light" panose="020B0502040204020203" pitchFamily="34" charset="-122"/>
              </a:rPr>
              <a:pPr fontAlgn="base">
                <a:spcBef>
                  <a:spcPct val="0"/>
                </a:spcBef>
                <a:spcAft>
                  <a:spcPct val="0"/>
                </a:spcAft>
              </a:pPr>
              <a:t>5</a:t>
            </a:fld>
            <a:endParaRPr lang="zh-CN" altLang="en-US" dirty="0">
              <a:solidFill>
                <a:prstClr val="black"/>
              </a:solidFill>
              <a:latin typeface="Calibri" panose="020F0502020204030204" pitchFamily="34" charset="0"/>
              <a:ea typeface="微软雅黑 Light" panose="020B0502040204020203" pitchFamily="34" charset="-122"/>
            </a:endParaRPr>
          </a:p>
        </p:txBody>
      </p:sp>
    </p:spTree>
    <p:extLst>
      <p:ext uri="{BB962C8B-B14F-4D97-AF65-F5344CB8AC3E}">
        <p14:creationId xmlns:p14="http://schemas.microsoft.com/office/powerpoint/2010/main" val="3959434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t>6</a:t>
            </a:fld>
            <a:endParaRPr lang="zh-CN" altLang="en-US"/>
          </a:p>
        </p:txBody>
      </p:sp>
    </p:spTree>
    <p:extLst>
      <p:ext uri="{BB962C8B-B14F-4D97-AF65-F5344CB8AC3E}">
        <p14:creationId xmlns:p14="http://schemas.microsoft.com/office/powerpoint/2010/main" val="249851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D64EC1F-4C1A-4575-A29E-535B091AA911}" type="slidenum">
              <a:rPr lang="zh-CN" altLang="en-US" smtClean="0"/>
              <a:t>7</a:t>
            </a:fld>
            <a:endParaRPr lang="zh-CN" altLang="en-US"/>
          </a:p>
        </p:txBody>
      </p:sp>
    </p:spTree>
    <p:extLst>
      <p:ext uri="{BB962C8B-B14F-4D97-AF65-F5344CB8AC3E}">
        <p14:creationId xmlns:p14="http://schemas.microsoft.com/office/powerpoint/2010/main" val="11579684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a:extLst>
              <a:ext uri="{FF2B5EF4-FFF2-40B4-BE49-F238E27FC236}">
                <a16:creationId xmlns:a16="http://schemas.microsoft.com/office/drawing/2014/main" id="{B2E306F1-BABB-4AD7-AB37-C061A49D62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a:extLst>
              <a:ext uri="{FF2B5EF4-FFF2-40B4-BE49-F238E27FC236}">
                <a16:creationId xmlns:a16="http://schemas.microsoft.com/office/drawing/2014/main" id="{2C02862B-AAD5-4092-82B0-E803B3BE09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模板来自于 </a:t>
            </a:r>
            <a:r>
              <a:rPr lang="en-US" altLang="zh-CN"/>
              <a:t>http://meihua.docer.com/</a:t>
            </a:r>
            <a:endParaRPr lang="zh-CN" altLang="en-US"/>
          </a:p>
        </p:txBody>
      </p:sp>
      <p:sp>
        <p:nvSpPr>
          <p:cNvPr id="4100" name="灯片编号占位符 3">
            <a:extLst>
              <a:ext uri="{FF2B5EF4-FFF2-40B4-BE49-F238E27FC236}">
                <a16:creationId xmlns:a16="http://schemas.microsoft.com/office/drawing/2014/main" id="{EAE95149-C3AE-4DFB-8AC9-8E1E60AA5A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481F6061-2F4B-488E-8D92-3753CAD4AFB5}" type="slidenum">
              <a:rPr lang="zh-CN" altLang="en-US" smtClean="0">
                <a:solidFill>
                  <a:prstClr val="black"/>
                </a:solidFill>
                <a:latin typeface="Calibri" panose="020F0502020204030204" pitchFamily="34" charset="0"/>
                <a:ea typeface="微软雅黑 Light" panose="020B0502040204020203" pitchFamily="34" charset="-122"/>
              </a:rPr>
              <a:pPr fontAlgn="base">
                <a:spcBef>
                  <a:spcPct val="0"/>
                </a:spcBef>
                <a:spcAft>
                  <a:spcPct val="0"/>
                </a:spcAft>
              </a:pPr>
              <a:t>8</a:t>
            </a:fld>
            <a:endParaRPr lang="zh-CN" altLang="en-US" dirty="0">
              <a:solidFill>
                <a:prstClr val="black"/>
              </a:solidFill>
              <a:latin typeface="Calibri" panose="020F0502020204030204" pitchFamily="34" charset="0"/>
              <a:ea typeface="微软雅黑 Light" panose="020B0502040204020203" pitchFamily="34" charset="-122"/>
            </a:endParaRPr>
          </a:p>
        </p:txBody>
      </p:sp>
    </p:spTree>
    <p:extLst>
      <p:ext uri="{BB962C8B-B14F-4D97-AF65-F5344CB8AC3E}">
        <p14:creationId xmlns:p14="http://schemas.microsoft.com/office/powerpoint/2010/main" val="1732911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a:extLst>
              <a:ext uri="{FF2B5EF4-FFF2-40B4-BE49-F238E27FC236}">
                <a16:creationId xmlns:a16="http://schemas.microsoft.com/office/drawing/2014/main" id="{B2E306F1-BABB-4AD7-AB37-C061A49D62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备注占位符 2">
            <a:extLst>
              <a:ext uri="{FF2B5EF4-FFF2-40B4-BE49-F238E27FC236}">
                <a16:creationId xmlns:a16="http://schemas.microsoft.com/office/drawing/2014/main" id="{2C02862B-AAD5-4092-82B0-E803B3BE09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模板来自于 </a:t>
            </a:r>
            <a:r>
              <a:rPr lang="en-US" altLang="zh-CN"/>
              <a:t>http://meihua.docer.com/</a:t>
            </a:r>
            <a:endParaRPr lang="zh-CN" altLang="en-US"/>
          </a:p>
        </p:txBody>
      </p:sp>
      <p:sp>
        <p:nvSpPr>
          <p:cNvPr id="4100" name="灯片编号占位符 3">
            <a:extLst>
              <a:ext uri="{FF2B5EF4-FFF2-40B4-BE49-F238E27FC236}">
                <a16:creationId xmlns:a16="http://schemas.microsoft.com/office/drawing/2014/main" id="{EAE95149-C3AE-4DFB-8AC9-8E1E60AA5A1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481F6061-2F4B-488E-8D92-3753CAD4AFB5}" type="slidenum">
              <a:rPr lang="zh-CN" altLang="en-US" smtClean="0">
                <a:solidFill>
                  <a:prstClr val="black"/>
                </a:solidFill>
                <a:latin typeface="Calibri" panose="020F0502020204030204" pitchFamily="34" charset="0"/>
                <a:ea typeface="微软雅黑 Light" panose="020B0502040204020203" pitchFamily="34" charset="-122"/>
              </a:rPr>
              <a:pPr fontAlgn="base">
                <a:spcBef>
                  <a:spcPct val="0"/>
                </a:spcBef>
                <a:spcAft>
                  <a:spcPct val="0"/>
                </a:spcAft>
              </a:pPr>
              <a:t>14</a:t>
            </a:fld>
            <a:endParaRPr lang="zh-CN" altLang="en-US" dirty="0">
              <a:solidFill>
                <a:prstClr val="black"/>
              </a:solidFill>
              <a:latin typeface="Calibri" panose="020F0502020204030204" pitchFamily="34" charset="0"/>
              <a:ea typeface="微软雅黑 Light" panose="020B0502040204020203" pitchFamily="34" charset="-122"/>
            </a:endParaRPr>
          </a:p>
        </p:txBody>
      </p:sp>
    </p:spTree>
    <p:extLst>
      <p:ext uri="{BB962C8B-B14F-4D97-AF65-F5344CB8AC3E}">
        <p14:creationId xmlns:p14="http://schemas.microsoft.com/office/powerpoint/2010/main" val="1331664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C721462-D095-4E59-A8AC-4FBA96965AB6}" type="slidenum">
              <a:rPr lang="zh-CN" altLang="en-US" smtClean="0">
                <a:solidFill>
                  <a:prstClr val="black"/>
                </a:solidFill>
              </a:rPr>
              <a:pPr/>
              <a:t>15</a:t>
            </a:fld>
            <a:endParaRPr lang="zh-CN" altLang="en-US">
              <a:solidFill>
                <a:prstClr val="black"/>
              </a:solidFill>
            </a:endParaRPr>
          </a:p>
        </p:txBody>
      </p:sp>
    </p:spTree>
    <p:extLst>
      <p:ext uri="{BB962C8B-B14F-4D97-AF65-F5344CB8AC3E}">
        <p14:creationId xmlns:p14="http://schemas.microsoft.com/office/powerpoint/2010/main" val="1368323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19" name="Picture Placeholder 7"/>
          <p:cNvSpPr>
            <a:spLocks noGrp="1"/>
          </p:cNvSpPr>
          <p:nvPr>
            <p:ph type="pic" sz="quarter" idx="12"/>
          </p:nvPr>
        </p:nvSpPr>
        <p:spPr>
          <a:xfrm>
            <a:off x="337511" y="1088314"/>
            <a:ext cx="8499413" cy="273486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200">
                <a:solidFill>
                  <a:schemeClr val="tx1">
                    <a:lumMod val="85000"/>
                    <a:lumOff val="15000"/>
                  </a:schemeClr>
                </a:solidFill>
                <a:latin typeface="+mj-lt"/>
              </a:defRPr>
            </a:lvl1pPr>
          </a:lstStyle>
          <a:p>
            <a:pPr marL="0" lvl="0" algn="ctr"/>
            <a:endParaRPr lang="en-US"/>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grpSp>
        <p:nvGrpSpPr>
          <p:cNvPr id="18" name="组合 17"/>
          <p:cNvGrpSpPr/>
          <p:nvPr userDrawn="1"/>
        </p:nvGrpSpPr>
        <p:grpSpPr>
          <a:xfrm>
            <a:off x="4327620" y="4992118"/>
            <a:ext cx="519193" cy="94600"/>
            <a:chOff x="3510366" y="-2733"/>
            <a:chExt cx="1300959" cy="237042"/>
          </a:xfrm>
        </p:grpSpPr>
        <p:sp>
          <p:nvSpPr>
            <p:cNvPr id="14" name="椭圆 13"/>
            <p:cNvSpPr/>
            <p:nvPr userDrawn="1"/>
          </p:nvSpPr>
          <p:spPr>
            <a:xfrm>
              <a:off x="3510366" y="-2733"/>
              <a:ext cx="237042" cy="237042"/>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userDrawn="1"/>
          </p:nvSpPr>
          <p:spPr>
            <a:xfrm>
              <a:off x="3865005" y="-2733"/>
              <a:ext cx="237042" cy="23704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userDrawn="1"/>
          </p:nvSpPr>
          <p:spPr>
            <a:xfrm>
              <a:off x="4219644" y="-2733"/>
              <a:ext cx="237042" cy="237042"/>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4574283" y="-2733"/>
              <a:ext cx="237042" cy="237042"/>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Picture Placeholder 7"/>
          <p:cNvSpPr>
            <a:spLocks noGrp="1"/>
          </p:cNvSpPr>
          <p:nvPr>
            <p:ph type="pic" sz="quarter" idx="12"/>
          </p:nvPr>
        </p:nvSpPr>
        <p:spPr>
          <a:xfrm>
            <a:off x="4921458" y="781003"/>
            <a:ext cx="1836773" cy="204617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200">
                <a:solidFill>
                  <a:schemeClr val="tx1">
                    <a:lumMod val="85000"/>
                    <a:lumOff val="15000"/>
                  </a:schemeClr>
                </a:solidFill>
                <a:latin typeface="+mj-lt"/>
              </a:defRPr>
            </a:lvl1pPr>
          </a:lstStyle>
          <a:p>
            <a:pPr marL="0" lvl="0" algn="ctr"/>
            <a:endParaRPr lang="en-US"/>
          </a:p>
        </p:txBody>
      </p:sp>
      <p:sp>
        <p:nvSpPr>
          <p:cNvPr id="22" name="Picture Placeholder 7"/>
          <p:cNvSpPr>
            <a:spLocks noGrp="1"/>
          </p:cNvSpPr>
          <p:nvPr>
            <p:ph type="pic" sz="quarter" idx="13"/>
          </p:nvPr>
        </p:nvSpPr>
        <p:spPr>
          <a:xfrm>
            <a:off x="6824904" y="2328028"/>
            <a:ext cx="1836773" cy="2519065"/>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200">
                <a:solidFill>
                  <a:schemeClr val="tx1">
                    <a:lumMod val="85000"/>
                    <a:lumOff val="15000"/>
                  </a:schemeClr>
                </a:solidFill>
                <a:latin typeface="+mj-lt"/>
              </a:defRPr>
            </a:lvl1pPr>
          </a:lstStyle>
          <a:p>
            <a:pPr marL="0" lvl="0" algn="ctr"/>
            <a:endParaRPr lang="en-US"/>
          </a:p>
        </p:txBody>
      </p:sp>
      <p:sp>
        <p:nvSpPr>
          <p:cNvPr id="23" name="Picture Placeholder 7"/>
          <p:cNvSpPr>
            <a:spLocks noGrp="1"/>
          </p:cNvSpPr>
          <p:nvPr>
            <p:ph type="pic" sz="quarter" idx="14"/>
          </p:nvPr>
        </p:nvSpPr>
        <p:spPr>
          <a:xfrm>
            <a:off x="6824904" y="777552"/>
            <a:ext cx="1836773" cy="147330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200">
                <a:solidFill>
                  <a:schemeClr val="tx1">
                    <a:lumMod val="85000"/>
                    <a:lumOff val="15000"/>
                  </a:schemeClr>
                </a:solidFill>
                <a:latin typeface="+mj-lt"/>
              </a:defRPr>
            </a:lvl1pPr>
          </a:lstStyle>
          <a:p>
            <a:pPr marL="0" lvl="0" algn="ctr"/>
            <a:endParaRPr lang="en-US"/>
          </a:p>
        </p:txBody>
      </p:sp>
      <p:sp>
        <p:nvSpPr>
          <p:cNvPr id="24" name="Picture Placeholder 7"/>
          <p:cNvSpPr>
            <a:spLocks noGrp="1"/>
          </p:cNvSpPr>
          <p:nvPr>
            <p:ph type="pic" sz="quarter" idx="15"/>
          </p:nvPr>
        </p:nvSpPr>
        <p:spPr>
          <a:xfrm>
            <a:off x="4921458" y="2911151"/>
            <a:ext cx="1836773" cy="193594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200">
                <a:solidFill>
                  <a:schemeClr val="tx1">
                    <a:lumMod val="85000"/>
                    <a:lumOff val="15000"/>
                  </a:schemeClr>
                </a:solidFill>
                <a:latin typeface="+mj-lt"/>
              </a:defRPr>
            </a:lvl1pPr>
          </a:lstStyle>
          <a:p>
            <a:pPr marL="0" lvl="0" algn="ctr"/>
            <a:endParaRPr lang="en-US"/>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19" name="Picture Placeholder 7"/>
          <p:cNvSpPr>
            <a:spLocks noGrp="1"/>
          </p:cNvSpPr>
          <p:nvPr>
            <p:ph type="pic" sz="quarter" idx="12"/>
          </p:nvPr>
        </p:nvSpPr>
        <p:spPr>
          <a:xfrm>
            <a:off x="842416" y="1443476"/>
            <a:ext cx="1836773" cy="204617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200">
                <a:solidFill>
                  <a:schemeClr val="tx1">
                    <a:lumMod val="85000"/>
                    <a:lumOff val="15000"/>
                  </a:schemeClr>
                </a:solidFill>
                <a:latin typeface="+mj-lt"/>
              </a:defRPr>
            </a:lvl1pPr>
          </a:lstStyle>
          <a:p>
            <a:pPr marL="0" lvl="0" algn="ctr"/>
            <a:endParaRPr lang="en-US"/>
          </a:p>
        </p:txBody>
      </p:sp>
      <p:sp>
        <p:nvSpPr>
          <p:cNvPr id="20" name="Picture Placeholder 7"/>
          <p:cNvSpPr>
            <a:spLocks noGrp="1"/>
          </p:cNvSpPr>
          <p:nvPr>
            <p:ph type="pic" sz="quarter" idx="13"/>
          </p:nvPr>
        </p:nvSpPr>
        <p:spPr>
          <a:xfrm>
            <a:off x="2773829" y="1443476"/>
            <a:ext cx="1836773" cy="204617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200">
                <a:solidFill>
                  <a:schemeClr val="tx1">
                    <a:lumMod val="85000"/>
                    <a:lumOff val="15000"/>
                  </a:schemeClr>
                </a:solidFill>
                <a:latin typeface="+mj-lt"/>
              </a:defRPr>
            </a:lvl1pPr>
          </a:lstStyle>
          <a:p>
            <a:pPr marL="0" lvl="0" algn="ctr"/>
            <a:endParaRPr lang="en-US"/>
          </a:p>
        </p:txBody>
      </p:sp>
      <p:sp>
        <p:nvSpPr>
          <p:cNvPr id="25" name="Picture Placeholder 7"/>
          <p:cNvSpPr>
            <a:spLocks noGrp="1"/>
          </p:cNvSpPr>
          <p:nvPr>
            <p:ph type="pic" sz="quarter" idx="14"/>
          </p:nvPr>
        </p:nvSpPr>
        <p:spPr>
          <a:xfrm>
            <a:off x="4705242" y="1443476"/>
            <a:ext cx="1836773" cy="204617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200">
                <a:solidFill>
                  <a:schemeClr val="tx1">
                    <a:lumMod val="85000"/>
                    <a:lumOff val="15000"/>
                  </a:schemeClr>
                </a:solidFill>
                <a:latin typeface="+mj-lt"/>
              </a:defRPr>
            </a:lvl1pPr>
          </a:lstStyle>
          <a:p>
            <a:pPr marL="0" lvl="0" algn="ctr"/>
            <a:endParaRPr lang="en-US"/>
          </a:p>
        </p:txBody>
      </p:sp>
      <p:sp>
        <p:nvSpPr>
          <p:cNvPr id="26" name="Picture Placeholder 7"/>
          <p:cNvSpPr>
            <a:spLocks noGrp="1"/>
          </p:cNvSpPr>
          <p:nvPr>
            <p:ph type="pic" sz="quarter" idx="15"/>
          </p:nvPr>
        </p:nvSpPr>
        <p:spPr>
          <a:xfrm>
            <a:off x="6636655" y="1443475"/>
            <a:ext cx="1836773" cy="2046173"/>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lang="en-US" sz="1200">
                <a:solidFill>
                  <a:schemeClr val="tx1">
                    <a:lumMod val="85000"/>
                    <a:lumOff val="15000"/>
                  </a:schemeClr>
                </a:solidFill>
                <a:latin typeface="+mj-lt"/>
              </a:defRPr>
            </a:lvl1pPr>
          </a:lstStyle>
          <a:p>
            <a:pPr marL="0" lvl="0" algn="ctr"/>
            <a:endParaRPr lang="en-US"/>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FCFB86A-A4B3-41D7-896C-B1AAF170ABA1}"/>
              </a:ext>
            </a:extLst>
          </p:cNvPr>
          <p:cNvSpPr>
            <a:spLocks noGrp="1"/>
          </p:cNvSpPr>
          <p:nvPr>
            <p:ph type="dt" sz="half" idx="10"/>
          </p:nvPr>
        </p:nvSpPr>
        <p:spPr>
          <a:xfrm>
            <a:off x="628650" y="4767263"/>
            <a:ext cx="2057400" cy="273844"/>
          </a:xfrm>
          <a:prstGeom prst="rect">
            <a:avLst/>
          </a:prstGeom>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3" name="页脚占位符 2">
            <a:extLst>
              <a:ext uri="{FF2B5EF4-FFF2-40B4-BE49-F238E27FC236}">
                <a16:creationId xmlns:a16="http://schemas.microsoft.com/office/drawing/2014/main" id="{3DE48D47-F4E5-4BC3-8B93-F8AEDB87B5E7}"/>
              </a:ext>
            </a:extLst>
          </p:cNvPr>
          <p:cNvSpPr>
            <a:spLocks noGrp="1"/>
          </p:cNvSpPr>
          <p:nvPr>
            <p:ph type="ftr" sz="quarter" idx="11"/>
          </p:nvPr>
        </p:nvSpPr>
        <p:spPr>
          <a:xfrm>
            <a:off x="3028950" y="4767263"/>
            <a:ext cx="3086100" cy="273844"/>
          </a:xfrm>
          <a:prstGeom prst="rect">
            <a:avLst/>
          </a:prstGeom>
        </p:spPr>
        <p:txBody>
          <a:bodyPr/>
          <a:lstStyle/>
          <a:p>
            <a:endParaRPr lang="zh-CN" altLang="en-US">
              <a:solidFill>
                <a:srgbClr val="000000">
                  <a:tint val="75000"/>
                </a:srgbClr>
              </a:solidFill>
            </a:endParaRPr>
          </a:p>
        </p:txBody>
      </p:sp>
      <p:sp>
        <p:nvSpPr>
          <p:cNvPr id="4" name="灯片编号占位符 3">
            <a:extLst>
              <a:ext uri="{FF2B5EF4-FFF2-40B4-BE49-F238E27FC236}">
                <a16:creationId xmlns:a16="http://schemas.microsoft.com/office/drawing/2014/main" id="{D514D83C-A030-4768-9BC5-8784D4613076}"/>
              </a:ext>
            </a:extLst>
          </p:cNvPr>
          <p:cNvSpPr>
            <a:spLocks noGrp="1"/>
          </p:cNvSpPr>
          <p:nvPr>
            <p:ph type="sldNum" sz="quarter" idx="12"/>
          </p:nvPr>
        </p:nvSpPr>
        <p:spPr>
          <a:xfrm>
            <a:off x="6457950" y="4767263"/>
            <a:ext cx="2057400" cy="273844"/>
          </a:xfrm>
          <a:prstGeom prst="rect">
            <a:avLst/>
          </a:prstGeom>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403802364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10F7005-9383-42C0-A374-E507AD6B23EE}"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95EA4E-3D33-45DE-B4D9-3F7D650B8951}" type="slidenum">
              <a:rPr lang="zh-CN" altLang="en-US" smtClean="0"/>
              <a:t>‹#›</a:t>
            </a:fld>
            <a:endParaRPr lang="zh-CN" altLang="en-US"/>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10F7005-9383-42C0-A374-E507AD6B23EE}"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95EA4E-3D33-45DE-B4D9-3F7D650B8951}" type="slidenum">
              <a:rPr lang="zh-CN" altLang="en-US" smtClean="0"/>
              <a:t>‹#›</a:t>
            </a:fld>
            <a:endParaRPr lang="zh-CN" altLang="en-US"/>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10F7005-9383-42C0-A374-E507AD6B23EE}"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95EA4E-3D33-45DE-B4D9-3F7D650B8951}" type="slidenum">
              <a:rPr lang="zh-CN" altLang="en-US" smtClean="0"/>
              <a:t>‹#›</a:t>
            </a:fld>
            <a:endParaRPr lang="zh-CN" altLang="en-US"/>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70013"/>
            <a:ext cx="3867150" cy="3262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70013"/>
            <a:ext cx="3867150" cy="3262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10F7005-9383-42C0-A374-E507AD6B23EE}" type="datetimeFigureOut">
              <a:rPr lang="zh-CN" altLang="en-US" smtClean="0"/>
              <a:t>2024/5/21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95EA4E-3D33-45DE-B4D9-3F7D650B8951}" type="slidenum">
              <a:rPr lang="zh-CN" altLang="en-US" smtClean="0"/>
              <a:t>‹#›</a:t>
            </a:fld>
            <a:endParaRPr lang="zh-CN" altLang="en-US"/>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p:spPr>
        <p:txBody>
          <a:bodyPr/>
          <a:lstStyle/>
          <a:p>
            <a:r>
              <a:rPr lang="zh-CN" altLang="en-US"/>
              <a:t>单击此处编辑母版标题样式</a:t>
            </a:r>
          </a:p>
        </p:txBody>
      </p:sp>
      <p:sp>
        <p:nvSpPr>
          <p:cNvPr id="3" name="文本占位符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1879600"/>
            <a:ext cx="3868737" cy="27622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1879600"/>
            <a:ext cx="3887788" cy="27622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10F7005-9383-42C0-A374-E507AD6B23EE}" type="datetimeFigureOut">
              <a:rPr lang="zh-CN" altLang="en-US" smtClean="0"/>
              <a:t>2024/5/21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95EA4E-3D33-45DE-B4D9-3F7D650B8951}" type="slidenum">
              <a:rPr lang="zh-CN" altLang="en-US" smtClean="0"/>
              <a:t>‹#›</a:t>
            </a:fld>
            <a:endParaRPr lang="zh-CN" altLang="en-US"/>
          </a:p>
        </p:txBody>
      </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10F7005-9383-42C0-A374-E507AD6B23EE}" type="datetimeFigureOut">
              <a:rPr lang="zh-CN" altLang="en-US" smtClean="0"/>
              <a:t>2024/5/21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95EA4E-3D33-45DE-B4D9-3F7D650B8951}" type="slidenum">
              <a:rPr lang="zh-CN" altLang="en-US" smtClean="0"/>
              <a:t>‹#›</a:t>
            </a:fld>
            <a:endParaRPr lang="zh-CN" altLang="en-US"/>
          </a:p>
        </p:txBody>
      </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10F7005-9383-42C0-A374-E507AD6B23EE}" type="datetimeFigureOut">
              <a:rPr lang="zh-CN" altLang="en-US" smtClean="0"/>
              <a:t>2024/5/21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95EA4E-3D33-45DE-B4D9-3F7D650B8951}" type="slidenum">
              <a:rPr lang="zh-CN" altLang="en-US" smtClean="0"/>
              <a:t>‹#›</a:t>
            </a:fld>
            <a:endParaRPr lang="zh-CN" altLang="en-US"/>
          </a:p>
        </p:txBody>
      </p:sp>
    </p:spTree>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10F7005-9383-42C0-A374-E507AD6B23EE}" type="datetimeFigureOut">
              <a:rPr lang="zh-CN" altLang="en-US" smtClean="0"/>
              <a:t>2024/5/21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95EA4E-3D33-45DE-B4D9-3F7D650B8951}" type="slidenum">
              <a:rPr lang="zh-CN" altLang="en-US" smtClean="0"/>
              <a:t>‹#›</a:t>
            </a:fld>
            <a:endParaRPr lang="zh-CN" altLang="en-US"/>
          </a:p>
        </p:txBody>
      </p:sp>
    </p:spTree>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10F7005-9383-42C0-A374-E507AD6B23EE}" type="datetimeFigureOut">
              <a:rPr lang="zh-CN" altLang="en-US" smtClean="0"/>
              <a:t>2024/5/21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95EA4E-3D33-45DE-B4D9-3F7D650B8951}" type="slidenum">
              <a:rPr lang="zh-CN" altLang="en-US" smtClean="0"/>
              <a:t>‹#›</a:t>
            </a:fld>
            <a:endParaRPr lang="zh-CN" altLang="en-US"/>
          </a:p>
        </p:txBody>
      </p:sp>
    </p:spTree>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10F7005-9383-42C0-A374-E507AD6B23EE}"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95EA4E-3D33-45DE-B4D9-3F7D650B8951}" type="slidenum">
              <a:rPr lang="zh-CN" altLang="en-US" smtClean="0"/>
              <a:t>‹#›</a:t>
            </a:fld>
            <a:endParaRPr lang="zh-CN" altLang="en-US"/>
          </a:p>
        </p:txBody>
      </p:sp>
    </p:spTree>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4638"/>
            <a:ext cx="5762625" cy="43576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10F7005-9383-42C0-A374-E507AD6B23EE}"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95EA4E-3D33-45DE-B4D9-3F7D650B8951}" type="slidenum">
              <a:rPr lang="zh-CN" altLang="en-US" smtClean="0"/>
              <a:t>‹#›</a:t>
            </a:fld>
            <a:endParaRPr lang="zh-CN" altLang="en-US"/>
          </a:p>
        </p:txBody>
      </p:sp>
    </p:spTree>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8C9EF-35E1-4704-989A-ED9B549B0CB8}"/>
              </a:ext>
            </a:extLst>
          </p:cNvPr>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p>
        </p:txBody>
      </p:sp>
      <p:sp>
        <p:nvSpPr>
          <p:cNvPr id="3" name="副标题 2">
            <a:extLst>
              <a:ext uri="{FF2B5EF4-FFF2-40B4-BE49-F238E27FC236}">
                <a16:creationId xmlns:a16="http://schemas.microsoft.com/office/drawing/2014/main" id="{D5E58C3F-3E21-4D56-B23B-10A0180B932B}"/>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4721895-80C6-4091-A182-9FA754146A61}"/>
              </a:ext>
            </a:extLst>
          </p:cNvPr>
          <p:cNvSpPr>
            <a:spLocks noGrp="1"/>
          </p:cNvSpPr>
          <p:nvPr>
            <p:ph type="dt" sz="half" idx="10"/>
          </p:nvPr>
        </p:nvSpPr>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5" name="页脚占位符 4">
            <a:extLst>
              <a:ext uri="{FF2B5EF4-FFF2-40B4-BE49-F238E27FC236}">
                <a16:creationId xmlns:a16="http://schemas.microsoft.com/office/drawing/2014/main" id="{7AF01E20-1655-425C-B087-9252FDCE3C2C}"/>
              </a:ext>
            </a:extLst>
          </p:cNvPr>
          <p:cNvSpPr>
            <a:spLocks noGrp="1"/>
          </p:cNvSpPr>
          <p:nvPr>
            <p:ph type="ftr" sz="quarter" idx="11"/>
          </p:nvPr>
        </p:nvSpPr>
        <p:spPr/>
        <p:txBody>
          <a:bodyPr/>
          <a:lstStyle/>
          <a:p>
            <a:endParaRPr lang="zh-CN" altLang="en-US">
              <a:solidFill>
                <a:srgbClr val="000000">
                  <a:tint val="75000"/>
                </a:srgbClr>
              </a:solidFill>
            </a:endParaRPr>
          </a:p>
        </p:txBody>
      </p:sp>
      <p:sp>
        <p:nvSpPr>
          <p:cNvPr id="6" name="灯片编号占位符 5">
            <a:extLst>
              <a:ext uri="{FF2B5EF4-FFF2-40B4-BE49-F238E27FC236}">
                <a16:creationId xmlns:a16="http://schemas.microsoft.com/office/drawing/2014/main" id="{A99E815A-189C-4D28-8C1B-138B3F9466F0}"/>
              </a:ext>
            </a:extLst>
          </p:cNvPr>
          <p:cNvSpPr>
            <a:spLocks noGrp="1"/>
          </p:cNvSpPr>
          <p:nvPr>
            <p:ph type="sldNum" sz="quarter" idx="12"/>
          </p:nvPr>
        </p:nvSpPr>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257470709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248519-8ADB-4E68-BAFD-96DFFE6EC75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8DAFC00-0AC7-4BF5-A625-FFDB010E48D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92D03772-45E9-4368-B638-8F019CF2E6A2}"/>
              </a:ext>
            </a:extLst>
          </p:cNvPr>
          <p:cNvSpPr>
            <a:spLocks noGrp="1"/>
          </p:cNvSpPr>
          <p:nvPr>
            <p:ph type="dt" sz="half" idx="10"/>
          </p:nvPr>
        </p:nvSpPr>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5" name="页脚占位符 4">
            <a:extLst>
              <a:ext uri="{FF2B5EF4-FFF2-40B4-BE49-F238E27FC236}">
                <a16:creationId xmlns:a16="http://schemas.microsoft.com/office/drawing/2014/main" id="{2265E712-5F98-4CF3-99F6-FE87C5737F30}"/>
              </a:ext>
            </a:extLst>
          </p:cNvPr>
          <p:cNvSpPr>
            <a:spLocks noGrp="1"/>
          </p:cNvSpPr>
          <p:nvPr>
            <p:ph type="ftr" sz="quarter" idx="11"/>
          </p:nvPr>
        </p:nvSpPr>
        <p:spPr/>
        <p:txBody>
          <a:bodyPr/>
          <a:lstStyle/>
          <a:p>
            <a:endParaRPr lang="zh-CN" altLang="en-US">
              <a:solidFill>
                <a:srgbClr val="000000">
                  <a:tint val="75000"/>
                </a:srgbClr>
              </a:solidFill>
            </a:endParaRPr>
          </a:p>
        </p:txBody>
      </p:sp>
      <p:sp>
        <p:nvSpPr>
          <p:cNvPr id="6" name="灯片编号占位符 5">
            <a:extLst>
              <a:ext uri="{FF2B5EF4-FFF2-40B4-BE49-F238E27FC236}">
                <a16:creationId xmlns:a16="http://schemas.microsoft.com/office/drawing/2014/main" id="{5CCD29FE-228A-466F-8966-D51C103C84A0}"/>
              </a:ext>
            </a:extLst>
          </p:cNvPr>
          <p:cNvSpPr>
            <a:spLocks noGrp="1"/>
          </p:cNvSpPr>
          <p:nvPr>
            <p:ph type="sldNum" sz="quarter" idx="12"/>
          </p:nvPr>
        </p:nvSpPr>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1397847808"/>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BE0DA3-ED27-425C-A302-10C1A21FF9BC}"/>
              </a:ext>
            </a:extLst>
          </p:cNvPr>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5F6BF86B-6C80-441B-BECC-0F7753BE9EC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439FAF8E-0959-40B4-BB7A-542F352C47A7}"/>
              </a:ext>
            </a:extLst>
          </p:cNvPr>
          <p:cNvSpPr>
            <a:spLocks noGrp="1"/>
          </p:cNvSpPr>
          <p:nvPr>
            <p:ph type="dt" sz="half" idx="10"/>
          </p:nvPr>
        </p:nvSpPr>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5" name="页脚占位符 4">
            <a:extLst>
              <a:ext uri="{FF2B5EF4-FFF2-40B4-BE49-F238E27FC236}">
                <a16:creationId xmlns:a16="http://schemas.microsoft.com/office/drawing/2014/main" id="{BC3239D4-F786-44F6-98F2-856934C80E35}"/>
              </a:ext>
            </a:extLst>
          </p:cNvPr>
          <p:cNvSpPr>
            <a:spLocks noGrp="1"/>
          </p:cNvSpPr>
          <p:nvPr>
            <p:ph type="ftr" sz="quarter" idx="11"/>
          </p:nvPr>
        </p:nvSpPr>
        <p:spPr/>
        <p:txBody>
          <a:bodyPr/>
          <a:lstStyle/>
          <a:p>
            <a:endParaRPr lang="zh-CN" altLang="en-US">
              <a:solidFill>
                <a:srgbClr val="000000">
                  <a:tint val="75000"/>
                </a:srgbClr>
              </a:solidFill>
            </a:endParaRPr>
          </a:p>
        </p:txBody>
      </p:sp>
      <p:sp>
        <p:nvSpPr>
          <p:cNvPr id="6" name="灯片编号占位符 5">
            <a:extLst>
              <a:ext uri="{FF2B5EF4-FFF2-40B4-BE49-F238E27FC236}">
                <a16:creationId xmlns:a16="http://schemas.microsoft.com/office/drawing/2014/main" id="{C3BD7541-0BF8-4A5F-981C-5F08CEDDA160}"/>
              </a:ext>
            </a:extLst>
          </p:cNvPr>
          <p:cNvSpPr>
            <a:spLocks noGrp="1"/>
          </p:cNvSpPr>
          <p:nvPr>
            <p:ph type="sldNum" sz="quarter" idx="12"/>
          </p:nvPr>
        </p:nvSpPr>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3906797329"/>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87EDB-B39D-454B-BE03-9BA3668AFEE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EF48E52-E260-47BB-A340-85D21E5FFF50}"/>
              </a:ext>
            </a:extLst>
          </p:cNvPr>
          <p:cNvSpPr>
            <a:spLocks noGrp="1"/>
          </p:cNvSpPr>
          <p:nvPr>
            <p:ph sz="half" idx="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205D626E-0CE1-4C0F-A1A0-6081DE4A7912}"/>
              </a:ext>
            </a:extLst>
          </p:cNvPr>
          <p:cNvSpPr>
            <a:spLocks noGrp="1"/>
          </p:cNvSpPr>
          <p:nvPr>
            <p:ph sz="half" idx="2"/>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2D41BDC2-74F9-4262-80C5-E0E4A0223209}"/>
              </a:ext>
            </a:extLst>
          </p:cNvPr>
          <p:cNvSpPr>
            <a:spLocks noGrp="1"/>
          </p:cNvSpPr>
          <p:nvPr>
            <p:ph type="dt" sz="half" idx="10"/>
          </p:nvPr>
        </p:nvSpPr>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6" name="页脚占位符 5">
            <a:extLst>
              <a:ext uri="{FF2B5EF4-FFF2-40B4-BE49-F238E27FC236}">
                <a16:creationId xmlns:a16="http://schemas.microsoft.com/office/drawing/2014/main" id="{BCD59852-09CA-4351-A7CE-C5819B63E842}"/>
              </a:ext>
            </a:extLst>
          </p:cNvPr>
          <p:cNvSpPr>
            <a:spLocks noGrp="1"/>
          </p:cNvSpPr>
          <p:nvPr>
            <p:ph type="ftr" sz="quarter" idx="11"/>
          </p:nvPr>
        </p:nvSpPr>
        <p:spPr/>
        <p:txBody>
          <a:bodyPr/>
          <a:lstStyle/>
          <a:p>
            <a:endParaRPr lang="zh-CN" altLang="en-US">
              <a:solidFill>
                <a:srgbClr val="000000">
                  <a:tint val="75000"/>
                </a:srgbClr>
              </a:solidFill>
            </a:endParaRPr>
          </a:p>
        </p:txBody>
      </p:sp>
      <p:sp>
        <p:nvSpPr>
          <p:cNvPr id="7" name="灯片编号占位符 6">
            <a:extLst>
              <a:ext uri="{FF2B5EF4-FFF2-40B4-BE49-F238E27FC236}">
                <a16:creationId xmlns:a16="http://schemas.microsoft.com/office/drawing/2014/main" id="{5C5E91E3-5274-498E-8404-8BABCFA99AB3}"/>
              </a:ext>
            </a:extLst>
          </p:cNvPr>
          <p:cNvSpPr>
            <a:spLocks noGrp="1"/>
          </p:cNvSpPr>
          <p:nvPr>
            <p:ph type="sldNum" sz="quarter" idx="12"/>
          </p:nvPr>
        </p:nvSpPr>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3384960378"/>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E697C6-8905-4A13-8846-18F1ADAFF72C}"/>
              </a:ext>
            </a:extLst>
          </p:cNvPr>
          <p:cNvSpPr>
            <a:spLocks noGrp="1"/>
          </p:cNvSpPr>
          <p:nvPr>
            <p:ph type="title"/>
          </p:nvPr>
        </p:nvSpPr>
        <p:spPr>
          <a:xfrm>
            <a:off x="629841" y="273844"/>
            <a:ext cx="7886700" cy="994172"/>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D7F7498-B529-46ED-AC23-804C70F236F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6738D4F8-96CD-41B0-B600-EFE6CCA8AA5F}"/>
              </a:ext>
            </a:extLst>
          </p:cNvPr>
          <p:cNvSpPr>
            <a:spLocks noGrp="1"/>
          </p:cNvSpPr>
          <p:nvPr>
            <p:ph sz="half" idx="2"/>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CCB70FF-355A-4E44-B09B-FED87724E410}"/>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ED12A350-DF98-4A9F-9014-5B8FCCE86FD7}"/>
              </a:ext>
            </a:extLst>
          </p:cNvPr>
          <p:cNvSpPr>
            <a:spLocks noGrp="1"/>
          </p:cNvSpPr>
          <p:nvPr>
            <p:ph sz="quarter" idx="4"/>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3D6E7744-1613-4F17-BC8D-03707A14B973}"/>
              </a:ext>
            </a:extLst>
          </p:cNvPr>
          <p:cNvSpPr>
            <a:spLocks noGrp="1"/>
          </p:cNvSpPr>
          <p:nvPr>
            <p:ph type="dt" sz="half" idx="10"/>
          </p:nvPr>
        </p:nvSpPr>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8" name="页脚占位符 7">
            <a:extLst>
              <a:ext uri="{FF2B5EF4-FFF2-40B4-BE49-F238E27FC236}">
                <a16:creationId xmlns:a16="http://schemas.microsoft.com/office/drawing/2014/main" id="{70D88421-40A0-42F1-9FF1-AE4732EC5BA3}"/>
              </a:ext>
            </a:extLst>
          </p:cNvPr>
          <p:cNvSpPr>
            <a:spLocks noGrp="1"/>
          </p:cNvSpPr>
          <p:nvPr>
            <p:ph type="ftr" sz="quarter" idx="11"/>
          </p:nvPr>
        </p:nvSpPr>
        <p:spPr/>
        <p:txBody>
          <a:bodyPr/>
          <a:lstStyle/>
          <a:p>
            <a:endParaRPr lang="zh-CN" altLang="en-US">
              <a:solidFill>
                <a:srgbClr val="000000">
                  <a:tint val="75000"/>
                </a:srgbClr>
              </a:solidFill>
            </a:endParaRPr>
          </a:p>
        </p:txBody>
      </p:sp>
      <p:sp>
        <p:nvSpPr>
          <p:cNvPr id="9" name="灯片编号占位符 8">
            <a:extLst>
              <a:ext uri="{FF2B5EF4-FFF2-40B4-BE49-F238E27FC236}">
                <a16:creationId xmlns:a16="http://schemas.microsoft.com/office/drawing/2014/main" id="{AA35BD99-F746-4089-AA38-182F80932A14}"/>
              </a:ext>
            </a:extLst>
          </p:cNvPr>
          <p:cNvSpPr>
            <a:spLocks noGrp="1"/>
          </p:cNvSpPr>
          <p:nvPr>
            <p:ph type="sldNum" sz="quarter" idx="12"/>
          </p:nvPr>
        </p:nvSpPr>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1948157124"/>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C9CF11-0C01-459E-A9DB-4EA0C444794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5DFB698-D83A-4973-BCE1-8EBA6D0C8E03}"/>
              </a:ext>
            </a:extLst>
          </p:cNvPr>
          <p:cNvSpPr>
            <a:spLocks noGrp="1"/>
          </p:cNvSpPr>
          <p:nvPr>
            <p:ph type="dt" sz="half" idx="10"/>
          </p:nvPr>
        </p:nvSpPr>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4" name="页脚占位符 3">
            <a:extLst>
              <a:ext uri="{FF2B5EF4-FFF2-40B4-BE49-F238E27FC236}">
                <a16:creationId xmlns:a16="http://schemas.microsoft.com/office/drawing/2014/main" id="{BE687DBB-01D7-450E-AD26-EDDD049BF4B7}"/>
              </a:ext>
            </a:extLst>
          </p:cNvPr>
          <p:cNvSpPr>
            <a:spLocks noGrp="1"/>
          </p:cNvSpPr>
          <p:nvPr>
            <p:ph type="ftr" sz="quarter" idx="11"/>
          </p:nvPr>
        </p:nvSpPr>
        <p:spPr/>
        <p:txBody>
          <a:bodyPr/>
          <a:lstStyle/>
          <a:p>
            <a:endParaRPr lang="zh-CN" altLang="en-US">
              <a:solidFill>
                <a:srgbClr val="000000">
                  <a:tint val="75000"/>
                </a:srgbClr>
              </a:solidFill>
            </a:endParaRPr>
          </a:p>
        </p:txBody>
      </p:sp>
      <p:sp>
        <p:nvSpPr>
          <p:cNvPr id="5" name="灯片编号占位符 4">
            <a:extLst>
              <a:ext uri="{FF2B5EF4-FFF2-40B4-BE49-F238E27FC236}">
                <a16:creationId xmlns:a16="http://schemas.microsoft.com/office/drawing/2014/main" id="{4A7977A1-5B3D-4155-B505-82BBE8AD4320}"/>
              </a:ext>
            </a:extLst>
          </p:cNvPr>
          <p:cNvSpPr>
            <a:spLocks noGrp="1"/>
          </p:cNvSpPr>
          <p:nvPr>
            <p:ph type="sldNum" sz="quarter" idx="12"/>
          </p:nvPr>
        </p:nvSpPr>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4271124479"/>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FCFB86A-A4B3-41D7-896C-B1AAF170ABA1}"/>
              </a:ext>
            </a:extLst>
          </p:cNvPr>
          <p:cNvSpPr>
            <a:spLocks noGrp="1"/>
          </p:cNvSpPr>
          <p:nvPr>
            <p:ph type="dt" sz="half" idx="10"/>
          </p:nvPr>
        </p:nvSpPr>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3" name="页脚占位符 2">
            <a:extLst>
              <a:ext uri="{FF2B5EF4-FFF2-40B4-BE49-F238E27FC236}">
                <a16:creationId xmlns:a16="http://schemas.microsoft.com/office/drawing/2014/main" id="{3DE48D47-F4E5-4BC3-8B93-F8AEDB87B5E7}"/>
              </a:ext>
            </a:extLst>
          </p:cNvPr>
          <p:cNvSpPr>
            <a:spLocks noGrp="1"/>
          </p:cNvSpPr>
          <p:nvPr>
            <p:ph type="ftr" sz="quarter" idx="11"/>
          </p:nvPr>
        </p:nvSpPr>
        <p:spPr/>
        <p:txBody>
          <a:bodyPr/>
          <a:lstStyle/>
          <a:p>
            <a:endParaRPr lang="zh-CN" altLang="en-US">
              <a:solidFill>
                <a:srgbClr val="000000">
                  <a:tint val="75000"/>
                </a:srgbClr>
              </a:solidFill>
            </a:endParaRPr>
          </a:p>
        </p:txBody>
      </p:sp>
      <p:sp>
        <p:nvSpPr>
          <p:cNvPr id="4" name="灯片编号占位符 3">
            <a:extLst>
              <a:ext uri="{FF2B5EF4-FFF2-40B4-BE49-F238E27FC236}">
                <a16:creationId xmlns:a16="http://schemas.microsoft.com/office/drawing/2014/main" id="{D514D83C-A030-4768-9BC5-8784D4613076}"/>
              </a:ext>
            </a:extLst>
          </p:cNvPr>
          <p:cNvSpPr>
            <a:spLocks noGrp="1"/>
          </p:cNvSpPr>
          <p:nvPr>
            <p:ph type="sldNum" sz="quarter" idx="12"/>
          </p:nvPr>
        </p:nvSpPr>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653879534"/>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0F3ABF-6686-4FB5-BCC1-5306FCCCA9CF}"/>
              </a:ext>
            </a:extLst>
          </p:cNvPr>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6997E579-0133-4A48-8EEE-4AAC4B65A604}"/>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60B0AA31-5E12-423E-A0CD-7DF9B6BF434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D1BADAC7-07DF-4D5D-A6D6-B30FF837375D}"/>
              </a:ext>
            </a:extLst>
          </p:cNvPr>
          <p:cNvSpPr>
            <a:spLocks noGrp="1"/>
          </p:cNvSpPr>
          <p:nvPr>
            <p:ph type="dt" sz="half" idx="10"/>
          </p:nvPr>
        </p:nvSpPr>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6" name="页脚占位符 5">
            <a:extLst>
              <a:ext uri="{FF2B5EF4-FFF2-40B4-BE49-F238E27FC236}">
                <a16:creationId xmlns:a16="http://schemas.microsoft.com/office/drawing/2014/main" id="{8CB2AF12-8305-493D-BC08-D0F1F9A30EE3}"/>
              </a:ext>
            </a:extLst>
          </p:cNvPr>
          <p:cNvSpPr>
            <a:spLocks noGrp="1"/>
          </p:cNvSpPr>
          <p:nvPr>
            <p:ph type="ftr" sz="quarter" idx="11"/>
          </p:nvPr>
        </p:nvSpPr>
        <p:spPr/>
        <p:txBody>
          <a:bodyPr/>
          <a:lstStyle/>
          <a:p>
            <a:endParaRPr lang="zh-CN" altLang="en-US">
              <a:solidFill>
                <a:srgbClr val="000000">
                  <a:tint val="75000"/>
                </a:srgbClr>
              </a:solidFill>
            </a:endParaRPr>
          </a:p>
        </p:txBody>
      </p:sp>
      <p:sp>
        <p:nvSpPr>
          <p:cNvPr id="7" name="灯片编号占位符 6">
            <a:extLst>
              <a:ext uri="{FF2B5EF4-FFF2-40B4-BE49-F238E27FC236}">
                <a16:creationId xmlns:a16="http://schemas.microsoft.com/office/drawing/2014/main" id="{2EC84228-60D7-4A82-B419-51BF9C001A27}"/>
              </a:ext>
            </a:extLst>
          </p:cNvPr>
          <p:cNvSpPr>
            <a:spLocks noGrp="1"/>
          </p:cNvSpPr>
          <p:nvPr>
            <p:ph type="sldNum" sz="quarter" idx="12"/>
          </p:nvPr>
        </p:nvSpPr>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1478651096"/>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F3CFF5-8718-40E8-9261-7AA957A1DC85}"/>
              </a:ext>
            </a:extLst>
          </p:cNvPr>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6E5E70AE-60CC-419D-B713-A17402590805}"/>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a:extLst>
              <a:ext uri="{FF2B5EF4-FFF2-40B4-BE49-F238E27FC236}">
                <a16:creationId xmlns:a16="http://schemas.microsoft.com/office/drawing/2014/main" id="{66BE1724-5E8F-4B1E-BB7D-47FFA58B3AA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008F98AE-BAF5-439D-99F1-186302D05829}"/>
              </a:ext>
            </a:extLst>
          </p:cNvPr>
          <p:cNvSpPr>
            <a:spLocks noGrp="1"/>
          </p:cNvSpPr>
          <p:nvPr>
            <p:ph type="dt" sz="half" idx="10"/>
          </p:nvPr>
        </p:nvSpPr>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6" name="页脚占位符 5">
            <a:extLst>
              <a:ext uri="{FF2B5EF4-FFF2-40B4-BE49-F238E27FC236}">
                <a16:creationId xmlns:a16="http://schemas.microsoft.com/office/drawing/2014/main" id="{1A06598B-6212-4F19-A94A-604393CC4220}"/>
              </a:ext>
            </a:extLst>
          </p:cNvPr>
          <p:cNvSpPr>
            <a:spLocks noGrp="1"/>
          </p:cNvSpPr>
          <p:nvPr>
            <p:ph type="ftr" sz="quarter" idx="11"/>
          </p:nvPr>
        </p:nvSpPr>
        <p:spPr/>
        <p:txBody>
          <a:bodyPr/>
          <a:lstStyle/>
          <a:p>
            <a:endParaRPr lang="zh-CN" altLang="en-US">
              <a:solidFill>
                <a:srgbClr val="000000">
                  <a:tint val="75000"/>
                </a:srgbClr>
              </a:solidFill>
            </a:endParaRPr>
          </a:p>
        </p:txBody>
      </p:sp>
      <p:sp>
        <p:nvSpPr>
          <p:cNvPr id="7" name="灯片编号占位符 6">
            <a:extLst>
              <a:ext uri="{FF2B5EF4-FFF2-40B4-BE49-F238E27FC236}">
                <a16:creationId xmlns:a16="http://schemas.microsoft.com/office/drawing/2014/main" id="{7EA3B029-B394-4238-96C0-086658E7DE6E}"/>
              </a:ext>
            </a:extLst>
          </p:cNvPr>
          <p:cNvSpPr>
            <a:spLocks noGrp="1"/>
          </p:cNvSpPr>
          <p:nvPr>
            <p:ph type="sldNum" sz="quarter" idx="12"/>
          </p:nvPr>
        </p:nvSpPr>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852072716"/>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AF17CD-769A-49ED-A473-72E8B1E686D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44AAEE2-E0AB-4BF0-AA8E-FBB312F36ADA}"/>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D45D210-8AFF-44AF-9D6D-D2D4886E1936}"/>
              </a:ext>
            </a:extLst>
          </p:cNvPr>
          <p:cNvSpPr>
            <a:spLocks noGrp="1"/>
          </p:cNvSpPr>
          <p:nvPr>
            <p:ph type="dt" sz="half" idx="10"/>
          </p:nvPr>
        </p:nvSpPr>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5" name="页脚占位符 4">
            <a:extLst>
              <a:ext uri="{FF2B5EF4-FFF2-40B4-BE49-F238E27FC236}">
                <a16:creationId xmlns:a16="http://schemas.microsoft.com/office/drawing/2014/main" id="{F85FAF88-FA82-45E3-824A-BD15673F3E34}"/>
              </a:ext>
            </a:extLst>
          </p:cNvPr>
          <p:cNvSpPr>
            <a:spLocks noGrp="1"/>
          </p:cNvSpPr>
          <p:nvPr>
            <p:ph type="ftr" sz="quarter" idx="11"/>
          </p:nvPr>
        </p:nvSpPr>
        <p:spPr/>
        <p:txBody>
          <a:bodyPr/>
          <a:lstStyle/>
          <a:p>
            <a:endParaRPr lang="zh-CN" altLang="en-US">
              <a:solidFill>
                <a:srgbClr val="000000">
                  <a:tint val="75000"/>
                </a:srgbClr>
              </a:solidFill>
            </a:endParaRPr>
          </a:p>
        </p:txBody>
      </p:sp>
      <p:sp>
        <p:nvSpPr>
          <p:cNvPr id="6" name="灯片编号占位符 5">
            <a:extLst>
              <a:ext uri="{FF2B5EF4-FFF2-40B4-BE49-F238E27FC236}">
                <a16:creationId xmlns:a16="http://schemas.microsoft.com/office/drawing/2014/main" id="{E59E2767-F62A-4E55-BB09-B24585AFAD57}"/>
              </a:ext>
            </a:extLst>
          </p:cNvPr>
          <p:cNvSpPr>
            <a:spLocks noGrp="1"/>
          </p:cNvSpPr>
          <p:nvPr>
            <p:ph type="sldNum" sz="quarter" idx="12"/>
          </p:nvPr>
        </p:nvSpPr>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2700694188"/>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7022C42-DFA9-4716-AF4A-D3A6790D213A}"/>
              </a:ext>
            </a:extLst>
          </p:cNvPr>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4409B41-5A38-4C19-A2A5-6ADD9877F4A4}"/>
              </a:ext>
            </a:extLst>
          </p:cNvPr>
          <p:cNvSpPr>
            <a:spLocks noGrp="1"/>
          </p:cNvSpPr>
          <p:nvPr>
            <p:ph type="body" orient="vert" idx="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F794A8A-9572-4E03-8CDC-09CE43124614}"/>
              </a:ext>
            </a:extLst>
          </p:cNvPr>
          <p:cNvSpPr>
            <a:spLocks noGrp="1"/>
          </p:cNvSpPr>
          <p:nvPr>
            <p:ph type="dt" sz="half" idx="10"/>
          </p:nvPr>
        </p:nvSpPr>
        <p:spPr/>
        <p:txBody>
          <a:body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5" name="页脚占位符 4">
            <a:extLst>
              <a:ext uri="{FF2B5EF4-FFF2-40B4-BE49-F238E27FC236}">
                <a16:creationId xmlns:a16="http://schemas.microsoft.com/office/drawing/2014/main" id="{01C23BA1-373D-4381-A2B1-BDC9A111FEF0}"/>
              </a:ext>
            </a:extLst>
          </p:cNvPr>
          <p:cNvSpPr>
            <a:spLocks noGrp="1"/>
          </p:cNvSpPr>
          <p:nvPr>
            <p:ph type="ftr" sz="quarter" idx="11"/>
          </p:nvPr>
        </p:nvSpPr>
        <p:spPr/>
        <p:txBody>
          <a:bodyPr/>
          <a:lstStyle/>
          <a:p>
            <a:endParaRPr lang="zh-CN" altLang="en-US">
              <a:solidFill>
                <a:srgbClr val="000000">
                  <a:tint val="75000"/>
                </a:srgbClr>
              </a:solidFill>
            </a:endParaRPr>
          </a:p>
        </p:txBody>
      </p:sp>
      <p:sp>
        <p:nvSpPr>
          <p:cNvPr id="6" name="灯片编号占位符 5">
            <a:extLst>
              <a:ext uri="{FF2B5EF4-FFF2-40B4-BE49-F238E27FC236}">
                <a16:creationId xmlns:a16="http://schemas.microsoft.com/office/drawing/2014/main" id="{D136FD79-4B6D-4D36-A4B5-434223F65B0C}"/>
              </a:ext>
            </a:extLst>
          </p:cNvPr>
          <p:cNvSpPr>
            <a:spLocks noGrp="1"/>
          </p:cNvSpPr>
          <p:nvPr>
            <p:ph type="sldNum" sz="quarter" idx="12"/>
          </p:nvPr>
        </p:nvSpPr>
        <p:spPr/>
        <p:txBody>
          <a:body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1866554573"/>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99097035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8_side placeholder left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5078896" cy="5143500"/>
          </a:xfrm>
        </p:spPr>
        <p:txBody>
          <a:bodyPr/>
          <a:lstStyle/>
          <a:p>
            <a:endParaRPr lang="id-ID"/>
          </a:p>
        </p:txBody>
      </p:sp>
    </p:spTree>
    <p:extLst>
      <p:ext uri="{BB962C8B-B14F-4D97-AF65-F5344CB8AC3E}">
        <p14:creationId xmlns:p14="http://schemas.microsoft.com/office/powerpoint/2010/main" val="2098774887"/>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Right Half Pictgure in Page">
    <p:spTree>
      <p:nvGrpSpPr>
        <p:cNvPr id="1" name=""/>
        <p:cNvGrpSpPr/>
        <p:nvPr/>
      </p:nvGrpSpPr>
      <p:grpSpPr>
        <a:xfrm>
          <a:off x="0" y="0"/>
          <a:ext cx="0" cy="0"/>
          <a:chOff x="0" y="0"/>
          <a:chExt cx="0" cy="0"/>
        </a:xfrm>
      </p:grpSpPr>
      <p:sp>
        <p:nvSpPr>
          <p:cNvPr id="7" name="Picture Placeholder 3"/>
          <p:cNvSpPr>
            <a:spLocks noGrp="1"/>
          </p:cNvSpPr>
          <p:nvPr>
            <p:ph type="pic" sz="quarter" idx="10"/>
          </p:nvPr>
        </p:nvSpPr>
        <p:spPr>
          <a:xfrm>
            <a:off x="4572000" y="1"/>
            <a:ext cx="4572000" cy="5143499"/>
          </a:xfrm>
          <a:prstGeom prst="rect">
            <a:avLst/>
          </a:prstGeom>
          <a:ln w="9525">
            <a:noFill/>
          </a:ln>
        </p:spPr>
        <p:txBody>
          <a:bodyPr/>
          <a:lstStyle>
            <a:lvl1pPr>
              <a:defRPr sz="1200">
                <a:solidFill>
                  <a:schemeClr val="accent4"/>
                </a:solidFill>
                <a:latin typeface="Lato" panose="020F0502020204030203" pitchFamily="34" charset="0"/>
              </a:defRPr>
            </a:lvl1pPr>
          </a:lstStyle>
          <a:p>
            <a:endParaRPr lang="en-US"/>
          </a:p>
        </p:txBody>
      </p:sp>
    </p:spTree>
    <p:extLst>
      <p:ext uri="{BB962C8B-B14F-4D97-AF65-F5344CB8AC3E}">
        <p14:creationId xmlns:p14="http://schemas.microsoft.com/office/powerpoint/2010/main" val="587386809"/>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5297698"/>
      </p:ext>
    </p:extLst>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858672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3.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721" r:id="rId6"/>
  </p:sldLayoutIdLst>
  <p:transition spd="slow">
    <p:wipe/>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F10F7005-9383-42C0-A374-E507AD6B23EE}" type="datetimeFigureOut">
              <a:rPr lang="zh-CN" altLang="en-US" smtClean="0"/>
              <a:t>2024/5/21</a:t>
            </a:fld>
            <a:endParaRPr lang="zh-CN" altLang="en-US"/>
          </a:p>
        </p:txBody>
      </p:sp>
      <p:sp>
        <p:nvSpPr>
          <p:cNvPr id="5" name="页脚占位符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9495EA4E-3D33-45DE-B4D9-3F7D650B895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1C80250-CB60-41F5-80EF-EC869C2EA899}"/>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65790C0-C5D5-4D77-98B6-432809A61AFB}"/>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5C4F86D-0E2E-4C8B-B8FF-7D3848121F2E}"/>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F68D6209-B3DA-41BE-87E3-CC78C5062099}" type="datetimeFigureOut">
              <a:rPr lang="zh-CN" altLang="en-US" smtClean="0">
                <a:solidFill>
                  <a:srgbClr val="000000">
                    <a:tint val="75000"/>
                  </a:srgbClr>
                </a:solidFill>
              </a:rPr>
              <a:pPr/>
              <a:t>2024/5/21</a:t>
            </a:fld>
            <a:endParaRPr lang="zh-CN" altLang="en-US">
              <a:solidFill>
                <a:srgbClr val="000000">
                  <a:tint val="75000"/>
                </a:srgbClr>
              </a:solidFill>
            </a:endParaRPr>
          </a:p>
        </p:txBody>
      </p:sp>
      <p:sp>
        <p:nvSpPr>
          <p:cNvPr id="5" name="页脚占位符 4">
            <a:extLst>
              <a:ext uri="{FF2B5EF4-FFF2-40B4-BE49-F238E27FC236}">
                <a16:creationId xmlns:a16="http://schemas.microsoft.com/office/drawing/2014/main" id="{5576CB20-07E1-48E5-86C5-AF8E096BD51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solidFill>
                <a:srgbClr val="000000">
                  <a:tint val="75000"/>
                </a:srgbClr>
              </a:solidFill>
            </a:endParaRPr>
          </a:p>
        </p:txBody>
      </p:sp>
      <p:sp>
        <p:nvSpPr>
          <p:cNvPr id="6" name="灯片编号占位符 5">
            <a:extLst>
              <a:ext uri="{FF2B5EF4-FFF2-40B4-BE49-F238E27FC236}">
                <a16:creationId xmlns:a16="http://schemas.microsoft.com/office/drawing/2014/main" id="{3D091CF7-C75C-4D90-B550-3AC6F6BE1536}"/>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4341BB1-40C4-4700-B8C2-D06FA29C9A59}" type="slidenum">
              <a:rPr lang="zh-CN" altLang="en-US" smtClean="0">
                <a:solidFill>
                  <a:srgbClr val="000000">
                    <a:tint val="75000"/>
                  </a:srgbClr>
                </a:solidFill>
              </a:rPr>
              <a:pPr/>
              <a:t>‹#›</a:t>
            </a:fld>
            <a:endParaRPr lang="zh-CN" altLang="en-US">
              <a:solidFill>
                <a:srgbClr val="000000">
                  <a:tint val="75000"/>
                </a:srgbClr>
              </a:solidFill>
            </a:endParaRPr>
          </a:p>
        </p:txBody>
      </p:sp>
    </p:spTree>
    <p:extLst>
      <p:ext uri="{BB962C8B-B14F-4D97-AF65-F5344CB8AC3E}">
        <p14:creationId xmlns:p14="http://schemas.microsoft.com/office/powerpoint/2010/main" val="1834020663"/>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8" r:id="rId14"/>
    <p:sldLayoutId id="2147483719" r:id="rId15"/>
    <p:sldLayoutId id="2147483720" r:id="rId16"/>
  </p:sldLayoutIdLst>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18" Type="http://schemas.openxmlformats.org/officeDocument/2006/relationships/slide" Target="slide10.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slide" Target="slide3.xml"/><Relationship Id="rId2" Type="http://schemas.openxmlformats.org/officeDocument/2006/relationships/tags" Target="../tags/tag5.xml"/><Relationship Id="rId16" Type="http://schemas.openxmlformats.org/officeDocument/2006/relationships/notesSlide" Target="../notesSlides/notesSlide2.xml"/><Relationship Id="rId1" Type="http://schemas.openxmlformats.org/officeDocument/2006/relationships/themeOverride" Target="../theme/themeOverride1.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5" Type="http://schemas.openxmlformats.org/officeDocument/2006/relationships/slideLayout" Target="../slideLayouts/slideLayout24.xml"/><Relationship Id="rId10" Type="http://schemas.openxmlformats.org/officeDocument/2006/relationships/tags" Target="../tags/tag13.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s>
</file>

<file path=ppt/slides/_rels/slide3.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notesSlide" Target="../notesSlides/notesSlide3.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Layout" Target="../slideLayouts/slideLayout24.xml"/><Relationship Id="rId5" Type="http://schemas.openxmlformats.org/officeDocument/2006/relationships/tags" Target="../tags/tag22.xml"/><Relationship Id="rId4" Type="http://schemas.openxmlformats.org/officeDocument/2006/relationships/tags" Target="../tags/tag2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notesSlide" Target="../notesSlides/notesSlide5.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slideLayout" Target="../slideLayouts/slideLayout6.xml"/><Relationship Id="rId5" Type="http://schemas.openxmlformats.org/officeDocument/2006/relationships/tags" Target="../tags/tag29.xml"/><Relationship Id="rId4" Type="http://schemas.openxmlformats.org/officeDocument/2006/relationships/tags" Target="../tags/tag28.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tags" Target="../tags/tag36.xml"/><Relationship Id="rId7" Type="http://schemas.openxmlformats.org/officeDocument/2006/relationships/notesSlide" Target="../notesSlides/notesSlide8.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slideLayout" Target="../slideLayouts/slideLayout6.xml"/><Relationship Id="rId5" Type="http://schemas.openxmlformats.org/officeDocument/2006/relationships/tags" Target="../tags/tag38.xml"/><Relationship Id="rId4" Type="http://schemas.openxmlformats.org/officeDocument/2006/relationships/tags" Target="../tags/tag37.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slideLayout" Target="../slideLayouts/slideLayout5.xml"/><Relationship Id="rId1" Type="http://schemas.openxmlformats.org/officeDocument/2006/relationships/tags" Target="../tags/tag40.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slideLayout" Target="../slideLayouts/slideLayout5.xml"/><Relationship Id="rId1" Type="http://schemas.openxmlformats.org/officeDocument/2006/relationships/tags" Target="../tags/tag41.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slideLayout" Target="../slideLayouts/slideLayout5.xml"/><Relationship Id="rId1" Type="http://schemas.openxmlformats.org/officeDocument/2006/relationships/tags" Target="../tags/tag4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43.xml"/><Relationship Id="rId1" Type="http://schemas.openxmlformats.org/officeDocument/2006/relationships/vmlDrawing" Target="../drawings/vmlDrawing1.vml"/><Relationship Id="rId5" Type="http://schemas.openxmlformats.org/officeDocument/2006/relationships/image" Target="../media/image13.emf"/><Relationship Id="rId4" Type="http://schemas.openxmlformats.org/officeDocument/2006/relationships/package" Target="../embeddings/Microsoft_Visio___.vsdx"/></Relationships>
</file>

<file path=ppt/slides/_rels/slide14.xml.rels><?xml version="1.0" encoding="UTF-8" standalone="yes"?>
<Relationships xmlns="http://schemas.openxmlformats.org/package/2006/relationships"><Relationship Id="rId3" Type="http://schemas.openxmlformats.org/officeDocument/2006/relationships/tags" Target="../tags/tag46.xml"/><Relationship Id="rId7" Type="http://schemas.openxmlformats.org/officeDocument/2006/relationships/notesSlide" Target="../notesSlides/notesSlide9.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Layout" Target="../slideLayouts/slideLayout6.xml"/><Relationship Id="rId5" Type="http://schemas.openxmlformats.org/officeDocument/2006/relationships/tags" Target="../tags/tag48.xml"/><Relationship Id="rId4" Type="http://schemas.openxmlformats.org/officeDocument/2006/relationships/tags" Target="../tags/tag4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0.xml"/><Relationship Id="rId1" Type="http://schemas.openxmlformats.org/officeDocument/2006/relationships/tags" Target="../tags/tag49.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2568143" y="4173183"/>
            <a:ext cx="781622" cy="781622"/>
          </a:xfrm>
          <a:prstGeom prst="ellipse">
            <a:avLst/>
          </a:prstGeom>
          <a:solidFill>
            <a:srgbClr val="F3F4F4"/>
          </a:solidFill>
          <a:ln>
            <a:noFill/>
          </a:ln>
          <a:effectLst>
            <a:outerShdw blurRad="177800" dist="1778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1499050" y="4252037"/>
            <a:ext cx="781622" cy="781622"/>
          </a:xfrm>
          <a:prstGeom prst="ellipse">
            <a:avLst/>
          </a:prstGeom>
          <a:solidFill>
            <a:srgbClr val="F3F4F4"/>
          </a:solidFill>
          <a:ln>
            <a:noFill/>
          </a:ln>
          <a:effectLst>
            <a:outerShdw blurRad="177800" dist="1778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545235" y="1174944"/>
            <a:ext cx="2967980" cy="2967980"/>
          </a:xfrm>
          <a:prstGeom prst="ellipse">
            <a:avLst/>
          </a:prstGeom>
          <a:solidFill>
            <a:srgbClr val="063D54"/>
          </a:solidFill>
          <a:ln>
            <a:noFill/>
          </a:ln>
          <a:effectLst>
            <a:outerShdw blurRad="127000" dist="1270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PA_矩形 28"/>
          <p:cNvSpPr/>
          <p:nvPr>
            <p:custDataLst>
              <p:tags r:id="rId1"/>
            </p:custDataLst>
          </p:nvPr>
        </p:nvSpPr>
        <p:spPr>
          <a:xfrm>
            <a:off x="7700553" y="4435099"/>
            <a:ext cx="927449" cy="207749"/>
          </a:xfrm>
          <a:prstGeom prst="rect">
            <a:avLst/>
          </a:prstGeom>
          <a:ln>
            <a:noFill/>
          </a:ln>
        </p:spPr>
        <p:txBody>
          <a:bodyPr wrap="square">
            <a:spAutoFit/>
          </a:bodyPr>
          <a:lstStyle/>
          <a:p>
            <a:pPr algn="ctr"/>
            <a:r>
              <a:rPr lang="pt-BR" altLang="zh-CN" sz="750" dirty="0" smtClean="0">
                <a:solidFill>
                  <a:prstClr val="black">
                    <a:lumMod val="50000"/>
                    <a:lumOff val="50000"/>
                  </a:prstClr>
                </a:solidFill>
                <a:latin typeface="Open Sans" panose="020B0606030504020204" pitchFamily="34" charset="0"/>
                <a:ea typeface="Open Sans" panose="020B0606030504020204" pitchFamily="34" charset="0"/>
                <a:cs typeface="Open Sans" panose="020B0606030504020204" pitchFamily="34" charset="0"/>
              </a:rPr>
              <a:t>2024.05.21</a:t>
            </a:r>
            <a:endParaRPr lang="pt-BR" altLang="zh-CN" sz="750" dirty="0">
              <a:solidFill>
                <a:prstClr val="black">
                  <a:lumMod val="50000"/>
                  <a:lumOff val="50000"/>
                </a:prst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PA_矩形 29"/>
          <p:cNvSpPr/>
          <p:nvPr>
            <p:custDataLst>
              <p:tags r:id="rId2"/>
            </p:custDataLst>
          </p:nvPr>
        </p:nvSpPr>
        <p:spPr>
          <a:xfrm>
            <a:off x="4400550" y="1569195"/>
            <a:ext cx="4453347" cy="1200329"/>
          </a:xfrm>
          <a:prstGeom prst="rect">
            <a:avLst/>
          </a:prstGeom>
          <a:ln>
            <a:noFill/>
          </a:ln>
        </p:spPr>
        <p:txBody>
          <a:bodyPr wrap="square">
            <a:spAutoFit/>
          </a:bodyPr>
          <a:lstStyle/>
          <a:p>
            <a:pPr algn="ctr"/>
            <a:r>
              <a:rPr lang="zh-CN" altLang="en-US" sz="3600" dirty="0" smtClean="0">
                <a:solidFill>
                  <a:srgbClr val="063D54"/>
                </a:solidFill>
                <a:latin typeface="方正兰亭黑_GBK" panose="02000000000000000000" pitchFamily="2" charset="-122"/>
                <a:ea typeface="方正兰亭黑_GBK" panose="02000000000000000000" pitchFamily="2" charset="-122"/>
                <a:cs typeface="Open Sans" panose="020B0606030504020204" pitchFamily="34" charset="0"/>
              </a:rPr>
              <a:t>产能分配与计划分析</a:t>
            </a:r>
            <a:endParaRPr lang="en-US" altLang="zh-CN" sz="3600" dirty="0" smtClean="0">
              <a:solidFill>
                <a:srgbClr val="063D54"/>
              </a:solidFill>
              <a:latin typeface="方正兰亭黑_GBK" panose="02000000000000000000" pitchFamily="2" charset="-122"/>
              <a:ea typeface="方正兰亭黑_GBK" panose="02000000000000000000" pitchFamily="2" charset="-122"/>
              <a:cs typeface="Open Sans" panose="020B0606030504020204" pitchFamily="34" charset="0"/>
            </a:endParaRPr>
          </a:p>
          <a:p>
            <a:pPr algn="ctr"/>
            <a:r>
              <a:rPr lang="zh-CN" altLang="en-US" sz="3600" dirty="0" smtClean="0">
                <a:solidFill>
                  <a:srgbClr val="063D54"/>
                </a:solidFill>
                <a:latin typeface="方正兰亭黑_GBK" panose="02000000000000000000" pitchFamily="2" charset="-122"/>
                <a:ea typeface="方正兰亭黑_GBK" panose="02000000000000000000" pitchFamily="2" charset="-122"/>
                <a:cs typeface="Open Sans" panose="020B0606030504020204" pitchFamily="34" charset="0"/>
              </a:rPr>
              <a:t>系统设计方案</a:t>
            </a:r>
            <a:endParaRPr lang="en-US" altLang="zh-CN" sz="3600" dirty="0">
              <a:solidFill>
                <a:srgbClr val="063D54"/>
              </a:solidFill>
              <a:latin typeface="方正兰亭黑_GBK" panose="02000000000000000000" pitchFamily="2" charset="-122"/>
              <a:ea typeface="方正兰亭黑_GBK" panose="02000000000000000000" pitchFamily="2" charset="-122"/>
              <a:cs typeface="Open Sans" panose="020B0606030504020204" pitchFamily="34" charset="0"/>
            </a:endParaRPr>
          </a:p>
        </p:txBody>
      </p:sp>
      <p:sp>
        <p:nvSpPr>
          <p:cNvPr id="11" name="PA_圆角矩形 31"/>
          <p:cNvSpPr/>
          <p:nvPr>
            <p:custDataLst>
              <p:tags r:id="rId3"/>
            </p:custDataLst>
          </p:nvPr>
        </p:nvSpPr>
        <p:spPr>
          <a:xfrm>
            <a:off x="6627223" y="3669085"/>
            <a:ext cx="2000779" cy="227878"/>
          </a:xfrm>
          <a:prstGeom prst="roundRect">
            <a:avLst>
              <a:gd name="adj" fmla="val 50000"/>
            </a:avLst>
          </a:prstGeom>
          <a:solidFill>
            <a:srgbClr val="063D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smtClean="0">
                <a:solidFill>
                  <a:prstClr val="white"/>
                </a:solidFill>
                <a:latin typeface="微软雅黑" panose="020B0503020204020204" pitchFamily="34" charset="-122"/>
                <a:ea typeface="微软雅黑" panose="020B0503020204020204" pitchFamily="34" charset="-122"/>
              </a:rPr>
              <a:t>东北大学 信息科学与工程学院</a:t>
            </a:r>
            <a:endParaRPr lang="zh-CN" altLang="en-US" sz="1000" dirty="0">
              <a:solidFill>
                <a:prstClr val="white"/>
              </a:solidFill>
              <a:latin typeface="微软雅黑" panose="020B0503020204020204" pitchFamily="34" charset="-122"/>
              <a:ea typeface="微软雅黑" panose="020B0503020204020204" pitchFamily="34" charset="-122"/>
            </a:endParaRPr>
          </a:p>
        </p:txBody>
      </p:sp>
      <p:sp>
        <p:nvSpPr>
          <p:cNvPr id="12" name="椭圆 11"/>
          <p:cNvSpPr/>
          <p:nvPr/>
        </p:nvSpPr>
        <p:spPr>
          <a:xfrm>
            <a:off x="1121473" y="781299"/>
            <a:ext cx="1001226" cy="1001226"/>
          </a:xfrm>
          <a:prstGeom prst="ellipse">
            <a:avLst/>
          </a:prstGeom>
          <a:solidFill>
            <a:srgbClr val="F3F4F4"/>
          </a:solidFill>
          <a:ln>
            <a:noFill/>
          </a:ln>
          <a:effectLst>
            <a:outerShdw blurRad="177800" dist="1778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491490" y="2566275"/>
            <a:ext cx="1017270" cy="1017270"/>
          </a:xfrm>
          <a:prstGeom prst="ellipse">
            <a:avLst/>
          </a:prstGeom>
          <a:solidFill>
            <a:srgbClr val="F3F4F4"/>
          </a:solidFill>
          <a:ln>
            <a:noFill/>
          </a:ln>
          <a:effectLst>
            <a:outerShdw blurRad="177800" dist="1778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413796" y="3552518"/>
            <a:ext cx="781622" cy="781622"/>
          </a:xfrm>
          <a:prstGeom prst="ellipse">
            <a:avLst/>
          </a:prstGeom>
          <a:solidFill>
            <a:srgbClr val="F3F4F4"/>
          </a:solidFill>
          <a:ln>
            <a:noFill/>
          </a:ln>
          <a:effectLst>
            <a:outerShdw blurRad="177800" dist="1778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3841425" y="4321575"/>
            <a:ext cx="559125" cy="559125"/>
          </a:xfrm>
          <a:prstGeom prst="ellipse">
            <a:avLst/>
          </a:prstGeom>
          <a:solidFill>
            <a:srgbClr val="F3F4F4"/>
          </a:solidFill>
          <a:ln>
            <a:noFill/>
          </a:ln>
          <a:effectLst>
            <a:outerShdw blurRad="177800" dist="1778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491490" y="228600"/>
            <a:ext cx="1017270" cy="1017270"/>
          </a:xfrm>
          <a:prstGeom prst="ellipse">
            <a:avLst/>
          </a:prstGeom>
          <a:solidFill>
            <a:srgbClr val="063D54"/>
          </a:solidFill>
          <a:ln>
            <a:noFill/>
          </a:ln>
          <a:effectLst>
            <a:outerShdw blurRad="177800" dist="1778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898154" y="804159"/>
            <a:ext cx="765036" cy="765036"/>
          </a:xfrm>
          <a:prstGeom prst="ellipse">
            <a:avLst/>
          </a:prstGeom>
          <a:solidFill>
            <a:srgbClr val="063D54"/>
          </a:solidFill>
          <a:ln>
            <a:noFill/>
          </a:ln>
          <a:effectLst>
            <a:outerShdw blurRad="177800" dist="1778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339850" y="4218903"/>
            <a:ext cx="871729" cy="871729"/>
          </a:xfrm>
          <a:prstGeom prst="ellipse">
            <a:avLst/>
          </a:prstGeom>
          <a:solidFill>
            <a:srgbClr val="063D54"/>
          </a:solidFill>
          <a:ln>
            <a:noFill/>
          </a:ln>
          <a:effectLst>
            <a:outerShdw blurRad="177800" dist="1778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3146860" y="3669085"/>
            <a:ext cx="781622" cy="781622"/>
          </a:xfrm>
          <a:prstGeom prst="ellipse">
            <a:avLst/>
          </a:prstGeom>
          <a:solidFill>
            <a:srgbClr val="F3F4F4"/>
          </a:solidFill>
          <a:ln>
            <a:noFill/>
          </a:ln>
          <a:effectLst>
            <a:outerShdw blurRad="177800" dist="1778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932878" y="3930764"/>
            <a:ext cx="781622" cy="781622"/>
          </a:xfrm>
          <a:prstGeom prst="ellipse">
            <a:avLst/>
          </a:prstGeom>
          <a:solidFill>
            <a:srgbClr val="063D54"/>
          </a:solidFill>
          <a:ln>
            <a:noFill/>
          </a:ln>
          <a:effectLst>
            <a:outerShdw blurRad="177800" dist="177800" dir="8100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6"/>
          <a:stretch>
            <a:fillRect/>
          </a:stretch>
        </p:blipFill>
        <p:spPr>
          <a:xfrm>
            <a:off x="1545236" y="1174944"/>
            <a:ext cx="2967980" cy="2967980"/>
          </a:xfrm>
          <a:prstGeom prst="ellipse">
            <a:avLst/>
          </a:prstGeom>
        </p:spPr>
      </p:pic>
    </p:spTree>
    <p:extLst>
      <p:ext uri="{BB962C8B-B14F-4D97-AF65-F5344CB8AC3E}">
        <p14:creationId xmlns:p14="http://schemas.microsoft.com/office/powerpoint/2010/main" val="334816004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2" presetClass="entr" presetSubtype="9"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0-#ppt_h/2"/>
                                          </p:val>
                                        </p:tav>
                                        <p:tav tm="100000">
                                          <p:val>
                                            <p:strVal val="#ppt_y"/>
                                          </p:val>
                                        </p:tav>
                                      </p:tavLst>
                                    </p:anim>
                                  </p:childTnLst>
                                </p:cTn>
                              </p:par>
                              <p:par>
                                <p:cTn id="15" presetID="2" presetClass="entr" presetSubtype="1" fill="hold" grpId="0" nodeType="withEffect">
                                  <p:stCondLst>
                                    <p:cond delay="25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0-#ppt_h/2"/>
                                          </p:val>
                                        </p:tav>
                                        <p:tav tm="100000">
                                          <p:val>
                                            <p:strVal val="#ppt_y"/>
                                          </p:val>
                                        </p:tav>
                                      </p:tavLst>
                                    </p:anim>
                                  </p:childTnLst>
                                </p:cTn>
                              </p:par>
                              <p:par>
                                <p:cTn id="19" presetID="2" presetClass="entr" presetSubtype="9" fill="hold" grpId="0" nodeType="withEffect">
                                  <p:stCondLst>
                                    <p:cond delay="50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0-#ppt_w/2"/>
                                          </p:val>
                                        </p:tav>
                                        <p:tav tm="100000">
                                          <p:val>
                                            <p:strVal val="#ppt_x"/>
                                          </p:val>
                                        </p:tav>
                                      </p:tavLst>
                                    </p:anim>
                                    <p:anim calcmode="lin" valueType="num">
                                      <p:cBhvr additive="base">
                                        <p:cTn id="22" dur="500" fill="hold"/>
                                        <p:tgtEl>
                                          <p:spTgt spid="18"/>
                                        </p:tgtEl>
                                        <p:attrNameLst>
                                          <p:attrName>ppt_y</p:attrName>
                                        </p:attrNameLst>
                                      </p:cBhvr>
                                      <p:tavLst>
                                        <p:tav tm="0">
                                          <p:val>
                                            <p:strVal val="0-#ppt_h/2"/>
                                          </p:val>
                                        </p:tav>
                                        <p:tav tm="100000">
                                          <p:val>
                                            <p:strVal val="#ppt_y"/>
                                          </p:val>
                                        </p:tav>
                                      </p:tavLst>
                                    </p:anim>
                                  </p:childTnLst>
                                </p:cTn>
                              </p:par>
                              <p:par>
                                <p:cTn id="23" presetID="2" presetClass="entr" presetSubtype="12" fill="hold" grpId="0" nodeType="withEffect">
                                  <p:stCondLst>
                                    <p:cond delay="25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0-#ppt_w/2"/>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12"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0-#ppt_w/2"/>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par>
                                <p:cTn id="31" presetID="2" presetClass="entr" presetSubtype="12" fill="hold" grpId="0" nodeType="withEffect">
                                  <p:stCondLst>
                                    <p:cond delay="250"/>
                                  </p:stCondLst>
                                  <p:childTnLst>
                                    <p:set>
                                      <p:cBhvr>
                                        <p:cTn id="32" dur="1" fill="hold">
                                          <p:stCondLst>
                                            <p:cond delay="0"/>
                                          </p:stCondLst>
                                        </p:cTn>
                                        <p:tgtEl>
                                          <p:spTgt spid="21"/>
                                        </p:tgtEl>
                                        <p:attrNameLst>
                                          <p:attrName>style.visibility</p:attrName>
                                        </p:attrNameLst>
                                      </p:cBhvr>
                                      <p:to>
                                        <p:strVal val="visible"/>
                                      </p:to>
                                    </p:set>
                                    <p:anim calcmode="lin" valueType="num">
                                      <p:cBhvr additive="base">
                                        <p:cTn id="33" dur="500" fill="hold"/>
                                        <p:tgtEl>
                                          <p:spTgt spid="21"/>
                                        </p:tgtEl>
                                        <p:attrNameLst>
                                          <p:attrName>ppt_x</p:attrName>
                                        </p:attrNameLst>
                                      </p:cBhvr>
                                      <p:tavLst>
                                        <p:tav tm="0">
                                          <p:val>
                                            <p:strVal val="0-#ppt_w/2"/>
                                          </p:val>
                                        </p:tav>
                                        <p:tav tm="100000">
                                          <p:val>
                                            <p:strVal val="#ppt_x"/>
                                          </p:val>
                                        </p:tav>
                                      </p:tavLst>
                                    </p:anim>
                                    <p:anim calcmode="lin" valueType="num">
                                      <p:cBhvr additive="base">
                                        <p:cTn id="34" dur="500" fill="hold"/>
                                        <p:tgtEl>
                                          <p:spTgt spid="21"/>
                                        </p:tgtEl>
                                        <p:attrNameLst>
                                          <p:attrName>ppt_y</p:attrName>
                                        </p:attrNameLst>
                                      </p:cBhvr>
                                      <p:tavLst>
                                        <p:tav tm="0">
                                          <p:val>
                                            <p:strVal val="1+#ppt_h/2"/>
                                          </p:val>
                                        </p:tav>
                                        <p:tav tm="100000">
                                          <p:val>
                                            <p:strVal val="#ppt_y"/>
                                          </p:val>
                                        </p:tav>
                                      </p:tavLst>
                                    </p:anim>
                                  </p:childTnLst>
                                </p:cTn>
                              </p:par>
                              <p:par>
                                <p:cTn id="35" presetID="2" presetClass="entr" presetSubtype="12" fill="hold" grpId="0" nodeType="withEffect">
                                  <p:stCondLst>
                                    <p:cond delay="50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0-#ppt_w/2"/>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250"/>
                                  </p:stCondLst>
                                  <p:childTnLst>
                                    <p:set>
                                      <p:cBhvr>
                                        <p:cTn id="40" dur="1" fill="hold">
                                          <p:stCondLst>
                                            <p:cond delay="0"/>
                                          </p:stCondLst>
                                        </p:cTn>
                                        <p:tgtEl>
                                          <p:spTgt spid="5"/>
                                        </p:tgtEl>
                                        <p:attrNameLst>
                                          <p:attrName>style.visibility</p:attrName>
                                        </p:attrNameLst>
                                      </p:cBhvr>
                                      <p:to>
                                        <p:strVal val="visible"/>
                                      </p:to>
                                    </p:set>
                                    <p:anim calcmode="lin" valueType="num">
                                      <p:cBhvr additive="base">
                                        <p:cTn id="41" dur="500" fill="hold"/>
                                        <p:tgtEl>
                                          <p:spTgt spid="5"/>
                                        </p:tgtEl>
                                        <p:attrNameLst>
                                          <p:attrName>ppt_x</p:attrName>
                                        </p:attrNameLst>
                                      </p:cBhvr>
                                      <p:tavLst>
                                        <p:tav tm="0">
                                          <p:val>
                                            <p:strVal val="#ppt_x"/>
                                          </p:val>
                                        </p:tav>
                                        <p:tav tm="100000">
                                          <p:val>
                                            <p:strVal val="#ppt_x"/>
                                          </p:val>
                                        </p:tav>
                                      </p:tavLst>
                                    </p:anim>
                                    <p:anim calcmode="lin" valueType="num">
                                      <p:cBhvr additive="base">
                                        <p:cTn id="42" dur="500" fill="hold"/>
                                        <p:tgtEl>
                                          <p:spTgt spid="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additive="base">
                                        <p:cTn id="45" dur="500" fill="hold"/>
                                        <p:tgtEl>
                                          <p:spTgt spid="4"/>
                                        </p:tgtEl>
                                        <p:attrNameLst>
                                          <p:attrName>ppt_x</p:attrName>
                                        </p:attrNameLst>
                                      </p:cBhvr>
                                      <p:tavLst>
                                        <p:tav tm="0">
                                          <p:val>
                                            <p:strVal val="#ppt_x"/>
                                          </p:val>
                                        </p:tav>
                                        <p:tav tm="100000">
                                          <p:val>
                                            <p:strVal val="#ppt_x"/>
                                          </p:val>
                                        </p:tav>
                                      </p:tavLst>
                                    </p:anim>
                                    <p:anim calcmode="lin" valueType="num">
                                      <p:cBhvr additive="base">
                                        <p:cTn id="46" dur="500" fill="hold"/>
                                        <p:tgtEl>
                                          <p:spTgt spid="4"/>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250"/>
                                  </p:stCondLst>
                                  <p:childTnLst>
                                    <p:set>
                                      <p:cBhvr>
                                        <p:cTn id="48" dur="1" fill="hold">
                                          <p:stCondLst>
                                            <p:cond delay="0"/>
                                          </p:stCondLst>
                                        </p:cTn>
                                        <p:tgtEl>
                                          <p:spTgt spid="20"/>
                                        </p:tgtEl>
                                        <p:attrNameLst>
                                          <p:attrName>style.visibility</p:attrName>
                                        </p:attrNameLst>
                                      </p:cBhvr>
                                      <p:to>
                                        <p:strVal val="visible"/>
                                      </p:to>
                                    </p:set>
                                    <p:anim calcmode="lin" valueType="num">
                                      <p:cBhvr additive="base">
                                        <p:cTn id="49" dur="500" fill="hold"/>
                                        <p:tgtEl>
                                          <p:spTgt spid="20"/>
                                        </p:tgtEl>
                                        <p:attrNameLst>
                                          <p:attrName>ppt_x</p:attrName>
                                        </p:attrNameLst>
                                      </p:cBhvr>
                                      <p:tavLst>
                                        <p:tav tm="0">
                                          <p:val>
                                            <p:strVal val="#ppt_x"/>
                                          </p:val>
                                        </p:tav>
                                        <p:tav tm="100000">
                                          <p:val>
                                            <p:strVal val="#ppt_x"/>
                                          </p:val>
                                        </p:tav>
                                      </p:tavLst>
                                    </p:anim>
                                    <p:anim calcmode="lin" valueType="num">
                                      <p:cBhvr additive="base">
                                        <p:cTn id="50" dur="500" fill="hold"/>
                                        <p:tgtEl>
                                          <p:spTgt spid="20"/>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75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ppt_x"/>
                                          </p:val>
                                        </p:tav>
                                        <p:tav tm="100000">
                                          <p:val>
                                            <p:strVal val="#ppt_x"/>
                                          </p:val>
                                        </p:tav>
                                      </p:tavLst>
                                    </p:anim>
                                    <p:anim calcmode="lin" valueType="num">
                                      <p:cBhvr additive="base">
                                        <p:cTn id="54" dur="500" fill="hold"/>
                                        <p:tgtEl>
                                          <p:spTgt spid="15"/>
                                        </p:tgtEl>
                                        <p:attrNameLst>
                                          <p:attrName>ppt_y</p:attrName>
                                        </p:attrNameLst>
                                      </p:cBhvr>
                                      <p:tavLst>
                                        <p:tav tm="0">
                                          <p:val>
                                            <p:strVal val="1+#ppt_h/2"/>
                                          </p:val>
                                        </p:tav>
                                        <p:tav tm="100000">
                                          <p:val>
                                            <p:strVal val="#ppt_y"/>
                                          </p:val>
                                        </p:tav>
                                      </p:tavLst>
                                    </p:anim>
                                  </p:childTnLst>
                                </p:cTn>
                              </p:par>
                            </p:childTnLst>
                          </p:cTn>
                        </p:par>
                        <p:par>
                          <p:cTn id="55" fill="hold">
                            <p:stCondLst>
                              <p:cond delay="1750"/>
                            </p:stCondLst>
                            <p:childTnLst>
                              <p:par>
                                <p:cTn id="56" presetID="22" presetClass="entr" presetSubtype="8" fill="hold" grpId="0" nodeType="after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left)">
                                      <p:cBhvr>
                                        <p:cTn id="58" dur="500"/>
                                        <p:tgtEl>
                                          <p:spTgt spid="9"/>
                                        </p:tgtEl>
                                      </p:cBhvr>
                                    </p:animEffect>
                                  </p:childTnLst>
                                </p:cTn>
                              </p:par>
                            </p:childTnLst>
                          </p:cTn>
                        </p:par>
                        <p:par>
                          <p:cTn id="59" fill="hold">
                            <p:stCondLst>
                              <p:cond delay="2250"/>
                            </p:stCondLst>
                            <p:childTnLst>
                              <p:par>
                                <p:cTn id="60" presetID="22" presetClass="entr" presetSubtype="8" fill="hold" grpId="0" nodeType="after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wipe(left)">
                                      <p:cBhvr>
                                        <p:cTn id="62" dur="500"/>
                                        <p:tgtEl>
                                          <p:spTgt spid="8"/>
                                        </p:tgtEl>
                                      </p:cBhvr>
                                    </p:animEffect>
                                  </p:childTnLst>
                                </p:cTn>
                              </p:par>
                            </p:childTnLst>
                          </p:cTn>
                        </p:par>
                        <p:par>
                          <p:cTn id="63" fill="hold">
                            <p:stCondLst>
                              <p:cond delay="2750"/>
                            </p:stCondLst>
                            <p:childTnLst>
                              <p:par>
                                <p:cTn id="64" presetID="53" presetClass="entr" presetSubtype="16" fill="hold" grpId="0" nodeType="afterEffect">
                                  <p:stCondLst>
                                    <p:cond delay="0"/>
                                  </p:stCondLst>
                                  <p:childTnLst>
                                    <p:set>
                                      <p:cBhvr>
                                        <p:cTn id="65" dur="1" fill="hold">
                                          <p:stCondLst>
                                            <p:cond delay="0"/>
                                          </p:stCondLst>
                                        </p:cTn>
                                        <p:tgtEl>
                                          <p:spTgt spid="11"/>
                                        </p:tgtEl>
                                        <p:attrNameLst>
                                          <p:attrName>style.visibility</p:attrName>
                                        </p:attrNameLst>
                                      </p:cBhvr>
                                      <p:to>
                                        <p:strVal val="visible"/>
                                      </p:to>
                                    </p:set>
                                    <p:anim calcmode="lin" valueType="num">
                                      <p:cBhvr>
                                        <p:cTn id="66" dur="500" fill="hold"/>
                                        <p:tgtEl>
                                          <p:spTgt spid="11"/>
                                        </p:tgtEl>
                                        <p:attrNameLst>
                                          <p:attrName>ppt_w</p:attrName>
                                        </p:attrNameLst>
                                      </p:cBhvr>
                                      <p:tavLst>
                                        <p:tav tm="0">
                                          <p:val>
                                            <p:fltVal val="0"/>
                                          </p:val>
                                        </p:tav>
                                        <p:tav tm="100000">
                                          <p:val>
                                            <p:strVal val="#ppt_w"/>
                                          </p:val>
                                        </p:tav>
                                      </p:tavLst>
                                    </p:anim>
                                    <p:anim calcmode="lin" valueType="num">
                                      <p:cBhvr>
                                        <p:cTn id="67" dur="500" fill="hold"/>
                                        <p:tgtEl>
                                          <p:spTgt spid="11"/>
                                        </p:tgtEl>
                                        <p:attrNameLst>
                                          <p:attrName>ppt_h</p:attrName>
                                        </p:attrNameLst>
                                      </p:cBhvr>
                                      <p:tavLst>
                                        <p:tav tm="0">
                                          <p:val>
                                            <p:fltVal val="0"/>
                                          </p:val>
                                        </p:tav>
                                        <p:tav tm="100000">
                                          <p:val>
                                            <p:strVal val="#ppt_h"/>
                                          </p:val>
                                        </p:tav>
                                      </p:tavLst>
                                    </p:anim>
                                    <p:animEffect transition="in" filter="fade">
                                      <p:cBhvr>
                                        <p:cTn id="6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p:bldP spid="9" grpId="0"/>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MH_Entry_1">
            <a:hlinkClick r:id="rId17" action="ppaction://hlinksldjump"/>
          </p:cNvPr>
          <p:cNvSpPr/>
          <p:nvPr>
            <p:custDataLst>
              <p:tags r:id="rId3"/>
            </p:custDataLst>
          </p:nvPr>
        </p:nvSpPr>
        <p:spPr>
          <a:xfrm>
            <a:off x="2087724" y="1442807"/>
            <a:ext cx="2385489" cy="284897"/>
          </a:xfrm>
          <a:prstGeom prst="rect">
            <a:avLst/>
          </a:prstGeom>
          <a:solidFill>
            <a:schemeClr val="bg1"/>
          </a:solidFill>
          <a:ln w="3175">
            <a:noFill/>
          </a:ln>
          <a:effectLst>
            <a:outerShdw blurRad="279400" dist="127000" dir="606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1000" tIns="0" rIns="405000" bIns="0" anchor="ctr">
            <a:normAutofit/>
          </a:bodyPr>
          <a:lstStyle/>
          <a:p>
            <a:pPr algn="ctr">
              <a:lnSpc>
                <a:spcPct val="120000"/>
              </a:lnSpc>
              <a:defRPr/>
            </a:pPr>
            <a:r>
              <a:rPr lang="zh-CN" altLang="en-US" dirty="0" smtClean="0">
                <a:solidFill>
                  <a:srgbClr val="000000"/>
                </a:solidFill>
              </a:rPr>
              <a:t>项目</a:t>
            </a:r>
            <a:r>
              <a:rPr lang="zh-CN" altLang="en-US" dirty="0">
                <a:solidFill>
                  <a:srgbClr val="000000"/>
                </a:solidFill>
              </a:rPr>
              <a:t>简介</a:t>
            </a:r>
            <a:endParaRPr lang="zh-CN" altLang="en-US" dirty="0">
              <a:solidFill>
                <a:srgbClr val="000000"/>
              </a:solidFill>
            </a:endParaRPr>
          </a:p>
        </p:txBody>
      </p:sp>
      <p:sp>
        <p:nvSpPr>
          <p:cNvPr id="6" name="PA_MH_Entry_2">
            <a:hlinkClick r:id="rId18" action="ppaction://hlinksldjump"/>
          </p:cNvPr>
          <p:cNvSpPr/>
          <p:nvPr>
            <p:custDataLst>
              <p:tags r:id="rId4"/>
            </p:custDataLst>
          </p:nvPr>
        </p:nvSpPr>
        <p:spPr>
          <a:xfrm>
            <a:off x="2525744" y="2005372"/>
            <a:ext cx="2385489" cy="284897"/>
          </a:xfrm>
          <a:prstGeom prst="rect">
            <a:avLst/>
          </a:prstGeom>
          <a:solidFill>
            <a:schemeClr val="bg1"/>
          </a:solidFill>
          <a:ln w="3175">
            <a:noFill/>
          </a:ln>
          <a:effectLst>
            <a:outerShdw blurRad="279400" dist="127000" dir="606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1000" tIns="0" rIns="405000" bIns="0" anchor="ctr">
            <a:normAutofit/>
          </a:bodyPr>
          <a:lstStyle/>
          <a:p>
            <a:pPr algn="ctr">
              <a:lnSpc>
                <a:spcPct val="120000"/>
              </a:lnSpc>
              <a:defRPr/>
            </a:pPr>
            <a:r>
              <a:rPr lang="zh-CN" altLang="en-US" dirty="0" smtClean="0">
                <a:solidFill>
                  <a:srgbClr val="000000"/>
                </a:solidFill>
              </a:rPr>
              <a:t>需求分析</a:t>
            </a:r>
            <a:endParaRPr lang="zh-CN" altLang="en-US" dirty="0">
              <a:solidFill>
                <a:srgbClr val="000000"/>
              </a:solidFill>
            </a:endParaRPr>
          </a:p>
        </p:txBody>
      </p:sp>
      <p:sp>
        <p:nvSpPr>
          <p:cNvPr id="9" name="PA_MH_Entry_3">
            <a:hlinkClick r:id="" action="ppaction://noaction"/>
          </p:cNvPr>
          <p:cNvSpPr/>
          <p:nvPr>
            <p:custDataLst>
              <p:tags r:id="rId5"/>
            </p:custDataLst>
          </p:nvPr>
        </p:nvSpPr>
        <p:spPr>
          <a:xfrm>
            <a:off x="2087724" y="2567936"/>
            <a:ext cx="2385489" cy="284897"/>
          </a:xfrm>
          <a:prstGeom prst="rect">
            <a:avLst/>
          </a:prstGeom>
          <a:solidFill>
            <a:schemeClr val="bg1"/>
          </a:solidFill>
          <a:ln w="3175">
            <a:noFill/>
          </a:ln>
          <a:effectLst>
            <a:outerShdw blurRad="279400" dist="127000" dir="606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1000" tIns="0" rIns="405000" bIns="0" anchor="ctr">
            <a:normAutofit/>
          </a:bodyPr>
          <a:lstStyle/>
          <a:p>
            <a:pPr algn="ctr">
              <a:lnSpc>
                <a:spcPct val="120000"/>
              </a:lnSpc>
              <a:defRPr/>
            </a:pPr>
            <a:r>
              <a:rPr lang="zh-CN" altLang="en-US" dirty="0" smtClean="0">
                <a:solidFill>
                  <a:srgbClr val="000000"/>
                </a:solidFill>
              </a:rPr>
              <a:t>系统架构</a:t>
            </a:r>
            <a:endParaRPr lang="zh-CN" altLang="en-US" dirty="0">
              <a:solidFill>
                <a:srgbClr val="000000"/>
              </a:solidFill>
            </a:endParaRPr>
          </a:p>
        </p:txBody>
      </p:sp>
      <p:sp>
        <p:nvSpPr>
          <p:cNvPr id="12" name="PA_MH_Entry_4">
            <a:hlinkClick r:id="" action="ppaction://noaction"/>
          </p:cNvPr>
          <p:cNvSpPr/>
          <p:nvPr>
            <p:custDataLst>
              <p:tags r:id="rId6"/>
            </p:custDataLst>
          </p:nvPr>
        </p:nvSpPr>
        <p:spPr>
          <a:xfrm>
            <a:off x="2525744" y="3130501"/>
            <a:ext cx="2385489" cy="284897"/>
          </a:xfrm>
          <a:prstGeom prst="rect">
            <a:avLst/>
          </a:prstGeom>
          <a:solidFill>
            <a:schemeClr val="bg1"/>
          </a:solidFill>
          <a:ln w="3175">
            <a:noFill/>
          </a:ln>
          <a:effectLst>
            <a:outerShdw blurRad="279400" dist="127000" dir="606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1000" tIns="0" rIns="405000" bIns="0" anchor="ctr">
            <a:normAutofit/>
          </a:bodyPr>
          <a:lstStyle/>
          <a:p>
            <a:pPr algn="ctr">
              <a:lnSpc>
                <a:spcPct val="120000"/>
              </a:lnSpc>
              <a:defRPr/>
            </a:pPr>
            <a:r>
              <a:rPr lang="zh-CN" altLang="en-US" dirty="0">
                <a:solidFill>
                  <a:srgbClr val="000000"/>
                </a:solidFill>
              </a:rPr>
              <a:t>产品展示</a:t>
            </a:r>
          </a:p>
        </p:txBody>
      </p:sp>
      <p:sp>
        <p:nvSpPr>
          <p:cNvPr id="18" name="PA_MH_Others_1"/>
          <p:cNvSpPr/>
          <p:nvPr>
            <p:custDataLst>
              <p:tags r:id="rId7"/>
            </p:custDataLst>
          </p:nvPr>
        </p:nvSpPr>
        <p:spPr>
          <a:xfrm rot="16200000">
            <a:off x="5598749" y="2379975"/>
            <a:ext cx="2595056" cy="450659"/>
          </a:xfrm>
          <a:prstGeom prst="rect">
            <a:avLst/>
          </a:prstGeom>
        </p:spPr>
        <p:txBody>
          <a:bodyPr wrap="none" anchor="ctr" anchorCtr="0">
            <a:noAutofit/>
          </a:bodyPr>
          <a:lstStyle/>
          <a:p>
            <a:pPr algn="ctr">
              <a:defRPr/>
            </a:pPr>
            <a:r>
              <a:rPr lang="en-US" altLang="zh-CN" sz="2400" spc="375" dirty="0">
                <a:solidFill>
                  <a:srgbClr val="FFFFFF">
                    <a:lumMod val="65000"/>
                  </a:srgbClr>
                </a:solidFill>
                <a:latin typeface="Times New Roman" panose="02020603050405020304" pitchFamily="18" charset="0"/>
                <a:ea typeface="华文中宋" panose="02010600040101010101" pitchFamily="2" charset="-122"/>
                <a:cs typeface="Times New Roman" panose="02020603050405020304" pitchFamily="18" charset="0"/>
              </a:rPr>
              <a:t>CONTENTS</a:t>
            </a:r>
            <a:endParaRPr lang="zh-CN" altLang="en-US" sz="2400" spc="375" dirty="0">
              <a:solidFill>
                <a:srgbClr val="FFFFFF">
                  <a:lumMod val="65000"/>
                </a:srgbClr>
              </a:solidFill>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9" name="PA_MH_Others_2"/>
          <p:cNvSpPr txBox="1">
            <a:spLocks noChangeArrowheads="1"/>
          </p:cNvSpPr>
          <p:nvPr>
            <p:custDataLst>
              <p:tags r:id="rId8"/>
            </p:custDataLst>
          </p:nvPr>
        </p:nvSpPr>
        <p:spPr bwMode="auto">
          <a:xfrm>
            <a:off x="7125541" y="2110992"/>
            <a:ext cx="417909" cy="90024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4500" b="1" dirty="0">
                <a:solidFill>
                  <a:srgbClr val="063D54"/>
                </a:solidFill>
                <a:latin typeface="华文细黑" panose="02010600040101010101" pitchFamily="2" charset="-122"/>
                <a:ea typeface="华文细黑" panose="02010600040101010101" pitchFamily="2" charset="-122"/>
              </a:rPr>
              <a:t>目录</a:t>
            </a:r>
          </a:p>
        </p:txBody>
      </p:sp>
      <p:grpSp>
        <p:nvGrpSpPr>
          <p:cNvPr id="5" name="组合 4"/>
          <p:cNvGrpSpPr/>
          <p:nvPr/>
        </p:nvGrpSpPr>
        <p:grpSpPr>
          <a:xfrm>
            <a:off x="4204065" y="1355690"/>
            <a:ext cx="400445" cy="401556"/>
            <a:chOff x="4204065" y="1492324"/>
            <a:chExt cx="400445" cy="401556"/>
          </a:xfrm>
        </p:grpSpPr>
        <p:sp>
          <p:nvSpPr>
            <p:cNvPr id="4" name="椭圆 3"/>
            <p:cNvSpPr/>
            <p:nvPr/>
          </p:nvSpPr>
          <p:spPr>
            <a:xfrm>
              <a:off x="4204065" y="1503307"/>
              <a:ext cx="390573" cy="390573"/>
            </a:xfrm>
            <a:prstGeom prst="ellips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Times New Roman" panose="02020603050405020304" pitchFamily="18" charset="0"/>
                <a:cs typeface="Times New Roman" panose="02020603050405020304" pitchFamily="18" charset="0"/>
              </a:endParaRPr>
            </a:p>
          </p:txBody>
        </p:sp>
        <p:sp>
          <p:nvSpPr>
            <p:cNvPr id="3" name="PA_MH_Number_1">
              <a:hlinkClick r:id="rId17" action="ppaction://hlinksldjump"/>
            </p:cNvPr>
            <p:cNvSpPr/>
            <p:nvPr>
              <p:custDataLst>
                <p:tags r:id="rId14"/>
              </p:custDataLst>
            </p:nvPr>
          </p:nvSpPr>
          <p:spPr>
            <a:xfrm>
              <a:off x="4204065" y="1492324"/>
              <a:ext cx="400445" cy="384163"/>
            </a:xfrm>
            <a:custGeom>
              <a:avLst/>
              <a:gdLst>
                <a:gd name="connsiteX0" fmla="*/ 0 w 640080"/>
                <a:gd name="connsiteY0" fmla="*/ 0 h 662940"/>
                <a:gd name="connsiteX1" fmla="*/ 0 w 640080"/>
                <a:gd name="connsiteY1" fmla="*/ 502920 h 662940"/>
                <a:gd name="connsiteX2" fmla="*/ 640080 w 640080"/>
                <a:gd name="connsiteY2" fmla="*/ 662940 h 662940"/>
                <a:gd name="connsiteX3" fmla="*/ 640080 w 640080"/>
                <a:gd name="connsiteY3" fmla="*/ 160020 h 662940"/>
                <a:gd name="connsiteX4" fmla="*/ 0 w 640080"/>
                <a:gd name="connsiteY4" fmla="*/ 0 h 662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0" h="662940">
                  <a:moveTo>
                    <a:pt x="0" y="0"/>
                  </a:moveTo>
                  <a:lnTo>
                    <a:pt x="0" y="502920"/>
                  </a:lnTo>
                  <a:lnTo>
                    <a:pt x="640080" y="662940"/>
                  </a:lnTo>
                  <a:lnTo>
                    <a:pt x="640080" y="160020"/>
                  </a:lnTo>
                  <a:lnTo>
                    <a:pt x="0" y="0"/>
                  </a:lnTo>
                  <a:close/>
                </a:path>
              </a:pathLst>
            </a:custGeom>
            <a:no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b="1" dirty="0">
                  <a:solidFill>
                    <a:srgbClr val="FFFFFF"/>
                  </a:solidFill>
                  <a:latin typeface="Times New Roman" panose="02020603050405020304" pitchFamily="18" charset="0"/>
                  <a:ea typeface="Arial Unicode MS" panose="020B0604020202020204" pitchFamily="34" charset="-122"/>
                  <a:cs typeface="Times New Roman" panose="02020603050405020304" pitchFamily="18" charset="0"/>
                </a:rPr>
                <a:t>01</a:t>
              </a:r>
              <a:endParaRPr lang="zh-CN" altLang="en-US" sz="1600" b="1" dirty="0">
                <a:solidFill>
                  <a:srgbClr val="FFFFFF"/>
                </a:solidFill>
                <a:latin typeface="Times New Roman" panose="02020603050405020304" pitchFamily="18" charset="0"/>
                <a:ea typeface="Arial Unicode MS" panose="020B0604020202020204" pitchFamily="34" charset="-122"/>
                <a:cs typeface="Times New Roman" panose="02020603050405020304" pitchFamily="18" charset="0"/>
              </a:endParaRPr>
            </a:p>
          </p:txBody>
        </p:sp>
      </p:grpSp>
      <p:grpSp>
        <p:nvGrpSpPr>
          <p:cNvPr id="14" name="组合 13"/>
          <p:cNvGrpSpPr/>
          <p:nvPr/>
        </p:nvGrpSpPr>
        <p:grpSpPr>
          <a:xfrm>
            <a:off x="4608422" y="1947042"/>
            <a:ext cx="400445" cy="401556"/>
            <a:chOff x="4204065" y="1492324"/>
            <a:chExt cx="400445" cy="401556"/>
          </a:xfrm>
        </p:grpSpPr>
        <p:sp>
          <p:nvSpPr>
            <p:cNvPr id="15" name="椭圆 14"/>
            <p:cNvSpPr/>
            <p:nvPr/>
          </p:nvSpPr>
          <p:spPr>
            <a:xfrm>
              <a:off x="4204065" y="1503307"/>
              <a:ext cx="390573" cy="390573"/>
            </a:xfrm>
            <a:prstGeom prst="ellips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Times New Roman" panose="02020603050405020304" pitchFamily="18" charset="0"/>
                <a:cs typeface="Times New Roman" panose="02020603050405020304" pitchFamily="18" charset="0"/>
              </a:endParaRPr>
            </a:p>
          </p:txBody>
        </p:sp>
        <p:sp>
          <p:nvSpPr>
            <p:cNvPr id="16" name="PA_MH_Number_1">
              <a:hlinkClick r:id="rId17" action="ppaction://hlinksldjump"/>
            </p:cNvPr>
            <p:cNvSpPr/>
            <p:nvPr>
              <p:custDataLst>
                <p:tags r:id="rId13"/>
              </p:custDataLst>
            </p:nvPr>
          </p:nvSpPr>
          <p:spPr>
            <a:xfrm>
              <a:off x="4204065" y="1492324"/>
              <a:ext cx="400445" cy="384163"/>
            </a:xfrm>
            <a:custGeom>
              <a:avLst/>
              <a:gdLst>
                <a:gd name="connsiteX0" fmla="*/ 0 w 640080"/>
                <a:gd name="connsiteY0" fmla="*/ 0 h 662940"/>
                <a:gd name="connsiteX1" fmla="*/ 0 w 640080"/>
                <a:gd name="connsiteY1" fmla="*/ 502920 h 662940"/>
                <a:gd name="connsiteX2" fmla="*/ 640080 w 640080"/>
                <a:gd name="connsiteY2" fmla="*/ 662940 h 662940"/>
                <a:gd name="connsiteX3" fmla="*/ 640080 w 640080"/>
                <a:gd name="connsiteY3" fmla="*/ 160020 h 662940"/>
                <a:gd name="connsiteX4" fmla="*/ 0 w 640080"/>
                <a:gd name="connsiteY4" fmla="*/ 0 h 662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0" h="662940">
                  <a:moveTo>
                    <a:pt x="0" y="0"/>
                  </a:moveTo>
                  <a:lnTo>
                    <a:pt x="0" y="502920"/>
                  </a:lnTo>
                  <a:lnTo>
                    <a:pt x="640080" y="662940"/>
                  </a:lnTo>
                  <a:lnTo>
                    <a:pt x="640080" y="160020"/>
                  </a:lnTo>
                  <a:lnTo>
                    <a:pt x="0" y="0"/>
                  </a:lnTo>
                  <a:close/>
                </a:path>
              </a:pathLst>
            </a:custGeom>
            <a:no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b="1" dirty="0">
                  <a:solidFill>
                    <a:srgbClr val="FFFFFF"/>
                  </a:solidFill>
                  <a:latin typeface="Times New Roman" panose="02020603050405020304" pitchFamily="18" charset="0"/>
                  <a:ea typeface="Arial Unicode MS" panose="020B0604020202020204" pitchFamily="34" charset="-122"/>
                  <a:cs typeface="Times New Roman" panose="02020603050405020304" pitchFamily="18" charset="0"/>
                </a:rPr>
                <a:t>02</a:t>
              </a:r>
              <a:endParaRPr lang="zh-CN" altLang="en-US" sz="1600" b="1" dirty="0">
                <a:solidFill>
                  <a:srgbClr val="FFFFFF"/>
                </a:solidFill>
                <a:latin typeface="Times New Roman" panose="02020603050405020304" pitchFamily="18" charset="0"/>
                <a:ea typeface="Arial Unicode MS" panose="020B0604020202020204" pitchFamily="34" charset="-122"/>
                <a:cs typeface="Times New Roman" panose="02020603050405020304" pitchFamily="18" charset="0"/>
              </a:endParaRPr>
            </a:p>
          </p:txBody>
        </p:sp>
      </p:grpSp>
      <p:grpSp>
        <p:nvGrpSpPr>
          <p:cNvPr id="17" name="组合 16"/>
          <p:cNvGrpSpPr/>
          <p:nvPr/>
        </p:nvGrpSpPr>
        <p:grpSpPr>
          <a:xfrm>
            <a:off x="4194193" y="2483203"/>
            <a:ext cx="400445" cy="401556"/>
            <a:chOff x="4204065" y="1492324"/>
            <a:chExt cx="400445" cy="401556"/>
          </a:xfrm>
        </p:grpSpPr>
        <p:sp>
          <p:nvSpPr>
            <p:cNvPr id="20" name="椭圆 19"/>
            <p:cNvSpPr/>
            <p:nvPr/>
          </p:nvSpPr>
          <p:spPr>
            <a:xfrm>
              <a:off x="4204065" y="1503307"/>
              <a:ext cx="390573" cy="390573"/>
            </a:xfrm>
            <a:prstGeom prst="ellips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Times New Roman" panose="02020603050405020304" pitchFamily="18" charset="0"/>
                <a:cs typeface="Times New Roman" panose="02020603050405020304" pitchFamily="18" charset="0"/>
              </a:endParaRPr>
            </a:p>
          </p:txBody>
        </p:sp>
        <p:sp>
          <p:nvSpPr>
            <p:cNvPr id="21" name="PA_MH_Number_1">
              <a:hlinkClick r:id="rId17" action="ppaction://hlinksldjump"/>
            </p:cNvPr>
            <p:cNvSpPr/>
            <p:nvPr>
              <p:custDataLst>
                <p:tags r:id="rId12"/>
              </p:custDataLst>
            </p:nvPr>
          </p:nvSpPr>
          <p:spPr>
            <a:xfrm>
              <a:off x="4204065" y="1492324"/>
              <a:ext cx="400445" cy="384163"/>
            </a:xfrm>
            <a:custGeom>
              <a:avLst/>
              <a:gdLst>
                <a:gd name="connsiteX0" fmla="*/ 0 w 640080"/>
                <a:gd name="connsiteY0" fmla="*/ 0 h 662940"/>
                <a:gd name="connsiteX1" fmla="*/ 0 w 640080"/>
                <a:gd name="connsiteY1" fmla="*/ 502920 h 662940"/>
                <a:gd name="connsiteX2" fmla="*/ 640080 w 640080"/>
                <a:gd name="connsiteY2" fmla="*/ 662940 h 662940"/>
                <a:gd name="connsiteX3" fmla="*/ 640080 w 640080"/>
                <a:gd name="connsiteY3" fmla="*/ 160020 h 662940"/>
                <a:gd name="connsiteX4" fmla="*/ 0 w 640080"/>
                <a:gd name="connsiteY4" fmla="*/ 0 h 662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0" h="662940">
                  <a:moveTo>
                    <a:pt x="0" y="0"/>
                  </a:moveTo>
                  <a:lnTo>
                    <a:pt x="0" y="502920"/>
                  </a:lnTo>
                  <a:lnTo>
                    <a:pt x="640080" y="662940"/>
                  </a:lnTo>
                  <a:lnTo>
                    <a:pt x="640080" y="160020"/>
                  </a:lnTo>
                  <a:lnTo>
                    <a:pt x="0" y="0"/>
                  </a:lnTo>
                  <a:close/>
                </a:path>
              </a:pathLst>
            </a:custGeom>
            <a:no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b="1" dirty="0">
                  <a:solidFill>
                    <a:srgbClr val="FFFFFF"/>
                  </a:solidFill>
                  <a:latin typeface="Times New Roman" panose="02020603050405020304" pitchFamily="18" charset="0"/>
                  <a:ea typeface="Arial Unicode MS" panose="020B0604020202020204" pitchFamily="34" charset="-122"/>
                  <a:cs typeface="Times New Roman" panose="02020603050405020304" pitchFamily="18" charset="0"/>
                </a:rPr>
                <a:t>03</a:t>
              </a:r>
              <a:endParaRPr lang="zh-CN" altLang="en-US" sz="1600" b="1" dirty="0">
                <a:solidFill>
                  <a:srgbClr val="FFFFFF"/>
                </a:solidFill>
                <a:latin typeface="Times New Roman" panose="02020603050405020304" pitchFamily="18" charset="0"/>
                <a:ea typeface="Arial Unicode MS" panose="020B0604020202020204" pitchFamily="34" charset="-122"/>
                <a:cs typeface="Times New Roman" panose="02020603050405020304" pitchFamily="18" charset="0"/>
              </a:endParaRPr>
            </a:p>
          </p:txBody>
        </p:sp>
      </p:grpSp>
      <p:grpSp>
        <p:nvGrpSpPr>
          <p:cNvPr id="22" name="组合 21"/>
          <p:cNvGrpSpPr/>
          <p:nvPr/>
        </p:nvGrpSpPr>
        <p:grpSpPr>
          <a:xfrm>
            <a:off x="4581576" y="3062695"/>
            <a:ext cx="400445" cy="401556"/>
            <a:chOff x="4204065" y="1492324"/>
            <a:chExt cx="400445" cy="401556"/>
          </a:xfrm>
        </p:grpSpPr>
        <p:sp>
          <p:nvSpPr>
            <p:cNvPr id="23" name="椭圆 22"/>
            <p:cNvSpPr/>
            <p:nvPr/>
          </p:nvSpPr>
          <p:spPr>
            <a:xfrm>
              <a:off x="4204065" y="1503307"/>
              <a:ext cx="390573" cy="390573"/>
            </a:xfrm>
            <a:prstGeom prst="ellips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Times New Roman" panose="02020603050405020304" pitchFamily="18" charset="0"/>
                <a:cs typeface="Times New Roman" panose="02020603050405020304" pitchFamily="18" charset="0"/>
              </a:endParaRPr>
            </a:p>
          </p:txBody>
        </p:sp>
        <p:sp>
          <p:nvSpPr>
            <p:cNvPr id="24" name="PA_MH_Number_1">
              <a:hlinkClick r:id="rId17" action="ppaction://hlinksldjump"/>
            </p:cNvPr>
            <p:cNvSpPr/>
            <p:nvPr>
              <p:custDataLst>
                <p:tags r:id="rId11"/>
              </p:custDataLst>
            </p:nvPr>
          </p:nvSpPr>
          <p:spPr>
            <a:xfrm>
              <a:off x="4204065" y="1492324"/>
              <a:ext cx="400445" cy="384163"/>
            </a:xfrm>
            <a:custGeom>
              <a:avLst/>
              <a:gdLst>
                <a:gd name="connsiteX0" fmla="*/ 0 w 640080"/>
                <a:gd name="connsiteY0" fmla="*/ 0 h 662940"/>
                <a:gd name="connsiteX1" fmla="*/ 0 w 640080"/>
                <a:gd name="connsiteY1" fmla="*/ 502920 h 662940"/>
                <a:gd name="connsiteX2" fmla="*/ 640080 w 640080"/>
                <a:gd name="connsiteY2" fmla="*/ 662940 h 662940"/>
                <a:gd name="connsiteX3" fmla="*/ 640080 w 640080"/>
                <a:gd name="connsiteY3" fmla="*/ 160020 h 662940"/>
                <a:gd name="connsiteX4" fmla="*/ 0 w 640080"/>
                <a:gd name="connsiteY4" fmla="*/ 0 h 662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0" h="662940">
                  <a:moveTo>
                    <a:pt x="0" y="0"/>
                  </a:moveTo>
                  <a:lnTo>
                    <a:pt x="0" y="502920"/>
                  </a:lnTo>
                  <a:lnTo>
                    <a:pt x="640080" y="662940"/>
                  </a:lnTo>
                  <a:lnTo>
                    <a:pt x="640080" y="160020"/>
                  </a:lnTo>
                  <a:lnTo>
                    <a:pt x="0" y="0"/>
                  </a:lnTo>
                  <a:close/>
                </a:path>
              </a:pathLst>
            </a:custGeom>
            <a:no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b="1" dirty="0">
                  <a:solidFill>
                    <a:srgbClr val="FFFFFF"/>
                  </a:solidFill>
                  <a:latin typeface="Times New Roman" panose="02020603050405020304" pitchFamily="18" charset="0"/>
                  <a:ea typeface="Arial Unicode MS" panose="020B0604020202020204" pitchFamily="34" charset="-122"/>
                  <a:cs typeface="Times New Roman" panose="02020603050405020304" pitchFamily="18" charset="0"/>
                </a:rPr>
                <a:t>04</a:t>
              </a:r>
              <a:endParaRPr lang="zh-CN" altLang="en-US" sz="1600" b="1" dirty="0">
                <a:solidFill>
                  <a:srgbClr val="FFFFFF"/>
                </a:solidFill>
                <a:latin typeface="Times New Roman" panose="02020603050405020304" pitchFamily="18" charset="0"/>
                <a:ea typeface="Arial Unicode MS" panose="020B0604020202020204" pitchFamily="34" charset="-122"/>
                <a:cs typeface="Times New Roman" panose="02020603050405020304" pitchFamily="18" charset="0"/>
              </a:endParaRPr>
            </a:p>
          </p:txBody>
        </p:sp>
      </p:grpSp>
      <p:sp>
        <p:nvSpPr>
          <p:cNvPr id="25" name="PA_MH_Entry_4">
            <a:hlinkClick r:id="" action="ppaction://noaction"/>
          </p:cNvPr>
          <p:cNvSpPr/>
          <p:nvPr>
            <p:custDataLst>
              <p:tags r:id="rId9"/>
            </p:custDataLst>
          </p:nvPr>
        </p:nvSpPr>
        <p:spPr>
          <a:xfrm>
            <a:off x="2166568" y="3734710"/>
            <a:ext cx="2385489" cy="284897"/>
          </a:xfrm>
          <a:prstGeom prst="rect">
            <a:avLst/>
          </a:prstGeom>
          <a:solidFill>
            <a:schemeClr val="bg1"/>
          </a:solidFill>
          <a:ln w="3175">
            <a:noFill/>
          </a:ln>
          <a:effectLst>
            <a:outerShdw blurRad="279400" dist="127000" dir="606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81000" tIns="0" rIns="405000" bIns="0" anchor="ctr">
            <a:normAutofit/>
          </a:bodyPr>
          <a:lstStyle/>
          <a:p>
            <a:pPr algn="ctr">
              <a:lnSpc>
                <a:spcPct val="120000"/>
              </a:lnSpc>
              <a:defRPr/>
            </a:pPr>
            <a:r>
              <a:rPr lang="zh-CN" altLang="en-US" dirty="0">
                <a:solidFill>
                  <a:srgbClr val="000000"/>
                </a:solidFill>
              </a:rPr>
              <a:t>投资回报</a:t>
            </a:r>
          </a:p>
        </p:txBody>
      </p:sp>
      <p:grpSp>
        <p:nvGrpSpPr>
          <p:cNvPr id="26" name="组合 25"/>
          <p:cNvGrpSpPr/>
          <p:nvPr/>
        </p:nvGrpSpPr>
        <p:grpSpPr>
          <a:xfrm>
            <a:off x="4222400" y="3666904"/>
            <a:ext cx="400445" cy="401556"/>
            <a:chOff x="4204065" y="1492324"/>
            <a:chExt cx="400445" cy="401556"/>
          </a:xfrm>
        </p:grpSpPr>
        <p:sp>
          <p:nvSpPr>
            <p:cNvPr id="27" name="椭圆 26"/>
            <p:cNvSpPr/>
            <p:nvPr/>
          </p:nvSpPr>
          <p:spPr>
            <a:xfrm>
              <a:off x="4204065" y="1503307"/>
              <a:ext cx="390573" cy="390573"/>
            </a:xfrm>
            <a:prstGeom prst="ellipse">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Times New Roman" panose="02020603050405020304" pitchFamily="18" charset="0"/>
                <a:cs typeface="Times New Roman" panose="02020603050405020304" pitchFamily="18" charset="0"/>
              </a:endParaRPr>
            </a:p>
          </p:txBody>
        </p:sp>
        <p:sp>
          <p:nvSpPr>
            <p:cNvPr id="28" name="PA_MH_Number_1">
              <a:hlinkClick r:id="rId17" action="ppaction://hlinksldjump"/>
            </p:cNvPr>
            <p:cNvSpPr/>
            <p:nvPr>
              <p:custDataLst>
                <p:tags r:id="rId10"/>
              </p:custDataLst>
            </p:nvPr>
          </p:nvSpPr>
          <p:spPr>
            <a:xfrm>
              <a:off x="4204065" y="1492324"/>
              <a:ext cx="400445" cy="384163"/>
            </a:xfrm>
            <a:custGeom>
              <a:avLst/>
              <a:gdLst>
                <a:gd name="connsiteX0" fmla="*/ 0 w 640080"/>
                <a:gd name="connsiteY0" fmla="*/ 0 h 662940"/>
                <a:gd name="connsiteX1" fmla="*/ 0 w 640080"/>
                <a:gd name="connsiteY1" fmla="*/ 502920 h 662940"/>
                <a:gd name="connsiteX2" fmla="*/ 640080 w 640080"/>
                <a:gd name="connsiteY2" fmla="*/ 662940 h 662940"/>
                <a:gd name="connsiteX3" fmla="*/ 640080 w 640080"/>
                <a:gd name="connsiteY3" fmla="*/ 160020 h 662940"/>
                <a:gd name="connsiteX4" fmla="*/ 0 w 640080"/>
                <a:gd name="connsiteY4" fmla="*/ 0 h 6629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080" h="662940">
                  <a:moveTo>
                    <a:pt x="0" y="0"/>
                  </a:moveTo>
                  <a:lnTo>
                    <a:pt x="0" y="502920"/>
                  </a:lnTo>
                  <a:lnTo>
                    <a:pt x="640080" y="662940"/>
                  </a:lnTo>
                  <a:lnTo>
                    <a:pt x="640080" y="160020"/>
                  </a:lnTo>
                  <a:lnTo>
                    <a:pt x="0" y="0"/>
                  </a:lnTo>
                  <a:close/>
                </a:path>
              </a:pathLst>
            </a:custGeom>
            <a:no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600" b="1" dirty="0">
                  <a:solidFill>
                    <a:srgbClr val="FFFFFF"/>
                  </a:solidFill>
                  <a:latin typeface="Times New Roman" panose="02020603050405020304" pitchFamily="18" charset="0"/>
                  <a:ea typeface="Arial Unicode MS" panose="020B0604020202020204" pitchFamily="34" charset="-122"/>
                  <a:cs typeface="Times New Roman" panose="02020603050405020304" pitchFamily="18" charset="0"/>
                </a:rPr>
                <a:t>05</a:t>
              </a:r>
              <a:endParaRPr lang="zh-CN" altLang="en-US" sz="1600" b="1" dirty="0">
                <a:solidFill>
                  <a:srgbClr val="FFFFFF"/>
                </a:solidFill>
                <a:latin typeface="Times New Roman" panose="02020603050405020304" pitchFamily="18" charset="0"/>
                <a:ea typeface="Arial Unicode MS" panose="020B0604020202020204" pitchFamily="34" charset="-122"/>
                <a:cs typeface="Times New Roman" panose="02020603050405020304" pitchFamily="18" charset="0"/>
              </a:endParaRPr>
            </a:p>
          </p:txBody>
        </p:sp>
      </p:grpSp>
    </p:spTree>
    <p:custDataLst>
      <p:tags r:id="rId2"/>
    </p:custDataLst>
    <p:extLst>
      <p:ext uri="{BB962C8B-B14F-4D97-AF65-F5344CB8AC3E}">
        <p14:creationId xmlns:p14="http://schemas.microsoft.com/office/powerpoint/2010/main" val="25725242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250"/>
                                        <p:tgtEl>
                                          <p:spTgt spid="18"/>
                                        </p:tgtEl>
                                        <p:attrNameLst>
                                          <p:attrName>ppt_y</p:attrName>
                                        </p:attrNameLst>
                                      </p:cBhvr>
                                      <p:tavLst>
                                        <p:tav tm="0">
                                          <p:val>
                                            <p:strVal val="#ppt_y+#ppt_h*1.125000"/>
                                          </p:val>
                                        </p:tav>
                                        <p:tav tm="100000">
                                          <p:val>
                                            <p:strVal val="#ppt_y"/>
                                          </p:val>
                                        </p:tav>
                                      </p:tavLst>
                                    </p:anim>
                                    <p:animEffect transition="in" filter="wipe(up)">
                                      <p:cBhvr>
                                        <p:cTn id="8" dur="250"/>
                                        <p:tgtEl>
                                          <p:spTgt spid="18"/>
                                        </p:tgtEl>
                                      </p:cBhvr>
                                    </p:animEffect>
                                  </p:childTnLst>
                                </p:cTn>
                              </p:par>
                            </p:childTnLst>
                          </p:cTn>
                        </p:par>
                        <p:par>
                          <p:cTn id="9" fill="hold">
                            <p:stCondLst>
                              <p:cond delay="250"/>
                            </p:stCondLst>
                            <p:childTnLst>
                              <p:par>
                                <p:cTn id="10" presetID="12" presetClass="entr" presetSubtype="4" fill="hold" grpId="0"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250"/>
                                        <p:tgtEl>
                                          <p:spTgt spid="19"/>
                                        </p:tgtEl>
                                        <p:attrNameLst>
                                          <p:attrName>ppt_y</p:attrName>
                                        </p:attrNameLst>
                                      </p:cBhvr>
                                      <p:tavLst>
                                        <p:tav tm="0">
                                          <p:val>
                                            <p:strVal val="#ppt_y+#ppt_h*1.125000"/>
                                          </p:val>
                                        </p:tav>
                                        <p:tav tm="100000">
                                          <p:val>
                                            <p:strVal val="#ppt_y"/>
                                          </p:val>
                                        </p:tav>
                                      </p:tavLst>
                                    </p:anim>
                                    <p:animEffect transition="in" filter="wipe(up)">
                                      <p:cBhvr>
                                        <p:cTn id="13" dur="250"/>
                                        <p:tgtEl>
                                          <p:spTgt spid="19"/>
                                        </p:tgtEl>
                                      </p:cBhvr>
                                    </p:animEffect>
                                  </p:childTnLst>
                                </p:cTn>
                              </p:par>
                            </p:childTnLst>
                          </p:cTn>
                        </p:par>
                        <p:par>
                          <p:cTn id="14" fill="hold">
                            <p:stCondLst>
                              <p:cond delay="500"/>
                            </p:stCondLst>
                            <p:childTnLst>
                              <p:par>
                                <p:cTn id="15" presetID="2" presetClass="entr" presetSubtype="2"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1+#ppt_w/2"/>
                                          </p:val>
                                        </p:tav>
                                        <p:tav tm="100000">
                                          <p:val>
                                            <p:strVal val="#ppt_x"/>
                                          </p:val>
                                        </p:tav>
                                      </p:tavLst>
                                    </p:anim>
                                    <p:anim calcmode="lin" valueType="num">
                                      <p:cBhvr additive="base">
                                        <p:cTn id="18" dur="500" fill="hold"/>
                                        <p:tgtEl>
                                          <p:spTgt spid="5"/>
                                        </p:tgtEl>
                                        <p:attrNameLst>
                                          <p:attrName>ppt_y</p:attrName>
                                        </p:attrNameLst>
                                      </p:cBhvr>
                                      <p:tavLst>
                                        <p:tav tm="0">
                                          <p:val>
                                            <p:strVal val="#ppt_y"/>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1+#ppt_w/2"/>
                                          </p:val>
                                        </p:tav>
                                        <p:tav tm="100000">
                                          <p:val>
                                            <p:strVal val="#ppt_x"/>
                                          </p:val>
                                        </p:tav>
                                      </p:tavLst>
                                    </p:anim>
                                    <p:anim calcmode="lin" valueType="num">
                                      <p:cBhvr additive="base">
                                        <p:cTn id="22" dur="500" fill="hold"/>
                                        <p:tgtEl>
                                          <p:spTgt spid="14"/>
                                        </p:tgtEl>
                                        <p:attrNameLst>
                                          <p:attrName>ppt_y</p:attrName>
                                        </p:attrNameLst>
                                      </p:cBhvr>
                                      <p:tavLst>
                                        <p:tav tm="0">
                                          <p:val>
                                            <p:strVal val="#ppt_y"/>
                                          </p:val>
                                        </p:tav>
                                        <p:tav tm="100000">
                                          <p:val>
                                            <p:strVal val="#ppt_y"/>
                                          </p:val>
                                        </p:tav>
                                      </p:tavLst>
                                    </p:anim>
                                  </p:childTnLst>
                                </p:cTn>
                              </p:par>
                              <p:par>
                                <p:cTn id="23" presetID="2" presetClass="entr" presetSubtype="2"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1+#ppt_w/2"/>
                                          </p:val>
                                        </p:tav>
                                        <p:tav tm="100000">
                                          <p:val>
                                            <p:strVal val="#ppt_x"/>
                                          </p:val>
                                        </p:tav>
                                      </p:tavLst>
                                    </p:anim>
                                    <p:anim calcmode="lin" valueType="num">
                                      <p:cBhvr additive="base">
                                        <p:cTn id="26" dur="500" fill="hold"/>
                                        <p:tgtEl>
                                          <p:spTgt spid="17"/>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500" fill="hold"/>
                                        <p:tgtEl>
                                          <p:spTgt spid="22"/>
                                        </p:tgtEl>
                                        <p:attrNameLst>
                                          <p:attrName>ppt_x</p:attrName>
                                        </p:attrNameLst>
                                      </p:cBhvr>
                                      <p:tavLst>
                                        <p:tav tm="0">
                                          <p:val>
                                            <p:strVal val="1+#ppt_w/2"/>
                                          </p:val>
                                        </p:tav>
                                        <p:tav tm="100000">
                                          <p:val>
                                            <p:strVal val="#ppt_x"/>
                                          </p:val>
                                        </p:tav>
                                      </p:tavLst>
                                    </p:anim>
                                    <p:anim calcmode="lin" valueType="num">
                                      <p:cBhvr additive="base">
                                        <p:cTn id="30" dur="500" fill="hold"/>
                                        <p:tgtEl>
                                          <p:spTgt spid="22"/>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additive="base">
                                        <p:cTn id="33" dur="500" fill="hold"/>
                                        <p:tgtEl>
                                          <p:spTgt spid="26"/>
                                        </p:tgtEl>
                                        <p:attrNameLst>
                                          <p:attrName>ppt_x</p:attrName>
                                        </p:attrNameLst>
                                      </p:cBhvr>
                                      <p:tavLst>
                                        <p:tav tm="0">
                                          <p:val>
                                            <p:strVal val="1+#ppt_w/2"/>
                                          </p:val>
                                        </p:tav>
                                        <p:tav tm="100000">
                                          <p:val>
                                            <p:strVal val="#ppt_x"/>
                                          </p:val>
                                        </p:tav>
                                      </p:tavLst>
                                    </p:anim>
                                    <p:anim calcmode="lin" valueType="num">
                                      <p:cBhvr additive="base">
                                        <p:cTn id="34" dur="500" fill="hold"/>
                                        <p:tgtEl>
                                          <p:spTgt spid="26"/>
                                        </p:tgtEl>
                                        <p:attrNameLst>
                                          <p:attrName>ppt_y</p:attrName>
                                        </p:attrNameLst>
                                      </p:cBhvr>
                                      <p:tavLst>
                                        <p:tav tm="0">
                                          <p:val>
                                            <p:strVal val="#ppt_y"/>
                                          </p:val>
                                        </p:tav>
                                        <p:tav tm="100000">
                                          <p:val>
                                            <p:strVal val="#ppt_y"/>
                                          </p:val>
                                        </p:tav>
                                      </p:tavLst>
                                    </p:anim>
                                  </p:childTnLst>
                                </p:cTn>
                              </p:par>
                            </p:childTnLst>
                          </p:cTn>
                        </p:par>
                        <p:par>
                          <p:cTn id="35" fill="hold">
                            <p:stCondLst>
                              <p:cond delay="1000"/>
                            </p:stCondLst>
                            <p:childTnLst>
                              <p:par>
                                <p:cTn id="36" presetID="12" presetClass="entr" presetSubtype="8" fill="hold" grpId="0" nodeType="after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additive="base">
                                        <p:cTn id="38" dur="250"/>
                                        <p:tgtEl>
                                          <p:spTgt spid="2"/>
                                        </p:tgtEl>
                                        <p:attrNameLst>
                                          <p:attrName>ppt_x</p:attrName>
                                        </p:attrNameLst>
                                      </p:cBhvr>
                                      <p:tavLst>
                                        <p:tav tm="0">
                                          <p:val>
                                            <p:strVal val="#ppt_x-#ppt_w*1.125000"/>
                                          </p:val>
                                        </p:tav>
                                        <p:tav tm="100000">
                                          <p:val>
                                            <p:strVal val="#ppt_x"/>
                                          </p:val>
                                        </p:tav>
                                      </p:tavLst>
                                    </p:anim>
                                    <p:animEffect transition="in" filter="wipe(right)">
                                      <p:cBhvr>
                                        <p:cTn id="39" dur="250"/>
                                        <p:tgtEl>
                                          <p:spTgt spid="2"/>
                                        </p:tgtEl>
                                      </p:cBhvr>
                                    </p:animEffect>
                                  </p:childTnLst>
                                </p:cTn>
                              </p:par>
                            </p:childTnLst>
                          </p:cTn>
                        </p:par>
                        <p:par>
                          <p:cTn id="40" fill="hold">
                            <p:stCondLst>
                              <p:cond delay="1250"/>
                            </p:stCondLst>
                            <p:childTnLst>
                              <p:par>
                                <p:cTn id="41" presetID="12" presetClass="entr" presetSubtype="8" fill="hold" grpId="0" nodeType="after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250"/>
                                        <p:tgtEl>
                                          <p:spTgt spid="6"/>
                                        </p:tgtEl>
                                        <p:attrNameLst>
                                          <p:attrName>ppt_x</p:attrName>
                                        </p:attrNameLst>
                                      </p:cBhvr>
                                      <p:tavLst>
                                        <p:tav tm="0">
                                          <p:val>
                                            <p:strVal val="#ppt_x-#ppt_w*1.125000"/>
                                          </p:val>
                                        </p:tav>
                                        <p:tav tm="100000">
                                          <p:val>
                                            <p:strVal val="#ppt_x"/>
                                          </p:val>
                                        </p:tav>
                                      </p:tavLst>
                                    </p:anim>
                                    <p:animEffect transition="in" filter="wipe(right)">
                                      <p:cBhvr>
                                        <p:cTn id="44" dur="250"/>
                                        <p:tgtEl>
                                          <p:spTgt spid="6"/>
                                        </p:tgtEl>
                                      </p:cBhvr>
                                    </p:animEffect>
                                  </p:childTnLst>
                                </p:cTn>
                              </p:par>
                            </p:childTnLst>
                          </p:cTn>
                        </p:par>
                        <p:par>
                          <p:cTn id="45" fill="hold">
                            <p:stCondLst>
                              <p:cond delay="1500"/>
                            </p:stCondLst>
                            <p:childTnLst>
                              <p:par>
                                <p:cTn id="46" presetID="12" presetClass="entr" presetSubtype="4" fill="hold" grpId="0" nodeType="afterEffect">
                                  <p:stCondLst>
                                    <p:cond delay="0"/>
                                  </p:stCondLst>
                                  <p:childTnLst>
                                    <p:set>
                                      <p:cBhvr>
                                        <p:cTn id="47" dur="1" fill="hold">
                                          <p:stCondLst>
                                            <p:cond delay="0"/>
                                          </p:stCondLst>
                                        </p:cTn>
                                        <p:tgtEl>
                                          <p:spTgt spid="9"/>
                                        </p:tgtEl>
                                        <p:attrNameLst>
                                          <p:attrName>style.visibility</p:attrName>
                                        </p:attrNameLst>
                                      </p:cBhvr>
                                      <p:to>
                                        <p:strVal val="visible"/>
                                      </p:to>
                                    </p:set>
                                    <p:anim calcmode="lin" valueType="num">
                                      <p:cBhvr additive="base">
                                        <p:cTn id="48" dur="250"/>
                                        <p:tgtEl>
                                          <p:spTgt spid="9"/>
                                        </p:tgtEl>
                                        <p:attrNameLst>
                                          <p:attrName>ppt_y</p:attrName>
                                        </p:attrNameLst>
                                      </p:cBhvr>
                                      <p:tavLst>
                                        <p:tav tm="0">
                                          <p:val>
                                            <p:strVal val="#ppt_y+#ppt_h*1.125000"/>
                                          </p:val>
                                        </p:tav>
                                        <p:tav tm="100000">
                                          <p:val>
                                            <p:strVal val="#ppt_y"/>
                                          </p:val>
                                        </p:tav>
                                      </p:tavLst>
                                    </p:anim>
                                    <p:animEffect transition="in" filter="wipe(up)">
                                      <p:cBhvr>
                                        <p:cTn id="49" dur="250"/>
                                        <p:tgtEl>
                                          <p:spTgt spid="9"/>
                                        </p:tgtEl>
                                      </p:cBhvr>
                                    </p:animEffect>
                                  </p:childTnLst>
                                </p:cTn>
                              </p:par>
                            </p:childTnLst>
                          </p:cTn>
                        </p:par>
                        <p:par>
                          <p:cTn id="50" fill="hold">
                            <p:stCondLst>
                              <p:cond delay="1750"/>
                            </p:stCondLst>
                            <p:childTnLst>
                              <p:par>
                                <p:cTn id="51" presetID="12" presetClass="entr" presetSubtype="4"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additive="base">
                                        <p:cTn id="53" dur="250"/>
                                        <p:tgtEl>
                                          <p:spTgt spid="12"/>
                                        </p:tgtEl>
                                        <p:attrNameLst>
                                          <p:attrName>ppt_y</p:attrName>
                                        </p:attrNameLst>
                                      </p:cBhvr>
                                      <p:tavLst>
                                        <p:tav tm="0">
                                          <p:val>
                                            <p:strVal val="#ppt_y+#ppt_h*1.125000"/>
                                          </p:val>
                                        </p:tav>
                                        <p:tav tm="100000">
                                          <p:val>
                                            <p:strVal val="#ppt_y"/>
                                          </p:val>
                                        </p:tav>
                                      </p:tavLst>
                                    </p:anim>
                                    <p:animEffect transition="in" filter="wipe(up)">
                                      <p:cBhvr>
                                        <p:cTn id="54" dur="250"/>
                                        <p:tgtEl>
                                          <p:spTgt spid="12"/>
                                        </p:tgtEl>
                                      </p:cBhvr>
                                    </p:animEffect>
                                  </p:childTnLst>
                                </p:cTn>
                              </p:par>
                            </p:childTnLst>
                          </p:cTn>
                        </p:par>
                        <p:par>
                          <p:cTn id="55" fill="hold">
                            <p:stCondLst>
                              <p:cond delay="2000"/>
                            </p:stCondLst>
                            <p:childTnLst>
                              <p:par>
                                <p:cTn id="56" presetID="12" presetClass="entr" presetSubtype="4" fill="hold" grpId="0" nodeType="afterEffect">
                                  <p:stCondLst>
                                    <p:cond delay="0"/>
                                  </p:stCondLst>
                                  <p:childTnLst>
                                    <p:set>
                                      <p:cBhvr>
                                        <p:cTn id="57" dur="1" fill="hold">
                                          <p:stCondLst>
                                            <p:cond delay="0"/>
                                          </p:stCondLst>
                                        </p:cTn>
                                        <p:tgtEl>
                                          <p:spTgt spid="25"/>
                                        </p:tgtEl>
                                        <p:attrNameLst>
                                          <p:attrName>style.visibility</p:attrName>
                                        </p:attrNameLst>
                                      </p:cBhvr>
                                      <p:to>
                                        <p:strVal val="visible"/>
                                      </p:to>
                                    </p:set>
                                    <p:anim calcmode="lin" valueType="num">
                                      <p:cBhvr additive="base">
                                        <p:cTn id="58" dur="250"/>
                                        <p:tgtEl>
                                          <p:spTgt spid="25"/>
                                        </p:tgtEl>
                                        <p:attrNameLst>
                                          <p:attrName>ppt_y</p:attrName>
                                        </p:attrNameLst>
                                      </p:cBhvr>
                                      <p:tavLst>
                                        <p:tav tm="0">
                                          <p:val>
                                            <p:strVal val="#ppt_y+#ppt_h*1.125000"/>
                                          </p:val>
                                        </p:tav>
                                        <p:tav tm="100000">
                                          <p:val>
                                            <p:strVal val="#ppt_y"/>
                                          </p:val>
                                        </p:tav>
                                      </p:tavLst>
                                    </p:anim>
                                    <p:animEffect transition="in" filter="wipe(up)">
                                      <p:cBhvr>
                                        <p:cTn id="59" dur="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9" grpId="0" animBg="1"/>
      <p:bldP spid="12" grpId="0" animBg="1"/>
      <p:bldP spid="18" grpId="0"/>
      <p:bldP spid="19" grpId="0"/>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_矩形 2">
            <a:extLst>
              <a:ext uri="{FF2B5EF4-FFF2-40B4-BE49-F238E27FC236}">
                <a16:creationId xmlns:a16="http://schemas.microsoft.com/office/drawing/2014/main" id="{DE7714CF-4288-4227-BA0F-A241C26A7CF5}"/>
              </a:ext>
            </a:extLst>
          </p:cNvPr>
          <p:cNvSpPr/>
          <p:nvPr>
            <p:custDataLst>
              <p:tags r:id="rId2"/>
            </p:custDataLst>
          </p:nvPr>
        </p:nvSpPr>
        <p:spPr>
          <a:xfrm>
            <a:off x="1010744" y="2045935"/>
            <a:ext cx="1179910" cy="1152525"/>
          </a:xfrm>
          <a:prstGeom prst="rect">
            <a:avLst/>
          </a:prstGeom>
          <a:solidFill>
            <a:srgbClr val="063D5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en-US" altLang="zh-CN" sz="4500" dirty="0">
                <a:solidFill>
                  <a:srgbClr val="FCFCFC"/>
                </a:solidFill>
                <a:latin typeface="Gungsuh" panose="02030600000101010101" pitchFamily="18" charset="-127"/>
              </a:rPr>
              <a:t>01</a:t>
            </a:r>
            <a:endParaRPr lang="zh-CN" altLang="en-US" sz="4500" dirty="0">
              <a:solidFill>
                <a:srgbClr val="FCFCFC"/>
              </a:solidFill>
              <a:latin typeface="Gungsuh" panose="02030600000101010101" pitchFamily="18" charset="-127"/>
            </a:endParaRPr>
          </a:p>
        </p:txBody>
      </p:sp>
      <p:sp>
        <p:nvSpPr>
          <p:cNvPr id="4" name="PA_文本框 3">
            <a:extLst>
              <a:ext uri="{FF2B5EF4-FFF2-40B4-BE49-F238E27FC236}">
                <a16:creationId xmlns:a16="http://schemas.microsoft.com/office/drawing/2014/main" id="{92CF3A66-E572-4B18-A5C8-065820B5702B}"/>
              </a:ext>
            </a:extLst>
          </p:cNvPr>
          <p:cNvSpPr txBox="1"/>
          <p:nvPr>
            <p:custDataLst>
              <p:tags r:id="rId3"/>
            </p:custDataLst>
          </p:nvPr>
        </p:nvSpPr>
        <p:spPr>
          <a:xfrm>
            <a:off x="896607" y="2045935"/>
            <a:ext cx="1227535" cy="300038"/>
          </a:xfrm>
          <a:prstGeom prst="rect">
            <a:avLst/>
          </a:prstGeom>
          <a:noFill/>
        </p:spPr>
        <p:txBody>
          <a:bodyPr lIns="0" rIns="0"/>
          <a:lstStyle/>
          <a:p>
            <a:pPr algn="r">
              <a:defRPr/>
            </a:pPr>
            <a:r>
              <a:rPr lang="en-US" altLang="zh-CN" sz="1500" spc="375" dirty="0">
                <a:solidFill>
                  <a:srgbClr val="FCFCFC"/>
                </a:solidFill>
                <a:latin typeface="Gungsuh" panose="02030600000101010101" pitchFamily="18" charset="-127"/>
              </a:rPr>
              <a:t>PART</a:t>
            </a:r>
            <a:endParaRPr lang="zh-CN" altLang="en-US" sz="1500" spc="375" dirty="0">
              <a:solidFill>
                <a:srgbClr val="FCFCFC"/>
              </a:solidFill>
              <a:latin typeface="Gungsuh" panose="02030600000101010101" pitchFamily="18" charset="-127"/>
            </a:endParaRPr>
          </a:p>
        </p:txBody>
      </p:sp>
      <p:sp>
        <p:nvSpPr>
          <p:cNvPr id="5" name="PA_文本框 4">
            <a:extLst>
              <a:ext uri="{FF2B5EF4-FFF2-40B4-BE49-F238E27FC236}">
                <a16:creationId xmlns:a16="http://schemas.microsoft.com/office/drawing/2014/main" id="{B1ACFA47-5D0F-4092-9710-34F09863DC97}"/>
              </a:ext>
            </a:extLst>
          </p:cNvPr>
          <p:cNvSpPr txBox="1"/>
          <p:nvPr>
            <p:custDataLst>
              <p:tags r:id="rId4"/>
            </p:custDataLst>
          </p:nvPr>
        </p:nvSpPr>
        <p:spPr>
          <a:xfrm>
            <a:off x="3906982" y="2233796"/>
            <a:ext cx="4094018" cy="852488"/>
          </a:xfrm>
          <a:prstGeom prst="rect">
            <a:avLst/>
          </a:prstGeom>
          <a:noFill/>
        </p:spPr>
        <p:txBody>
          <a:bodyPr rIns="270000">
            <a:normAutofit/>
          </a:bodyPr>
          <a:lstStyle/>
          <a:p>
            <a:pPr algn="r">
              <a:defRPr/>
            </a:pPr>
            <a:r>
              <a:rPr lang="zh-CN" altLang="en-US" sz="3600" dirty="0" smtClean="0">
                <a:solidFill>
                  <a:srgbClr val="063D54">
                    <a:lumMod val="75000"/>
                  </a:srgbClr>
                </a:solidFill>
              </a:rPr>
              <a:t>项目简介</a:t>
            </a:r>
            <a:endParaRPr lang="zh-CN" altLang="en-US" sz="3600" dirty="0">
              <a:solidFill>
                <a:srgbClr val="063D54">
                  <a:lumMod val="75000"/>
                </a:srgbClr>
              </a:solidFill>
            </a:endParaRPr>
          </a:p>
        </p:txBody>
      </p:sp>
      <p:cxnSp>
        <p:nvCxnSpPr>
          <p:cNvPr id="10" name="PA_直接连接符 9">
            <a:extLst>
              <a:ext uri="{FF2B5EF4-FFF2-40B4-BE49-F238E27FC236}">
                <a16:creationId xmlns:a16="http://schemas.microsoft.com/office/drawing/2014/main" id="{561E68A9-2C5E-454D-BB49-D6BFF6B5B250}"/>
              </a:ext>
            </a:extLst>
          </p:cNvPr>
          <p:cNvCxnSpPr>
            <a:cxnSpLocks/>
          </p:cNvCxnSpPr>
          <p:nvPr>
            <p:custDataLst>
              <p:tags r:id="rId5"/>
            </p:custDataLst>
          </p:nvPr>
        </p:nvCxnSpPr>
        <p:spPr>
          <a:xfrm>
            <a:off x="2612572" y="2886075"/>
            <a:ext cx="5388428"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721669320"/>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993028" y="1148158"/>
            <a:ext cx="516276" cy="516276"/>
            <a:chOff x="7242071" y="1820434"/>
            <a:chExt cx="688368" cy="688368"/>
          </a:xfrm>
        </p:grpSpPr>
        <p:sp>
          <p:nvSpPr>
            <p:cNvPr id="19" name="椭圆 18"/>
            <p:cNvSpPr/>
            <p:nvPr/>
          </p:nvSpPr>
          <p:spPr>
            <a:xfrm>
              <a:off x="7242071" y="1820434"/>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椭圆 19"/>
            <p:cNvSpPr/>
            <p:nvPr/>
          </p:nvSpPr>
          <p:spPr>
            <a:xfrm>
              <a:off x="7286625" y="1866019"/>
              <a:ext cx="608738" cy="608738"/>
            </a:xfrm>
            <a:prstGeom prst="ellipse">
              <a:avLst/>
            </a:prstGeom>
            <a:solidFill>
              <a:srgbClr val="063D54"/>
            </a:solidFill>
            <a:ln w="28575">
              <a:noFill/>
            </a:ln>
            <a:effec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grpSp>
      <p:grpSp>
        <p:nvGrpSpPr>
          <p:cNvPr id="21" name="组合 20"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993028" y="2399185"/>
            <a:ext cx="516276" cy="516276"/>
            <a:chOff x="7242071" y="3488471"/>
            <a:chExt cx="688368" cy="688368"/>
          </a:xfrm>
        </p:grpSpPr>
        <p:sp>
          <p:nvSpPr>
            <p:cNvPr id="22" name="椭圆 21"/>
            <p:cNvSpPr/>
            <p:nvPr/>
          </p:nvSpPr>
          <p:spPr>
            <a:xfrm>
              <a:off x="7242071" y="3488471"/>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椭圆 22"/>
            <p:cNvSpPr/>
            <p:nvPr/>
          </p:nvSpPr>
          <p:spPr>
            <a:xfrm>
              <a:off x="7286625" y="3534056"/>
              <a:ext cx="608738" cy="608738"/>
            </a:xfrm>
            <a:prstGeom prst="ellipse">
              <a:avLst/>
            </a:prstGeom>
            <a:solidFill>
              <a:srgbClr val="063D54"/>
            </a:solidFill>
            <a:ln w="28575">
              <a:noFill/>
            </a:ln>
            <a:effec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grpSp>
      <p:grpSp>
        <p:nvGrpSpPr>
          <p:cNvPr id="28" name="组合 2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993028" y="3610353"/>
            <a:ext cx="516276" cy="516276"/>
            <a:chOff x="7242071" y="5103361"/>
            <a:chExt cx="688368" cy="688368"/>
          </a:xfrm>
        </p:grpSpPr>
        <p:sp>
          <p:nvSpPr>
            <p:cNvPr id="29" name="椭圆 28"/>
            <p:cNvSpPr/>
            <p:nvPr/>
          </p:nvSpPr>
          <p:spPr>
            <a:xfrm>
              <a:off x="7242071" y="5103361"/>
              <a:ext cx="688368" cy="688368"/>
            </a:xfrm>
            <a:prstGeom prst="ellipse">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0" name="椭圆 29"/>
            <p:cNvSpPr/>
            <p:nvPr/>
          </p:nvSpPr>
          <p:spPr>
            <a:xfrm>
              <a:off x="7286625" y="5148946"/>
              <a:ext cx="608738" cy="608738"/>
            </a:xfrm>
            <a:prstGeom prst="ellipse">
              <a:avLst/>
            </a:prstGeom>
            <a:solidFill>
              <a:srgbClr val="063D54"/>
            </a:solidFill>
            <a:ln w="28575">
              <a:noFill/>
            </a:ln>
            <a:effec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grpSp>
      <p:grpSp>
        <p:nvGrpSpPr>
          <p:cNvPr id="31" name="组合 30"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676784" y="1086898"/>
            <a:ext cx="2620899" cy="1015663"/>
            <a:chOff x="8548025" y="1459078"/>
            <a:chExt cx="2967866" cy="1354216"/>
          </a:xfrm>
        </p:grpSpPr>
        <p:sp>
          <p:nvSpPr>
            <p:cNvPr id="32" name="矩形 31"/>
            <p:cNvSpPr/>
            <p:nvPr/>
          </p:nvSpPr>
          <p:spPr>
            <a:xfrm>
              <a:off x="8548025" y="1766855"/>
              <a:ext cx="2967866" cy="1046439"/>
            </a:xfrm>
            <a:prstGeom prst="rect">
              <a:avLst/>
            </a:prstGeom>
          </p:spPr>
          <p:txBody>
            <a:bodyPr wrap="square">
              <a:spAutoFit/>
            </a:bodyPr>
            <a:lstStyle/>
            <a:p>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生产过程中包括从炼钢、热轧、酸轧、镀锌、连退、镀锡、重卷等多道工序。工序也有多条产线和机组，产线如：</a:t>
              </a:r>
              <a:r>
                <a:rPr lang="en-US" altLang="zh-CN"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2230</a:t>
              </a:r>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a:t>
              </a:r>
              <a:r>
                <a:rPr lang="en-US" altLang="zh-CN"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1700</a:t>
              </a:r>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a:t>
              </a:r>
              <a:r>
                <a:rPr lang="en-US" altLang="zh-CN"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1420</a:t>
              </a:r>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等，机组以酸轧为例：包含</a:t>
              </a:r>
              <a:r>
                <a:rPr lang="en-US" altLang="zh-CN"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1#</a:t>
              </a:r>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酸轧、</a:t>
              </a:r>
              <a:r>
                <a:rPr lang="en-US" altLang="zh-CN"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2#</a:t>
              </a:r>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酸轧、</a:t>
              </a:r>
              <a:r>
                <a:rPr lang="en-US" altLang="zh-CN"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3#</a:t>
              </a:r>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酸轧多台机组</a:t>
              </a:r>
              <a:endPar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33" name="矩形 32"/>
            <p:cNvSpPr/>
            <p:nvPr/>
          </p:nvSpPr>
          <p:spPr>
            <a:xfrm>
              <a:off x="8548025" y="1459078"/>
              <a:ext cx="1356208" cy="338554"/>
            </a:xfrm>
            <a:prstGeom prst="rect">
              <a:avLst/>
            </a:prstGeom>
          </p:spPr>
          <p:txBody>
            <a:bodyPr wrap="square">
              <a:spAutoFit/>
            </a:bodyPr>
            <a:lstStyle/>
            <a:p>
              <a:r>
                <a:rPr lang="zh-CN" altLang="en-US" sz="1050" b="1" dirty="0" smtClean="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多产线多工序</a:t>
              </a:r>
              <a:endParaRPr lang="zh-CN" altLang="en-US" sz="1050" b="1"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grpSp>
        <p:nvGrpSpPr>
          <p:cNvPr id="34" name="组合 33"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676785" y="3530825"/>
            <a:ext cx="2141138" cy="877164"/>
            <a:chOff x="8548025" y="1459078"/>
            <a:chExt cx="2854850" cy="1169551"/>
          </a:xfrm>
        </p:grpSpPr>
        <p:sp>
          <p:nvSpPr>
            <p:cNvPr id="35" name="矩形 34"/>
            <p:cNvSpPr/>
            <p:nvPr/>
          </p:nvSpPr>
          <p:spPr>
            <a:xfrm>
              <a:off x="8548025" y="1766855"/>
              <a:ext cx="2854850" cy="861774"/>
            </a:xfrm>
            <a:prstGeom prst="rect">
              <a:avLst/>
            </a:prstGeom>
          </p:spPr>
          <p:txBody>
            <a:bodyPr wrap="square">
              <a:spAutoFit/>
            </a:bodyPr>
            <a:lstStyle/>
            <a:p>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在</a:t>
              </a:r>
              <a:r>
                <a:rPr lang="zh-CN" altLang="en-US" sz="900" dirty="0" smtClean="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各工序或各机组</a:t>
              </a:r>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的</a:t>
              </a:r>
              <a:r>
                <a:rPr lang="zh-CN" altLang="en-US" sz="900" dirty="0" smtClean="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前后通常都有库存，简称为</a:t>
              </a:r>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前库和后库，前库和</a:t>
              </a:r>
              <a:r>
                <a:rPr lang="zh-CN" altLang="en-US" sz="900" dirty="0" smtClean="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后库</a:t>
              </a:r>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有其最大存储上限、最小存储下限以及期望维持的</a:t>
              </a:r>
              <a:r>
                <a:rPr lang="zh-CN" altLang="en-US" sz="900" dirty="0" smtClean="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库存量。</a:t>
              </a:r>
              <a:endPar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36" name="矩形 35"/>
            <p:cNvSpPr/>
            <p:nvPr/>
          </p:nvSpPr>
          <p:spPr>
            <a:xfrm>
              <a:off x="8548025" y="1459078"/>
              <a:ext cx="1831194" cy="338554"/>
            </a:xfrm>
            <a:prstGeom prst="rect">
              <a:avLst/>
            </a:prstGeom>
          </p:spPr>
          <p:txBody>
            <a:bodyPr wrap="square">
              <a:spAutoFit/>
            </a:bodyPr>
            <a:lstStyle/>
            <a:p>
              <a:r>
                <a:rPr lang="zh-CN" altLang="en-US" sz="1050" b="1" dirty="0" smtClean="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前后库仓储平衡</a:t>
              </a:r>
              <a:endParaRPr lang="zh-CN" altLang="en-US" sz="1050" b="1"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grpSp>
        <p:nvGrpSpPr>
          <p:cNvPr id="37" name="组合 36"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676785" y="2343375"/>
            <a:ext cx="2490270" cy="877164"/>
            <a:chOff x="8548025" y="1459078"/>
            <a:chExt cx="2854850" cy="1169551"/>
          </a:xfrm>
        </p:grpSpPr>
        <p:sp>
          <p:nvSpPr>
            <p:cNvPr id="38" name="矩形 37"/>
            <p:cNvSpPr/>
            <p:nvPr/>
          </p:nvSpPr>
          <p:spPr>
            <a:xfrm>
              <a:off x="8548025" y="1766855"/>
              <a:ext cx="2854850" cy="861774"/>
            </a:xfrm>
            <a:prstGeom prst="rect">
              <a:avLst/>
            </a:prstGeom>
          </p:spPr>
          <p:txBody>
            <a:bodyPr wrap="square">
              <a:spAutoFit/>
            </a:bodyPr>
            <a:lstStyle/>
            <a:p>
              <a:r>
                <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前道工序会依据物流关系为后道工序的多个机组的前库提供原料，但是大多数情况下主要考虑同一产线内的</a:t>
              </a:r>
              <a:r>
                <a:rPr lang="zh-CN" altLang="en-US" sz="900" dirty="0" smtClean="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机组。需要按照给定的制程进行一定的选择和优化</a:t>
              </a:r>
              <a:endParaRPr lang="zh-CN" altLang="en-US" sz="900"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endParaRPr>
            </a:p>
          </p:txBody>
        </p:sp>
        <p:sp>
          <p:nvSpPr>
            <p:cNvPr id="39" name="矩形 38"/>
            <p:cNvSpPr/>
            <p:nvPr/>
          </p:nvSpPr>
          <p:spPr>
            <a:xfrm>
              <a:off x="8548025" y="1459078"/>
              <a:ext cx="1356208" cy="338554"/>
            </a:xfrm>
            <a:prstGeom prst="rect">
              <a:avLst/>
            </a:prstGeom>
          </p:spPr>
          <p:txBody>
            <a:bodyPr wrap="square">
              <a:spAutoFit/>
            </a:bodyPr>
            <a:lstStyle/>
            <a:p>
              <a:r>
                <a:rPr lang="zh-CN" altLang="en-US" sz="1050" b="1" dirty="0" smtClean="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rPr>
                <a:t>交叉物流供应</a:t>
              </a:r>
              <a:endParaRPr lang="zh-CN" altLang="en-US" sz="1050" b="1" dirty="0">
                <a:solidFill>
                  <a:schemeClr val="tx1">
                    <a:lumMod val="50000"/>
                    <a:lumOff val="50000"/>
                  </a:schemeClr>
                </a:solidFill>
                <a:latin typeface="Segoe UI Semilight" panose="020B0402040204020203" pitchFamily="34" charset="0"/>
                <a:ea typeface="Dotum" panose="020B0600000101010101" pitchFamily="34" charset="-127"/>
                <a:cs typeface="Segoe UI Semilight" panose="020B0402040204020203" pitchFamily="34" charset="0"/>
              </a:endParaRPr>
            </a:p>
          </p:txBody>
        </p:sp>
      </p:grpSp>
      <p:grpSp>
        <p:nvGrpSpPr>
          <p:cNvPr id="40" name="组合 3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122917" y="3731062"/>
            <a:ext cx="275854" cy="274858"/>
            <a:chOff x="5287964" y="2994026"/>
            <a:chExt cx="879475" cy="876300"/>
          </a:xfrm>
          <a:solidFill>
            <a:schemeClr val="bg1"/>
          </a:solidFill>
        </p:grpSpPr>
        <p:sp>
          <p:nvSpPr>
            <p:cNvPr id="41" name="Freeform 75"/>
            <p:cNvSpPr>
              <a:spLocks noEditPoints="1"/>
            </p:cNvSpPr>
            <p:nvPr/>
          </p:nvSpPr>
          <p:spPr bwMode="auto">
            <a:xfrm>
              <a:off x="5287964" y="3076576"/>
              <a:ext cx="796925" cy="793750"/>
            </a:xfrm>
            <a:custGeom>
              <a:avLst/>
              <a:gdLst>
                <a:gd name="T0" fmla="*/ 105 w 211"/>
                <a:gd name="T1" fmla="*/ 211 h 211"/>
                <a:gd name="T2" fmla="*/ 211 w 211"/>
                <a:gd name="T3" fmla="*/ 106 h 211"/>
                <a:gd name="T4" fmla="*/ 198 w 211"/>
                <a:gd name="T5" fmla="*/ 56 h 211"/>
                <a:gd name="T6" fmla="*/ 196 w 211"/>
                <a:gd name="T7" fmla="*/ 56 h 211"/>
                <a:gd name="T8" fmla="*/ 194 w 211"/>
                <a:gd name="T9" fmla="*/ 56 h 211"/>
                <a:gd name="T10" fmla="*/ 181 w 211"/>
                <a:gd name="T11" fmla="*/ 55 h 211"/>
                <a:gd name="T12" fmla="*/ 171 w 211"/>
                <a:gd name="T13" fmla="*/ 65 h 211"/>
                <a:gd name="T14" fmla="*/ 183 w 211"/>
                <a:gd name="T15" fmla="*/ 106 h 211"/>
                <a:gd name="T16" fmla="*/ 105 w 211"/>
                <a:gd name="T17" fmla="*/ 183 h 211"/>
                <a:gd name="T18" fmla="*/ 28 w 211"/>
                <a:gd name="T19" fmla="*/ 106 h 211"/>
                <a:gd name="T20" fmla="*/ 105 w 211"/>
                <a:gd name="T21" fmla="*/ 28 h 211"/>
                <a:gd name="T22" fmla="*/ 146 w 211"/>
                <a:gd name="T23" fmla="*/ 40 h 211"/>
                <a:gd name="T24" fmla="*/ 155 w 211"/>
                <a:gd name="T25" fmla="*/ 31 h 211"/>
                <a:gd name="T26" fmla="*/ 154 w 211"/>
                <a:gd name="T27" fmla="*/ 16 h 211"/>
                <a:gd name="T28" fmla="*/ 154 w 211"/>
                <a:gd name="T29" fmla="*/ 12 h 211"/>
                <a:gd name="T30" fmla="*/ 105 w 211"/>
                <a:gd name="T31" fmla="*/ 0 h 211"/>
                <a:gd name="T32" fmla="*/ 0 w 211"/>
                <a:gd name="T33" fmla="*/ 106 h 211"/>
                <a:gd name="T34" fmla="*/ 105 w 211"/>
                <a:gd name="T35" fmla="*/ 211 h 211"/>
                <a:gd name="T36" fmla="*/ 105 w 211"/>
                <a:gd name="T37" fmla="*/ 211 h 211"/>
                <a:gd name="T38" fmla="*/ 105 w 211"/>
                <a:gd name="T39"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1" h="211">
                  <a:moveTo>
                    <a:pt x="105" y="211"/>
                  </a:moveTo>
                  <a:cubicBezTo>
                    <a:pt x="164" y="211"/>
                    <a:pt x="211" y="164"/>
                    <a:pt x="211" y="106"/>
                  </a:cubicBezTo>
                  <a:cubicBezTo>
                    <a:pt x="211" y="88"/>
                    <a:pt x="206" y="71"/>
                    <a:pt x="198" y="56"/>
                  </a:cubicBezTo>
                  <a:cubicBezTo>
                    <a:pt x="198" y="56"/>
                    <a:pt x="197" y="56"/>
                    <a:pt x="196" y="56"/>
                  </a:cubicBezTo>
                  <a:cubicBezTo>
                    <a:pt x="195" y="56"/>
                    <a:pt x="195" y="56"/>
                    <a:pt x="194" y="56"/>
                  </a:cubicBezTo>
                  <a:cubicBezTo>
                    <a:pt x="181" y="55"/>
                    <a:pt x="181" y="55"/>
                    <a:pt x="181" y="55"/>
                  </a:cubicBezTo>
                  <a:cubicBezTo>
                    <a:pt x="171" y="65"/>
                    <a:pt x="171" y="65"/>
                    <a:pt x="171" y="65"/>
                  </a:cubicBezTo>
                  <a:cubicBezTo>
                    <a:pt x="179" y="77"/>
                    <a:pt x="183" y="91"/>
                    <a:pt x="183" y="106"/>
                  </a:cubicBezTo>
                  <a:cubicBezTo>
                    <a:pt x="183" y="149"/>
                    <a:pt x="148" y="183"/>
                    <a:pt x="105" y="183"/>
                  </a:cubicBezTo>
                  <a:cubicBezTo>
                    <a:pt x="62" y="183"/>
                    <a:pt x="28" y="149"/>
                    <a:pt x="28" y="106"/>
                  </a:cubicBezTo>
                  <a:cubicBezTo>
                    <a:pt x="28" y="63"/>
                    <a:pt x="62" y="28"/>
                    <a:pt x="105" y="28"/>
                  </a:cubicBezTo>
                  <a:cubicBezTo>
                    <a:pt x="120" y="28"/>
                    <a:pt x="134" y="32"/>
                    <a:pt x="146" y="40"/>
                  </a:cubicBezTo>
                  <a:cubicBezTo>
                    <a:pt x="155" y="31"/>
                    <a:pt x="155" y="31"/>
                    <a:pt x="155" y="31"/>
                  </a:cubicBezTo>
                  <a:cubicBezTo>
                    <a:pt x="154" y="16"/>
                    <a:pt x="154" y="16"/>
                    <a:pt x="154" y="16"/>
                  </a:cubicBezTo>
                  <a:cubicBezTo>
                    <a:pt x="154" y="14"/>
                    <a:pt x="154" y="13"/>
                    <a:pt x="154" y="12"/>
                  </a:cubicBezTo>
                  <a:cubicBezTo>
                    <a:pt x="139" y="5"/>
                    <a:pt x="123" y="0"/>
                    <a:pt x="105" y="0"/>
                  </a:cubicBezTo>
                  <a:cubicBezTo>
                    <a:pt x="47" y="0"/>
                    <a:pt x="0" y="48"/>
                    <a:pt x="0" y="106"/>
                  </a:cubicBezTo>
                  <a:cubicBezTo>
                    <a:pt x="0" y="164"/>
                    <a:pt x="47" y="211"/>
                    <a:pt x="105" y="211"/>
                  </a:cubicBezTo>
                  <a:close/>
                  <a:moveTo>
                    <a:pt x="105" y="211"/>
                  </a:moveTo>
                  <a:cubicBezTo>
                    <a:pt x="105" y="211"/>
                    <a:pt x="105" y="211"/>
                    <a:pt x="105" y="21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sp>
          <p:nvSpPr>
            <p:cNvPr id="42" name="Freeform 76"/>
            <p:cNvSpPr>
              <a:spLocks noEditPoints="1"/>
            </p:cNvSpPr>
            <p:nvPr/>
          </p:nvSpPr>
          <p:spPr bwMode="auto">
            <a:xfrm>
              <a:off x="5487989" y="3279776"/>
              <a:ext cx="392113" cy="392113"/>
            </a:xfrm>
            <a:custGeom>
              <a:avLst/>
              <a:gdLst>
                <a:gd name="T0" fmla="*/ 52 w 104"/>
                <a:gd name="T1" fmla="*/ 25 h 104"/>
                <a:gd name="T2" fmla="*/ 54 w 104"/>
                <a:gd name="T3" fmla="*/ 25 h 104"/>
                <a:gd name="T4" fmla="*/ 74 w 104"/>
                <a:gd name="T5" fmla="*/ 5 h 104"/>
                <a:gd name="T6" fmla="*/ 74 w 104"/>
                <a:gd name="T7" fmla="*/ 5 h 104"/>
                <a:gd name="T8" fmla="*/ 52 w 104"/>
                <a:gd name="T9" fmla="*/ 0 h 104"/>
                <a:gd name="T10" fmla="*/ 0 w 104"/>
                <a:gd name="T11" fmla="*/ 52 h 104"/>
                <a:gd name="T12" fmla="*/ 52 w 104"/>
                <a:gd name="T13" fmla="*/ 104 h 104"/>
                <a:gd name="T14" fmla="*/ 104 w 104"/>
                <a:gd name="T15" fmla="*/ 52 h 104"/>
                <a:gd name="T16" fmla="*/ 99 w 104"/>
                <a:gd name="T17" fmla="*/ 30 h 104"/>
                <a:gd name="T18" fmla="*/ 99 w 104"/>
                <a:gd name="T19" fmla="*/ 30 h 104"/>
                <a:gd name="T20" fmla="*/ 79 w 104"/>
                <a:gd name="T21" fmla="*/ 50 h 104"/>
                <a:gd name="T22" fmla="*/ 79 w 104"/>
                <a:gd name="T23" fmla="*/ 52 h 104"/>
                <a:gd name="T24" fmla="*/ 52 w 104"/>
                <a:gd name="T25" fmla="*/ 79 h 104"/>
                <a:gd name="T26" fmla="*/ 25 w 104"/>
                <a:gd name="T27" fmla="*/ 52 h 104"/>
                <a:gd name="T28" fmla="*/ 52 w 104"/>
                <a:gd name="T29" fmla="*/ 25 h 104"/>
                <a:gd name="T30" fmla="*/ 52 w 104"/>
                <a:gd name="T31" fmla="*/ 25 h 104"/>
                <a:gd name="T32" fmla="*/ 52 w 104"/>
                <a:gd name="T33" fmla="*/ 2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04">
                  <a:moveTo>
                    <a:pt x="52" y="25"/>
                  </a:moveTo>
                  <a:cubicBezTo>
                    <a:pt x="53" y="25"/>
                    <a:pt x="54" y="25"/>
                    <a:pt x="54" y="25"/>
                  </a:cubicBezTo>
                  <a:cubicBezTo>
                    <a:pt x="74" y="5"/>
                    <a:pt x="74" y="5"/>
                    <a:pt x="74" y="5"/>
                  </a:cubicBezTo>
                  <a:cubicBezTo>
                    <a:pt x="74" y="5"/>
                    <a:pt x="74" y="5"/>
                    <a:pt x="74" y="5"/>
                  </a:cubicBezTo>
                  <a:cubicBezTo>
                    <a:pt x="68" y="2"/>
                    <a:pt x="60" y="0"/>
                    <a:pt x="52" y="0"/>
                  </a:cubicBezTo>
                  <a:cubicBezTo>
                    <a:pt x="24" y="0"/>
                    <a:pt x="0" y="23"/>
                    <a:pt x="0" y="52"/>
                  </a:cubicBezTo>
                  <a:cubicBezTo>
                    <a:pt x="0" y="81"/>
                    <a:pt x="24" y="104"/>
                    <a:pt x="52" y="104"/>
                  </a:cubicBezTo>
                  <a:cubicBezTo>
                    <a:pt x="81" y="104"/>
                    <a:pt x="104" y="81"/>
                    <a:pt x="104" y="52"/>
                  </a:cubicBezTo>
                  <a:cubicBezTo>
                    <a:pt x="104" y="44"/>
                    <a:pt x="102" y="37"/>
                    <a:pt x="99" y="30"/>
                  </a:cubicBezTo>
                  <a:cubicBezTo>
                    <a:pt x="99" y="30"/>
                    <a:pt x="99" y="30"/>
                    <a:pt x="99" y="30"/>
                  </a:cubicBezTo>
                  <a:cubicBezTo>
                    <a:pt x="79" y="50"/>
                    <a:pt x="79" y="50"/>
                    <a:pt x="79" y="50"/>
                  </a:cubicBezTo>
                  <a:cubicBezTo>
                    <a:pt x="79" y="50"/>
                    <a:pt x="79" y="51"/>
                    <a:pt x="79" y="52"/>
                  </a:cubicBezTo>
                  <a:cubicBezTo>
                    <a:pt x="79" y="67"/>
                    <a:pt x="67" y="79"/>
                    <a:pt x="52" y="79"/>
                  </a:cubicBezTo>
                  <a:cubicBezTo>
                    <a:pt x="37" y="79"/>
                    <a:pt x="25" y="67"/>
                    <a:pt x="25" y="52"/>
                  </a:cubicBezTo>
                  <a:cubicBezTo>
                    <a:pt x="25" y="37"/>
                    <a:pt x="37" y="25"/>
                    <a:pt x="52" y="25"/>
                  </a:cubicBezTo>
                  <a:close/>
                  <a:moveTo>
                    <a:pt x="52" y="25"/>
                  </a:moveTo>
                  <a:cubicBezTo>
                    <a:pt x="52" y="25"/>
                    <a:pt x="52" y="25"/>
                    <a:pt x="52" y="2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sp>
          <p:nvSpPr>
            <p:cNvPr id="43" name="Freeform 77"/>
            <p:cNvSpPr>
              <a:spLocks noEditPoints="1"/>
            </p:cNvSpPr>
            <p:nvPr/>
          </p:nvSpPr>
          <p:spPr bwMode="auto">
            <a:xfrm>
              <a:off x="5722939" y="2994026"/>
              <a:ext cx="444500" cy="441325"/>
            </a:xfrm>
            <a:custGeom>
              <a:avLst/>
              <a:gdLst>
                <a:gd name="T0" fmla="*/ 99 w 118"/>
                <a:gd name="T1" fmla="*/ 32 h 117"/>
                <a:gd name="T2" fmla="*/ 105 w 118"/>
                <a:gd name="T3" fmla="*/ 26 h 117"/>
                <a:gd name="T4" fmla="*/ 105 w 118"/>
                <a:gd name="T5" fmla="*/ 17 h 117"/>
                <a:gd name="T6" fmla="*/ 101 w 118"/>
                <a:gd name="T7" fmla="*/ 13 h 117"/>
                <a:gd name="T8" fmla="*/ 96 w 118"/>
                <a:gd name="T9" fmla="*/ 11 h 117"/>
                <a:gd name="T10" fmla="*/ 92 w 118"/>
                <a:gd name="T11" fmla="*/ 13 h 117"/>
                <a:gd name="T12" fmla="*/ 85 w 118"/>
                <a:gd name="T13" fmla="*/ 19 h 117"/>
                <a:gd name="T14" fmla="*/ 84 w 118"/>
                <a:gd name="T15" fmla="*/ 2 h 117"/>
                <a:gd name="T16" fmla="*/ 82 w 118"/>
                <a:gd name="T17" fmla="*/ 0 h 117"/>
                <a:gd name="T18" fmla="*/ 80 w 118"/>
                <a:gd name="T19" fmla="*/ 1 h 117"/>
                <a:gd name="T20" fmla="*/ 54 w 118"/>
                <a:gd name="T21" fmla="*/ 26 h 117"/>
                <a:gd name="T22" fmla="*/ 51 w 118"/>
                <a:gd name="T23" fmla="*/ 35 h 117"/>
                <a:gd name="T24" fmla="*/ 51 w 118"/>
                <a:gd name="T25" fmla="*/ 36 h 117"/>
                <a:gd name="T26" fmla="*/ 52 w 118"/>
                <a:gd name="T27" fmla="*/ 52 h 117"/>
                <a:gd name="T28" fmla="*/ 43 w 118"/>
                <a:gd name="T29" fmla="*/ 62 h 117"/>
                <a:gd name="T30" fmla="*/ 26 w 118"/>
                <a:gd name="T31" fmla="*/ 78 h 117"/>
                <a:gd name="T32" fmla="*/ 26 w 118"/>
                <a:gd name="T33" fmla="*/ 79 h 117"/>
                <a:gd name="T34" fmla="*/ 10 w 118"/>
                <a:gd name="T35" fmla="*/ 95 h 117"/>
                <a:gd name="T36" fmla="*/ 2 w 118"/>
                <a:gd name="T37" fmla="*/ 102 h 117"/>
                <a:gd name="T38" fmla="*/ 1 w 118"/>
                <a:gd name="T39" fmla="*/ 106 h 117"/>
                <a:gd name="T40" fmla="*/ 0 w 118"/>
                <a:gd name="T41" fmla="*/ 111 h 117"/>
                <a:gd name="T42" fmla="*/ 6 w 118"/>
                <a:gd name="T43" fmla="*/ 117 h 117"/>
                <a:gd name="T44" fmla="*/ 6 w 118"/>
                <a:gd name="T45" fmla="*/ 117 h 117"/>
                <a:gd name="T46" fmla="*/ 12 w 118"/>
                <a:gd name="T47" fmla="*/ 117 h 117"/>
                <a:gd name="T48" fmla="*/ 16 w 118"/>
                <a:gd name="T49" fmla="*/ 115 h 117"/>
                <a:gd name="T50" fmla="*/ 66 w 118"/>
                <a:gd name="T51" fmla="*/ 65 h 117"/>
                <a:gd name="T52" fmla="*/ 81 w 118"/>
                <a:gd name="T53" fmla="*/ 66 h 117"/>
                <a:gd name="T54" fmla="*/ 82 w 118"/>
                <a:gd name="T55" fmla="*/ 66 h 117"/>
                <a:gd name="T56" fmla="*/ 83 w 118"/>
                <a:gd name="T57" fmla="*/ 66 h 117"/>
                <a:gd name="T58" fmla="*/ 91 w 118"/>
                <a:gd name="T59" fmla="*/ 63 h 117"/>
                <a:gd name="T60" fmla="*/ 116 w 118"/>
                <a:gd name="T61" fmla="*/ 37 h 117"/>
                <a:gd name="T62" fmla="*/ 115 w 118"/>
                <a:gd name="T63" fmla="*/ 33 h 117"/>
                <a:gd name="T64" fmla="*/ 99 w 118"/>
                <a:gd name="T65" fmla="*/ 32 h 117"/>
                <a:gd name="T66" fmla="*/ 99 w 118"/>
                <a:gd name="T67" fmla="*/ 32 h 117"/>
                <a:gd name="T68" fmla="*/ 99 w 118"/>
                <a:gd name="T69" fmla="*/ 3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8" h="117">
                  <a:moveTo>
                    <a:pt x="99" y="32"/>
                  </a:moveTo>
                  <a:cubicBezTo>
                    <a:pt x="105" y="26"/>
                    <a:pt x="105" y="26"/>
                    <a:pt x="105" y="26"/>
                  </a:cubicBezTo>
                  <a:cubicBezTo>
                    <a:pt x="108" y="24"/>
                    <a:pt x="108" y="20"/>
                    <a:pt x="105" y="17"/>
                  </a:cubicBezTo>
                  <a:cubicBezTo>
                    <a:pt x="101" y="13"/>
                    <a:pt x="101" y="13"/>
                    <a:pt x="101" y="13"/>
                  </a:cubicBezTo>
                  <a:cubicBezTo>
                    <a:pt x="100" y="12"/>
                    <a:pt x="98" y="11"/>
                    <a:pt x="96" y="11"/>
                  </a:cubicBezTo>
                  <a:cubicBezTo>
                    <a:pt x="95" y="11"/>
                    <a:pt x="93" y="12"/>
                    <a:pt x="92" y="13"/>
                  </a:cubicBezTo>
                  <a:cubicBezTo>
                    <a:pt x="85" y="19"/>
                    <a:pt x="85" y="19"/>
                    <a:pt x="85" y="19"/>
                  </a:cubicBezTo>
                  <a:cubicBezTo>
                    <a:pt x="84" y="2"/>
                    <a:pt x="84" y="2"/>
                    <a:pt x="84" y="2"/>
                  </a:cubicBezTo>
                  <a:cubicBezTo>
                    <a:pt x="84" y="1"/>
                    <a:pt x="83" y="0"/>
                    <a:pt x="82" y="0"/>
                  </a:cubicBezTo>
                  <a:cubicBezTo>
                    <a:pt x="81" y="0"/>
                    <a:pt x="80" y="0"/>
                    <a:pt x="80" y="1"/>
                  </a:cubicBezTo>
                  <a:cubicBezTo>
                    <a:pt x="54" y="26"/>
                    <a:pt x="54" y="26"/>
                    <a:pt x="54" y="26"/>
                  </a:cubicBezTo>
                  <a:cubicBezTo>
                    <a:pt x="52" y="29"/>
                    <a:pt x="51" y="32"/>
                    <a:pt x="51" y="35"/>
                  </a:cubicBezTo>
                  <a:cubicBezTo>
                    <a:pt x="51" y="36"/>
                    <a:pt x="51" y="36"/>
                    <a:pt x="51" y="36"/>
                  </a:cubicBezTo>
                  <a:cubicBezTo>
                    <a:pt x="52" y="52"/>
                    <a:pt x="52" y="52"/>
                    <a:pt x="52" y="52"/>
                  </a:cubicBezTo>
                  <a:cubicBezTo>
                    <a:pt x="43" y="62"/>
                    <a:pt x="43" y="62"/>
                    <a:pt x="43" y="62"/>
                  </a:cubicBezTo>
                  <a:cubicBezTo>
                    <a:pt x="26" y="78"/>
                    <a:pt x="26" y="78"/>
                    <a:pt x="26" y="78"/>
                  </a:cubicBezTo>
                  <a:cubicBezTo>
                    <a:pt x="26" y="79"/>
                    <a:pt x="26" y="79"/>
                    <a:pt x="26" y="79"/>
                  </a:cubicBezTo>
                  <a:cubicBezTo>
                    <a:pt x="10" y="95"/>
                    <a:pt x="10" y="95"/>
                    <a:pt x="10" y="95"/>
                  </a:cubicBezTo>
                  <a:cubicBezTo>
                    <a:pt x="2" y="102"/>
                    <a:pt x="2" y="102"/>
                    <a:pt x="2" y="102"/>
                  </a:cubicBezTo>
                  <a:cubicBezTo>
                    <a:pt x="1" y="103"/>
                    <a:pt x="1" y="104"/>
                    <a:pt x="1" y="106"/>
                  </a:cubicBezTo>
                  <a:cubicBezTo>
                    <a:pt x="0" y="111"/>
                    <a:pt x="0" y="111"/>
                    <a:pt x="0" y="111"/>
                  </a:cubicBezTo>
                  <a:cubicBezTo>
                    <a:pt x="0" y="115"/>
                    <a:pt x="3" y="117"/>
                    <a:pt x="6" y="117"/>
                  </a:cubicBezTo>
                  <a:cubicBezTo>
                    <a:pt x="6" y="117"/>
                    <a:pt x="6" y="117"/>
                    <a:pt x="6" y="117"/>
                  </a:cubicBezTo>
                  <a:cubicBezTo>
                    <a:pt x="12" y="117"/>
                    <a:pt x="12" y="117"/>
                    <a:pt x="12" y="117"/>
                  </a:cubicBezTo>
                  <a:cubicBezTo>
                    <a:pt x="14" y="117"/>
                    <a:pt x="15" y="116"/>
                    <a:pt x="16" y="115"/>
                  </a:cubicBezTo>
                  <a:cubicBezTo>
                    <a:pt x="66" y="65"/>
                    <a:pt x="66" y="65"/>
                    <a:pt x="66" y="65"/>
                  </a:cubicBezTo>
                  <a:cubicBezTo>
                    <a:pt x="81" y="66"/>
                    <a:pt x="81" y="66"/>
                    <a:pt x="81" y="66"/>
                  </a:cubicBezTo>
                  <a:cubicBezTo>
                    <a:pt x="82" y="66"/>
                    <a:pt x="82" y="66"/>
                    <a:pt x="82" y="66"/>
                  </a:cubicBezTo>
                  <a:cubicBezTo>
                    <a:pt x="82" y="66"/>
                    <a:pt x="82" y="66"/>
                    <a:pt x="83" y="66"/>
                  </a:cubicBezTo>
                  <a:cubicBezTo>
                    <a:pt x="86" y="66"/>
                    <a:pt x="89" y="65"/>
                    <a:pt x="91" y="63"/>
                  </a:cubicBezTo>
                  <a:cubicBezTo>
                    <a:pt x="116" y="37"/>
                    <a:pt x="116" y="37"/>
                    <a:pt x="116" y="37"/>
                  </a:cubicBezTo>
                  <a:cubicBezTo>
                    <a:pt x="118" y="36"/>
                    <a:pt x="117" y="33"/>
                    <a:pt x="115" y="33"/>
                  </a:cubicBezTo>
                  <a:lnTo>
                    <a:pt x="99" y="32"/>
                  </a:lnTo>
                  <a:close/>
                  <a:moveTo>
                    <a:pt x="99" y="32"/>
                  </a:moveTo>
                  <a:cubicBezTo>
                    <a:pt x="99" y="32"/>
                    <a:pt x="99" y="32"/>
                    <a:pt x="99" y="3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grpSp>
      <p:grpSp>
        <p:nvGrpSpPr>
          <p:cNvPr id="44" name="组合 43"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119267" y="1270286"/>
            <a:ext cx="277116" cy="279445"/>
            <a:chOff x="5216526" y="1358901"/>
            <a:chExt cx="566738" cy="571500"/>
          </a:xfrm>
          <a:solidFill>
            <a:schemeClr val="bg1"/>
          </a:solidFill>
        </p:grpSpPr>
        <p:sp>
          <p:nvSpPr>
            <p:cNvPr id="45" name="Freeform 78"/>
            <p:cNvSpPr>
              <a:spLocks/>
            </p:cNvSpPr>
            <p:nvPr/>
          </p:nvSpPr>
          <p:spPr bwMode="auto">
            <a:xfrm>
              <a:off x="5416551" y="1562101"/>
              <a:ext cx="366713" cy="368300"/>
            </a:xfrm>
            <a:custGeom>
              <a:avLst/>
              <a:gdLst>
                <a:gd name="T0" fmla="*/ 27 w 97"/>
                <a:gd name="T1" fmla="*/ 26 h 98"/>
                <a:gd name="T2" fmla="*/ 26 w 97"/>
                <a:gd name="T3" fmla="*/ 27 h 98"/>
                <a:gd name="T4" fmla="*/ 0 w 97"/>
                <a:gd name="T5" fmla="*/ 90 h 98"/>
                <a:gd name="T6" fmla="*/ 0 w 97"/>
                <a:gd name="T7" fmla="*/ 91 h 98"/>
                <a:gd name="T8" fmla="*/ 1 w 97"/>
                <a:gd name="T9" fmla="*/ 93 h 98"/>
                <a:gd name="T10" fmla="*/ 53 w 97"/>
                <a:gd name="T11" fmla="*/ 89 h 98"/>
                <a:gd name="T12" fmla="*/ 89 w 97"/>
                <a:gd name="T13" fmla="*/ 51 h 98"/>
                <a:gd name="T14" fmla="*/ 92 w 97"/>
                <a:gd name="T15" fmla="*/ 2 h 98"/>
                <a:gd name="T16" fmla="*/ 91 w 97"/>
                <a:gd name="T17" fmla="*/ 1 h 98"/>
                <a:gd name="T18" fmla="*/ 89 w 97"/>
                <a:gd name="T19" fmla="*/ 1 h 98"/>
                <a:gd name="T20" fmla="*/ 27 w 97"/>
                <a:gd name="T21" fmla="*/ 26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98">
                  <a:moveTo>
                    <a:pt x="27" y="26"/>
                  </a:moveTo>
                  <a:cubicBezTo>
                    <a:pt x="26" y="26"/>
                    <a:pt x="26" y="27"/>
                    <a:pt x="26" y="27"/>
                  </a:cubicBezTo>
                  <a:cubicBezTo>
                    <a:pt x="0" y="90"/>
                    <a:pt x="0" y="90"/>
                    <a:pt x="0" y="90"/>
                  </a:cubicBezTo>
                  <a:cubicBezTo>
                    <a:pt x="0" y="90"/>
                    <a:pt x="0" y="91"/>
                    <a:pt x="0" y="91"/>
                  </a:cubicBezTo>
                  <a:cubicBezTo>
                    <a:pt x="0" y="92"/>
                    <a:pt x="1" y="92"/>
                    <a:pt x="1" y="93"/>
                  </a:cubicBezTo>
                  <a:cubicBezTo>
                    <a:pt x="19" y="98"/>
                    <a:pt x="37" y="96"/>
                    <a:pt x="53" y="89"/>
                  </a:cubicBezTo>
                  <a:cubicBezTo>
                    <a:pt x="70" y="81"/>
                    <a:pt x="82" y="67"/>
                    <a:pt x="89" y="51"/>
                  </a:cubicBezTo>
                  <a:cubicBezTo>
                    <a:pt x="96" y="35"/>
                    <a:pt x="97" y="18"/>
                    <a:pt x="92" y="2"/>
                  </a:cubicBezTo>
                  <a:cubicBezTo>
                    <a:pt x="92" y="2"/>
                    <a:pt x="92" y="1"/>
                    <a:pt x="91" y="1"/>
                  </a:cubicBezTo>
                  <a:cubicBezTo>
                    <a:pt x="90" y="0"/>
                    <a:pt x="90" y="0"/>
                    <a:pt x="89" y="1"/>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sp>
          <p:nvSpPr>
            <p:cNvPr id="46" name="Freeform 79"/>
            <p:cNvSpPr>
              <a:spLocks noEditPoints="1"/>
            </p:cNvSpPr>
            <p:nvPr/>
          </p:nvSpPr>
          <p:spPr bwMode="auto">
            <a:xfrm>
              <a:off x="5359401" y="1358901"/>
              <a:ext cx="385763" cy="263525"/>
            </a:xfrm>
            <a:custGeom>
              <a:avLst/>
              <a:gdLst>
                <a:gd name="T0" fmla="*/ 41 w 102"/>
                <a:gd name="T1" fmla="*/ 69 h 70"/>
                <a:gd name="T2" fmla="*/ 100 w 102"/>
                <a:gd name="T3" fmla="*/ 45 h 70"/>
                <a:gd name="T4" fmla="*/ 101 w 102"/>
                <a:gd name="T5" fmla="*/ 43 h 70"/>
                <a:gd name="T6" fmla="*/ 101 w 102"/>
                <a:gd name="T7" fmla="*/ 42 h 70"/>
                <a:gd name="T8" fmla="*/ 65 w 102"/>
                <a:gd name="T9" fmla="*/ 9 h 70"/>
                <a:gd name="T10" fmla="*/ 1 w 102"/>
                <a:gd name="T11" fmla="*/ 13 h 70"/>
                <a:gd name="T12" fmla="*/ 0 w 102"/>
                <a:gd name="T13" fmla="*/ 14 h 70"/>
                <a:gd name="T14" fmla="*/ 0 w 102"/>
                <a:gd name="T15" fmla="*/ 14 h 70"/>
                <a:gd name="T16" fmla="*/ 0 w 102"/>
                <a:gd name="T17" fmla="*/ 16 h 70"/>
                <a:gd name="T18" fmla="*/ 38 w 102"/>
                <a:gd name="T19" fmla="*/ 68 h 70"/>
                <a:gd name="T20" fmla="*/ 41 w 102"/>
                <a:gd name="T21" fmla="*/ 69 h 70"/>
                <a:gd name="T22" fmla="*/ 43 w 102"/>
                <a:gd name="T23" fmla="*/ 56 h 70"/>
                <a:gd name="T24" fmla="*/ 16 w 102"/>
                <a:gd name="T25" fmla="*/ 19 h 70"/>
                <a:gd name="T26" fmla="*/ 32 w 102"/>
                <a:gd name="T27" fmla="*/ 15 h 70"/>
                <a:gd name="T28" fmla="*/ 61 w 102"/>
                <a:gd name="T29" fmla="*/ 20 h 70"/>
                <a:gd name="T30" fmla="*/ 79 w 102"/>
                <a:gd name="T31" fmla="*/ 31 h 70"/>
                <a:gd name="T32" fmla="*/ 85 w 102"/>
                <a:gd name="T33" fmla="*/ 38 h 70"/>
                <a:gd name="T34" fmla="*/ 43 w 102"/>
                <a:gd name="T35" fmla="*/ 56 h 70"/>
                <a:gd name="T36" fmla="*/ 43 w 102"/>
                <a:gd name="T37" fmla="*/ 56 h 70"/>
                <a:gd name="T38" fmla="*/ 43 w 102"/>
                <a:gd name="T39" fmla="*/ 5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2" h="70">
                  <a:moveTo>
                    <a:pt x="41" y="69"/>
                  </a:moveTo>
                  <a:cubicBezTo>
                    <a:pt x="100" y="45"/>
                    <a:pt x="100" y="45"/>
                    <a:pt x="100" y="45"/>
                  </a:cubicBezTo>
                  <a:cubicBezTo>
                    <a:pt x="101" y="44"/>
                    <a:pt x="101" y="44"/>
                    <a:pt x="101" y="43"/>
                  </a:cubicBezTo>
                  <a:cubicBezTo>
                    <a:pt x="102" y="43"/>
                    <a:pt x="102" y="42"/>
                    <a:pt x="101" y="42"/>
                  </a:cubicBezTo>
                  <a:cubicBezTo>
                    <a:pt x="93" y="27"/>
                    <a:pt x="81" y="15"/>
                    <a:pt x="65" y="9"/>
                  </a:cubicBezTo>
                  <a:cubicBezTo>
                    <a:pt x="44" y="0"/>
                    <a:pt x="21" y="2"/>
                    <a:pt x="1" y="13"/>
                  </a:cubicBezTo>
                  <a:cubicBezTo>
                    <a:pt x="1" y="13"/>
                    <a:pt x="0" y="13"/>
                    <a:pt x="0" y="14"/>
                  </a:cubicBezTo>
                  <a:cubicBezTo>
                    <a:pt x="0" y="14"/>
                    <a:pt x="0" y="14"/>
                    <a:pt x="0" y="14"/>
                  </a:cubicBezTo>
                  <a:cubicBezTo>
                    <a:pt x="0" y="15"/>
                    <a:pt x="0" y="16"/>
                    <a:pt x="0" y="16"/>
                  </a:cubicBezTo>
                  <a:cubicBezTo>
                    <a:pt x="38" y="68"/>
                    <a:pt x="38" y="68"/>
                    <a:pt x="38" y="68"/>
                  </a:cubicBezTo>
                  <a:cubicBezTo>
                    <a:pt x="38" y="69"/>
                    <a:pt x="40" y="70"/>
                    <a:pt x="41" y="69"/>
                  </a:cubicBezTo>
                  <a:close/>
                  <a:moveTo>
                    <a:pt x="43" y="56"/>
                  </a:moveTo>
                  <a:cubicBezTo>
                    <a:pt x="16" y="19"/>
                    <a:pt x="16" y="19"/>
                    <a:pt x="16" y="19"/>
                  </a:cubicBezTo>
                  <a:cubicBezTo>
                    <a:pt x="22" y="17"/>
                    <a:pt x="27" y="16"/>
                    <a:pt x="32" y="15"/>
                  </a:cubicBezTo>
                  <a:cubicBezTo>
                    <a:pt x="42" y="14"/>
                    <a:pt x="52" y="16"/>
                    <a:pt x="61" y="20"/>
                  </a:cubicBezTo>
                  <a:cubicBezTo>
                    <a:pt x="67" y="23"/>
                    <a:pt x="74" y="26"/>
                    <a:pt x="79" y="31"/>
                  </a:cubicBezTo>
                  <a:cubicBezTo>
                    <a:pt x="81" y="34"/>
                    <a:pt x="83" y="36"/>
                    <a:pt x="85" y="38"/>
                  </a:cubicBezTo>
                  <a:lnTo>
                    <a:pt x="43" y="56"/>
                  </a:lnTo>
                  <a:close/>
                  <a:moveTo>
                    <a:pt x="43" y="56"/>
                  </a:moveTo>
                  <a:cubicBezTo>
                    <a:pt x="43" y="56"/>
                    <a:pt x="43" y="56"/>
                    <a:pt x="43" y="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sp>
          <p:nvSpPr>
            <p:cNvPr id="47" name="Freeform 80"/>
            <p:cNvSpPr>
              <a:spLocks noEditPoints="1"/>
            </p:cNvSpPr>
            <p:nvPr/>
          </p:nvSpPr>
          <p:spPr bwMode="auto">
            <a:xfrm>
              <a:off x="5216526" y="1438276"/>
              <a:ext cx="260350" cy="450850"/>
            </a:xfrm>
            <a:custGeom>
              <a:avLst/>
              <a:gdLst>
                <a:gd name="T0" fmla="*/ 43 w 69"/>
                <a:gd name="T1" fmla="*/ 118 h 120"/>
                <a:gd name="T2" fmla="*/ 68 w 69"/>
                <a:gd name="T3" fmla="*/ 57 h 120"/>
                <a:gd name="T4" fmla="*/ 68 w 69"/>
                <a:gd name="T5" fmla="*/ 55 h 120"/>
                <a:gd name="T6" fmla="*/ 29 w 69"/>
                <a:gd name="T7" fmla="*/ 1 h 120"/>
                <a:gd name="T8" fmla="*/ 28 w 69"/>
                <a:gd name="T9" fmla="*/ 0 h 120"/>
                <a:gd name="T10" fmla="*/ 26 w 69"/>
                <a:gd name="T11" fmla="*/ 1 h 120"/>
                <a:gd name="T12" fmla="*/ 8 w 69"/>
                <a:gd name="T13" fmla="*/ 27 h 120"/>
                <a:gd name="T14" fmla="*/ 6 w 69"/>
                <a:gd name="T15" fmla="*/ 80 h 120"/>
                <a:gd name="T16" fmla="*/ 40 w 69"/>
                <a:gd name="T17" fmla="*/ 119 h 120"/>
                <a:gd name="T18" fmla="*/ 42 w 69"/>
                <a:gd name="T19" fmla="*/ 120 h 120"/>
                <a:gd name="T20" fmla="*/ 43 w 69"/>
                <a:gd name="T21" fmla="*/ 118 h 120"/>
                <a:gd name="T22" fmla="*/ 43 w 69"/>
                <a:gd name="T23" fmla="*/ 118 h 120"/>
                <a:gd name="T24" fmla="*/ 43 w 69"/>
                <a:gd name="T25" fmla="*/ 11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120">
                  <a:moveTo>
                    <a:pt x="43" y="118"/>
                  </a:moveTo>
                  <a:cubicBezTo>
                    <a:pt x="68" y="57"/>
                    <a:pt x="68" y="57"/>
                    <a:pt x="68" y="57"/>
                  </a:cubicBezTo>
                  <a:cubicBezTo>
                    <a:pt x="69" y="57"/>
                    <a:pt x="69" y="56"/>
                    <a:pt x="68" y="55"/>
                  </a:cubicBezTo>
                  <a:cubicBezTo>
                    <a:pt x="29" y="1"/>
                    <a:pt x="29" y="1"/>
                    <a:pt x="29" y="1"/>
                  </a:cubicBezTo>
                  <a:cubicBezTo>
                    <a:pt x="29" y="1"/>
                    <a:pt x="29" y="1"/>
                    <a:pt x="28" y="0"/>
                  </a:cubicBezTo>
                  <a:cubicBezTo>
                    <a:pt x="27" y="0"/>
                    <a:pt x="27" y="1"/>
                    <a:pt x="26" y="1"/>
                  </a:cubicBezTo>
                  <a:cubicBezTo>
                    <a:pt x="18" y="8"/>
                    <a:pt x="12" y="17"/>
                    <a:pt x="8" y="27"/>
                  </a:cubicBezTo>
                  <a:cubicBezTo>
                    <a:pt x="1" y="44"/>
                    <a:pt x="0" y="63"/>
                    <a:pt x="6" y="80"/>
                  </a:cubicBezTo>
                  <a:cubicBezTo>
                    <a:pt x="12" y="97"/>
                    <a:pt x="24" y="111"/>
                    <a:pt x="40" y="119"/>
                  </a:cubicBezTo>
                  <a:cubicBezTo>
                    <a:pt x="40" y="120"/>
                    <a:pt x="41" y="120"/>
                    <a:pt x="42" y="120"/>
                  </a:cubicBezTo>
                  <a:cubicBezTo>
                    <a:pt x="42" y="119"/>
                    <a:pt x="43" y="119"/>
                    <a:pt x="43" y="118"/>
                  </a:cubicBezTo>
                  <a:close/>
                  <a:moveTo>
                    <a:pt x="43" y="118"/>
                  </a:moveTo>
                  <a:cubicBezTo>
                    <a:pt x="43" y="118"/>
                    <a:pt x="43" y="118"/>
                    <a:pt x="43"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grpSp>
      <p:grpSp>
        <p:nvGrpSpPr>
          <p:cNvPr id="48" name="组合 47"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GrpSpPr/>
          <p:nvPr/>
        </p:nvGrpSpPr>
        <p:grpSpPr>
          <a:xfrm>
            <a:off x="1087053" y="2512601"/>
            <a:ext cx="319034" cy="303509"/>
            <a:chOff x="6323014" y="4870451"/>
            <a:chExt cx="652463" cy="620713"/>
          </a:xfrm>
          <a:solidFill>
            <a:schemeClr val="bg1"/>
          </a:solidFill>
        </p:grpSpPr>
        <p:sp>
          <p:nvSpPr>
            <p:cNvPr id="49" name="Freeform 81"/>
            <p:cNvSpPr>
              <a:spLocks/>
            </p:cNvSpPr>
            <p:nvPr/>
          </p:nvSpPr>
          <p:spPr bwMode="auto">
            <a:xfrm>
              <a:off x="6789739" y="4870451"/>
              <a:ext cx="185738" cy="185738"/>
            </a:xfrm>
            <a:custGeom>
              <a:avLst/>
              <a:gdLst>
                <a:gd name="T0" fmla="*/ 38 w 49"/>
                <a:gd name="T1" fmla="*/ 11 h 49"/>
                <a:gd name="T2" fmla="*/ 3 w 49"/>
                <a:gd name="T3" fmla="*/ 7 h 49"/>
                <a:gd name="T4" fmla="*/ 2 w 49"/>
                <a:gd name="T5" fmla="*/ 15 h 49"/>
                <a:gd name="T6" fmla="*/ 34 w 49"/>
                <a:gd name="T7" fmla="*/ 47 h 49"/>
                <a:gd name="T8" fmla="*/ 42 w 49"/>
                <a:gd name="T9" fmla="*/ 46 h 49"/>
                <a:gd name="T10" fmla="*/ 38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38" y="11"/>
                  </a:moveTo>
                  <a:cubicBezTo>
                    <a:pt x="28" y="2"/>
                    <a:pt x="14" y="0"/>
                    <a:pt x="3" y="7"/>
                  </a:cubicBezTo>
                  <a:cubicBezTo>
                    <a:pt x="0" y="9"/>
                    <a:pt x="0" y="13"/>
                    <a:pt x="2" y="15"/>
                  </a:cubicBezTo>
                  <a:cubicBezTo>
                    <a:pt x="34" y="47"/>
                    <a:pt x="34" y="47"/>
                    <a:pt x="34" y="47"/>
                  </a:cubicBezTo>
                  <a:cubicBezTo>
                    <a:pt x="36" y="49"/>
                    <a:pt x="40" y="49"/>
                    <a:pt x="42" y="46"/>
                  </a:cubicBezTo>
                  <a:cubicBezTo>
                    <a:pt x="49" y="35"/>
                    <a:pt x="47" y="21"/>
                    <a:pt x="3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sp>
          <p:nvSpPr>
            <p:cNvPr id="50" name="Freeform 82"/>
            <p:cNvSpPr>
              <a:spLocks noEditPoints="1"/>
            </p:cNvSpPr>
            <p:nvPr/>
          </p:nvSpPr>
          <p:spPr bwMode="auto">
            <a:xfrm>
              <a:off x="6364289" y="4924426"/>
              <a:ext cx="554038" cy="566738"/>
            </a:xfrm>
            <a:custGeom>
              <a:avLst/>
              <a:gdLst>
                <a:gd name="T0" fmla="*/ 134 w 147"/>
                <a:gd name="T1" fmla="*/ 115 h 151"/>
                <a:gd name="T2" fmla="*/ 147 w 147"/>
                <a:gd name="T3" fmla="*/ 72 h 151"/>
                <a:gd name="T4" fmla="*/ 75 w 147"/>
                <a:gd name="T5" fmla="*/ 0 h 151"/>
                <a:gd name="T6" fmla="*/ 74 w 147"/>
                <a:gd name="T7" fmla="*/ 0 h 151"/>
                <a:gd name="T8" fmla="*/ 3 w 147"/>
                <a:gd name="T9" fmla="*/ 72 h 151"/>
                <a:gd name="T10" fmla="*/ 15 w 147"/>
                <a:gd name="T11" fmla="*/ 112 h 151"/>
                <a:gd name="T12" fmla="*/ 2 w 147"/>
                <a:gd name="T13" fmla="*/ 137 h 151"/>
                <a:gd name="T14" fmla="*/ 6 w 147"/>
                <a:gd name="T15" fmla="*/ 150 h 151"/>
                <a:gd name="T16" fmla="*/ 11 w 147"/>
                <a:gd name="T17" fmla="*/ 151 h 151"/>
                <a:gd name="T18" fmla="*/ 20 w 147"/>
                <a:gd name="T19" fmla="*/ 146 h 151"/>
                <a:gd name="T20" fmla="*/ 29 w 147"/>
                <a:gd name="T21" fmla="*/ 128 h 151"/>
                <a:gd name="T22" fmla="*/ 74 w 147"/>
                <a:gd name="T23" fmla="*/ 145 h 151"/>
                <a:gd name="T24" fmla="*/ 75 w 147"/>
                <a:gd name="T25" fmla="*/ 145 h 151"/>
                <a:gd name="T26" fmla="*/ 119 w 147"/>
                <a:gd name="T27" fmla="*/ 129 h 151"/>
                <a:gd name="T28" fmla="*/ 127 w 147"/>
                <a:gd name="T29" fmla="*/ 146 h 151"/>
                <a:gd name="T30" fmla="*/ 136 w 147"/>
                <a:gd name="T31" fmla="*/ 151 h 151"/>
                <a:gd name="T32" fmla="*/ 141 w 147"/>
                <a:gd name="T33" fmla="*/ 150 h 151"/>
                <a:gd name="T34" fmla="*/ 145 w 147"/>
                <a:gd name="T35" fmla="*/ 137 h 151"/>
                <a:gd name="T36" fmla="*/ 134 w 147"/>
                <a:gd name="T37" fmla="*/ 115 h 151"/>
                <a:gd name="T38" fmla="*/ 75 w 147"/>
                <a:gd name="T39" fmla="*/ 125 h 151"/>
                <a:gd name="T40" fmla="*/ 74 w 147"/>
                <a:gd name="T41" fmla="*/ 125 h 151"/>
                <a:gd name="T42" fmla="*/ 22 w 147"/>
                <a:gd name="T43" fmla="*/ 72 h 151"/>
                <a:gd name="T44" fmla="*/ 74 w 147"/>
                <a:gd name="T45" fmla="*/ 20 h 151"/>
                <a:gd name="T46" fmla="*/ 75 w 147"/>
                <a:gd name="T47" fmla="*/ 19 h 151"/>
                <a:gd name="T48" fmla="*/ 128 w 147"/>
                <a:gd name="T49" fmla="*/ 72 h 151"/>
                <a:gd name="T50" fmla="*/ 75 w 147"/>
                <a:gd name="T51" fmla="*/ 12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7" h="151">
                  <a:moveTo>
                    <a:pt x="134" y="115"/>
                  </a:moveTo>
                  <a:cubicBezTo>
                    <a:pt x="142" y="103"/>
                    <a:pt x="147" y="88"/>
                    <a:pt x="147" y="72"/>
                  </a:cubicBezTo>
                  <a:cubicBezTo>
                    <a:pt x="147" y="32"/>
                    <a:pt x="115" y="0"/>
                    <a:pt x="75" y="0"/>
                  </a:cubicBezTo>
                  <a:cubicBezTo>
                    <a:pt x="75" y="0"/>
                    <a:pt x="74" y="0"/>
                    <a:pt x="74" y="0"/>
                  </a:cubicBezTo>
                  <a:cubicBezTo>
                    <a:pt x="35" y="0"/>
                    <a:pt x="3" y="33"/>
                    <a:pt x="3" y="72"/>
                  </a:cubicBezTo>
                  <a:cubicBezTo>
                    <a:pt x="3" y="87"/>
                    <a:pt x="7" y="101"/>
                    <a:pt x="15" y="112"/>
                  </a:cubicBezTo>
                  <a:cubicBezTo>
                    <a:pt x="2" y="137"/>
                    <a:pt x="2" y="137"/>
                    <a:pt x="2" y="137"/>
                  </a:cubicBezTo>
                  <a:cubicBezTo>
                    <a:pt x="0" y="142"/>
                    <a:pt x="2" y="148"/>
                    <a:pt x="6" y="150"/>
                  </a:cubicBezTo>
                  <a:cubicBezTo>
                    <a:pt x="8" y="151"/>
                    <a:pt x="9" y="151"/>
                    <a:pt x="11" y="151"/>
                  </a:cubicBezTo>
                  <a:cubicBezTo>
                    <a:pt x="14" y="151"/>
                    <a:pt x="18" y="149"/>
                    <a:pt x="20" y="146"/>
                  </a:cubicBezTo>
                  <a:cubicBezTo>
                    <a:pt x="29" y="128"/>
                    <a:pt x="29" y="128"/>
                    <a:pt x="29" y="128"/>
                  </a:cubicBezTo>
                  <a:cubicBezTo>
                    <a:pt x="41" y="138"/>
                    <a:pt x="57" y="145"/>
                    <a:pt x="74" y="145"/>
                  </a:cubicBezTo>
                  <a:cubicBezTo>
                    <a:pt x="74" y="145"/>
                    <a:pt x="75" y="145"/>
                    <a:pt x="75" y="145"/>
                  </a:cubicBezTo>
                  <a:cubicBezTo>
                    <a:pt x="92" y="145"/>
                    <a:pt x="107" y="139"/>
                    <a:pt x="119" y="129"/>
                  </a:cubicBezTo>
                  <a:cubicBezTo>
                    <a:pt x="127" y="146"/>
                    <a:pt x="127" y="146"/>
                    <a:pt x="127" y="146"/>
                  </a:cubicBezTo>
                  <a:cubicBezTo>
                    <a:pt x="129" y="149"/>
                    <a:pt x="133" y="151"/>
                    <a:pt x="136" y="151"/>
                  </a:cubicBezTo>
                  <a:cubicBezTo>
                    <a:pt x="138" y="151"/>
                    <a:pt x="139" y="151"/>
                    <a:pt x="141" y="150"/>
                  </a:cubicBezTo>
                  <a:cubicBezTo>
                    <a:pt x="145" y="148"/>
                    <a:pt x="147" y="142"/>
                    <a:pt x="145" y="137"/>
                  </a:cubicBezTo>
                  <a:lnTo>
                    <a:pt x="134" y="115"/>
                  </a:lnTo>
                  <a:close/>
                  <a:moveTo>
                    <a:pt x="75" y="125"/>
                  </a:moveTo>
                  <a:cubicBezTo>
                    <a:pt x="75" y="125"/>
                    <a:pt x="74" y="125"/>
                    <a:pt x="74" y="125"/>
                  </a:cubicBezTo>
                  <a:cubicBezTo>
                    <a:pt x="45" y="125"/>
                    <a:pt x="22" y="101"/>
                    <a:pt x="22" y="72"/>
                  </a:cubicBezTo>
                  <a:cubicBezTo>
                    <a:pt x="22" y="43"/>
                    <a:pt x="45" y="20"/>
                    <a:pt x="74" y="20"/>
                  </a:cubicBezTo>
                  <a:cubicBezTo>
                    <a:pt x="74" y="20"/>
                    <a:pt x="75" y="19"/>
                    <a:pt x="75" y="19"/>
                  </a:cubicBezTo>
                  <a:cubicBezTo>
                    <a:pt x="104" y="19"/>
                    <a:pt x="128" y="43"/>
                    <a:pt x="128" y="72"/>
                  </a:cubicBezTo>
                  <a:cubicBezTo>
                    <a:pt x="128" y="102"/>
                    <a:pt x="104" y="125"/>
                    <a:pt x="75" y="1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sp>
          <p:nvSpPr>
            <p:cNvPr id="51" name="Freeform 83"/>
            <p:cNvSpPr>
              <a:spLocks/>
            </p:cNvSpPr>
            <p:nvPr/>
          </p:nvSpPr>
          <p:spPr bwMode="auto">
            <a:xfrm>
              <a:off x="6534151" y="5092701"/>
              <a:ext cx="131763" cy="236538"/>
            </a:xfrm>
            <a:custGeom>
              <a:avLst/>
              <a:gdLst>
                <a:gd name="T0" fmla="*/ 30 w 35"/>
                <a:gd name="T1" fmla="*/ 0 h 63"/>
                <a:gd name="T2" fmla="*/ 29 w 35"/>
                <a:gd name="T3" fmla="*/ 0 h 63"/>
                <a:gd name="T4" fmla="*/ 24 w 35"/>
                <a:gd name="T5" fmla="*/ 6 h 63"/>
                <a:gd name="T6" fmla="*/ 24 w 35"/>
                <a:gd name="T7" fmla="*/ 27 h 63"/>
                <a:gd name="T8" fmla="*/ 2 w 35"/>
                <a:gd name="T9" fmla="*/ 54 h 63"/>
                <a:gd name="T10" fmla="*/ 3 w 35"/>
                <a:gd name="T11" fmla="*/ 61 h 63"/>
                <a:gd name="T12" fmla="*/ 6 w 35"/>
                <a:gd name="T13" fmla="*/ 63 h 63"/>
                <a:gd name="T14" fmla="*/ 10 w 35"/>
                <a:gd name="T15" fmla="*/ 61 h 63"/>
                <a:gd name="T16" fmla="*/ 29 w 35"/>
                <a:gd name="T17" fmla="*/ 39 h 63"/>
                <a:gd name="T18" fmla="*/ 33 w 35"/>
                <a:gd name="T19" fmla="*/ 34 h 63"/>
                <a:gd name="T20" fmla="*/ 35 w 35"/>
                <a:gd name="T21" fmla="*/ 29 h 63"/>
                <a:gd name="T22" fmla="*/ 35 w 35"/>
                <a:gd name="T23" fmla="*/ 6 h 63"/>
                <a:gd name="T24" fmla="*/ 30 w 35"/>
                <a:gd name="T25"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63">
                  <a:moveTo>
                    <a:pt x="30" y="0"/>
                  </a:moveTo>
                  <a:cubicBezTo>
                    <a:pt x="30" y="0"/>
                    <a:pt x="29" y="0"/>
                    <a:pt x="29" y="0"/>
                  </a:cubicBezTo>
                  <a:cubicBezTo>
                    <a:pt x="26" y="1"/>
                    <a:pt x="24" y="3"/>
                    <a:pt x="24" y="6"/>
                  </a:cubicBezTo>
                  <a:cubicBezTo>
                    <a:pt x="24" y="27"/>
                    <a:pt x="24" y="27"/>
                    <a:pt x="24" y="27"/>
                  </a:cubicBezTo>
                  <a:cubicBezTo>
                    <a:pt x="2" y="54"/>
                    <a:pt x="2" y="54"/>
                    <a:pt x="2" y="54"/>
                  </a:cubicBezTo>
                  <a:cubicBezTo>
                    <a:pt x="0" y="56"/>
                    <a:pt x="0" y="59"/>
                    <a:pt x="3" y="61"/>
                  </a:cubicBezTo>
                  <a:cubicBezTo>
                    <a:pt x="4" y="62"/>
                    <a:pt x="5" y="63"/>
                    <a:pt x="6" y="63"/>
                  </a:cubicBezTo>
                  <a:cubicBezTo>
                    <a:pt x="8" y="63"/>
                    <a:pt x="9" y="62"/>
                    <a:pt x="10" y="61"/>
                  </a:cubicBezTo>
                  <a:cubicBezTo>
                    <a:pt x="29" y="39"/>
                    <a:pt x="29" y="39"/>
                    <a:pt x="29" y="39"/>
                  </a:cubicBezTo>
                  <a:cubicBezTo>
                    <a:pt x="33" y="34"/>
                    <a:pt x="33" y="34"/>
                    <a:pt x="33" y="34"/>
                  </a:cubicBezTo>
                  <a:cubicBezTo>
                    <a:pt x="35" y="33"/>
                    <a:pt x="35" y="31"/>
                    <a:pt x="35" y="29"/>
                  </a:cubicBezTo>
                  <a:cubicBezTo>
                    <a:pt x="35" y="6"/>
                    <a:pt x="35" y="6"/>
                    <a:pt x="35" y="6"/>
                  </a:cubicBezTo>
                  <a:cubicBezTo>
                    <a:pt x="35" y="3"/>
                    <a:pt x="33" y="0"/>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sp>
          <p:nvSpPr>
            <p:cNvPr id="52" name="Freeform 84"/>
            <p:cNvSpPr>
              <a:spLocks/>
            </p:cNvSpPr>
            <p:nvPr/>
          </p:nvSpPr>
          <p:spPr bwMode="auto">
            <a:xfrm>
              <a:off x="6323014" y="4870451"/>
              <a:ext cx="184150" cy="185738"/>
            </a:xfrm>
            <a:custGeom>
              <a:avLst/>
              <a:gdLst>
                <a:gd name="T0" fmla="*/ 11 w 49"/>
                <a:gd name="T1" fmla="*/ 11 h 49"/>
                <a:gd name="T2" fmla="*/ 7 w 49"/>
                <a:gd name="T3" fmla="*/ 46 h 49"/>
                <a:gd name="T4" fmla="*/ 14 w 49"/>
                <a:gd name="T5" fmla="*/ 47 h 49"/>
                <a:gd name="T6" fmla="*/ 46 w 49"/>
                <a:gd name="T7" fmla="*/ 15 h 49"/>
                <a:gd name="T8" fmla="*/ 45 w 49"/>
                <a:gd name="T9" fmla="*/ 7 h 49"/>
                <a:gd name="T10" fmla="*/ 11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11" y="11"/>
                  </a:moveTo>
                  <a:cubicBezTo>
                    <a:pt x="1" y="21"/>
                    <a:pt x="0" y="35"/>
                    <a:pt x="7" y="46"/>
                  </a:cubicBezTo>
                  <a:cubicBezTo>
                    <a:pt x="9" y="49"/>
                    <a:pt x="12" y="49"/>
                    <a:pt x="14" y="47"/>
                  </a:cubicBezTo>
                  <a:cubicBezTo>
                    <a:pt x="46" y="15"/>
                    <a:pt x="46" y="15"/>
                    <a:pt x="46" y="15"/>
                  </a:cubicBezTo>
                  <a:cubicBezTo>
                    <a:pt x="49" y="13"/>
                    <a:pt x="48" y="9"/>
                    <a:pt x="45" y="7"/>
                  </a:cubicBezTo>
                  <a:cubicBezTo>
                    <a:pt x="35" y="0"/>
                    <a:pt x="20" y="2"/>
                    <a:pt x="1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zh-CN" altLang="en-US">
                <a:solidFill>
                  <a:prstClr val="black"/>
                </a:solidFill>
              </a:endParaRPr>
            </a:p>
          </p:txBody>
        </p:sp>
      </p:grpSp>
      <p:grpSp>
        <p:nvGrpSpPr>
          <p:cNvPr id="53" name="组合 52"/>
          <p:cNvGrpSpPr/>
          <p:nvPr/>
        </p:nvGrpSpPr>
        <p:grpSpPr>
          <a:xfrm>
            <a:off x="349800" y="270568"/>
            <a:ext cx="1486542" cy="540688"/>
            <a:chOff x="349800" y="270568"/>
            <a:chExt cx="1486542" cy="540688"/>
          </a:xfrm>
        </p:grpSpPr>
        <p:sp>
          <p:nvSpPr>
            <p:cNvPr id="54" name="PA_文本框 1">
              <a:extLst>
                <a:ext uri="{FF2B5EF4-FFF2-40B4-BE49-F238E27FC236}">
                  <a16:creationId xmlns:a16="http://schemas.microsoft.com/office/drawing/2014/main" id="{95CA5390-EAD3-40A5-BF6F-C69AB99948CD}"/>
                </a:ext>
              </a:extLst>
            </p:cNvPr>
            <p:cNvSpPr txBox="1"/>
            <p:nvPr>
              <p:custDataLst>
                <p:tags r:id="rId1"/>
              </p:custDataLst>
            </p:nvPr>
          </p:nvSpPr>
          <p:spPr>
            <a:xfrm>
              <a:off x="349800" y="270568"/>
              <a:ext cx="1218282" cy="392415"/>
            </a:xfrm>
            <a:prstGeom prst="rect">
              <a:avLst/>
            </a:prstGeom>
            <a:noFill/>
          </p:spPr>
          <p:txBody>
            <a:bodyPr wrap="none" lIns="0" tIns="0" rIns="0" rtlCol="0">
              <a:spAutoFit/>
            </a:bodyPr>
            <a:lstStyle/>
            <a:p>
              <a:pPr>
                <a:lnSpc>
                  <a:spcPts val="2700"/>
                </a:lnSpc>
              </a:pPr>
              <a:r>
                <a:rPr lang="en-US" altLang="zh-CN" sz="1800" dirty="0" smtClean="0">
                  <a:solidFill>
                    <a:srgbClr val="063D54"/>
                  </a:solidFill>
                  <a:cs typeface="+mn-ea"/>
                  <a:sym typeface="+mn-lt"/>
                </a:rPr>
                <a:t>1.1</a:t>
              </a:r>
              <a:r>
                <a:rPr lang="zh-CN" altLang="en-US" sz="1800" dirty="0" smtClean="0">
                  <a:solidFill>
                    <a:srgbClr val="063D54"/>
                  </a:solidFill>
                  <a:cs typeface="+mn-ea"/>
                  <a:sym typeface="+mn-lt"/>
                </a:rPr>
                <a:t>产线特点</a:t>
              </a:r>
              <a:endParaRPr lang="en-US" altLang="zh-CN" sz="1800" dirty="0">
                <a:solidFill>
                  <a:srgbClr val="063D54"/>
                </a:solidFill>
                <a:cs typeface="+mn-ea"/>
                <a:sym typeface="+mn-lt"/>
              </a:endParaRPr>
            </a:p>
          </p:txBody>
        </p:sp>
        <p:sp>
          <p:nvSpPr>
            <p:cNvPr id="55" name="PA_文本框 1">
              <a:extLst>
                <a:ext uri="{FF2B5EF4-FFF2-40B4-BE49-F238E27FC236}">
                  <a16:creationId xmlns:a16="http://schemas.microsoft.com/office/drawing/2014/main" id="{BA0F9515-D5AE-4BED-A481-29A81D6010FD}"/>
                </a:ext>
              </a:extLst>
            </p:cNvPr>
            <p:cNvSpPr txBox="1"/>
            <p:nvPr>
              <p:custDataLst>
                <p:tags r:id="rId2"/>
              </p:custDataLst>
            </p:nvPr>
          </p:nvSpPr>
          <p:spPr>
            <a:xfrm>
              <a:off x="349800" y="547081"/>
              <a:ext cx="1486542" cy="264175"/>
            </a:xfrm>
            <a:prstGeom prst="rect">
              <a:avLst/>
            </a:prstGeom>
            <a:noFill/>
          </p:spPr>
          <p:txBody>
            <a:bodyPr wrap="square" lIns="0" tIns="0" rIns="0" rtlCol="0">
              <a:spAutoFit/>
            </a:bodyPr>
            <a:lstStyle/>
            <a:p>
              <a:pPr>
                <a:lnSpc>
                  <a:spcPts val="1725"/>
                </a:lnSpc>
              </a:pPr>
              <a:r>
                <a:rPr lang="en-US" altLang="zh-CN" sz="1050" dirty="0">
                  <a:solidFill>
                    <a:srgbClr val="E7E6E6">
                      <a:lumMod val="50000"/>
                    </a:srgbClr>
                  </a:solidFill>
                  <a:cs typeface="+mn-ea"/>
                  <a:sym typeface="+mn-lt"/>
                </a:rPr>
                <a:t>TEAM INTRODUCTION</a:t>
              </a:r>
            </a:p>
          </p:txBody>
        </p:sp>
      </p:grpSp>
      <p:pic>
        <p:nvPicPr>
          <p:cNvPr id="7" name="图片 6"/>
          <p:cNvPicPr>
            <a:picLocks noChangeAspect="1"/>
          </p:cNvPicPr>
          <p:nvPr/>
        </p:nvPicPr>
        <p:blipFill>
          <a:blip r:embed="rId5"/>
          <a:stretch>
            <a:fillRect/>
          </a:stretch>
        </p:blipFill>
        <p:spPr>
          <a:xfrm>
            <a:off x="4465163" y="359462"/>
            <a:ext cx="4023709" cy="2261812"/>
          </a:xfrm>
          <a:prstGeom prst="rect">
            <a:avLst/>
          </a:prstGeom>
        </p:spPr>
      </p:pic>
      <p:pic>
        <p:nvPicPr>
          <p:cNvPr id="8" name="图片 7"/>
          <p:cNvPicPr>
            <a:picLocks noChangeAspect="1"/>
          </p:cNvPicPr>
          <p:nvPr/>
        </p:nvPicPr>
        <p:blipFill>
          <a:blip r:embed="rId6"/>
          <a:stretch>
            <a:fillRect/>
          </a:stretch>
        </p:blipFill>
        <p:spPr>
          <a:xfrm>
            <a:off x="4465163" y="2639783"/>
            <a:ext cx="4023709" cy="2261362"/>
          </a:xfrm>
          <a:prstGeom prst="rect">
            <a:avLst/>
          </a:prstGeom>
        </p:spPr>
      </p:pic>
    </p:spTree>
    <p:extLst>
      <p:ext uri="{BB962C8B-B14F-4D97-AF65-F5344CB8AC3E}">
        <p14:creationId xmlns:p14="http://schemas.microsoft.com/office/powerpoint/2010/main" val="267867658"/>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175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53" presetClass="entr" presetSubtype="16" fill="hold" nodeType="withEffect">
                                  <p:stCondLst>
                                    <p:cond delay="1750"/>
                                  </p:stCondLst>
                                  <p:childTnLst>
                                    <p:set>
                                      <p:cBhvr>
                                        <p:cTn id="11" dur="1" fill="hold">
                                          <p:stCondLst>
                                            <p:cond delay="0"/>
                                          </p:stCondLst>
                                        </p:cTn>
                                        <p:tgtEl>
                                          <p:spTgt spid="21"/>
                                        </p:tgtEl>
                                        <p:attrNameLst>
                                          <p:attrName>style.visibility</p:attrName>
                                        </p:attrNameLst>
                                      </p:cBhvr>
                                      <p:to>
                                        <p:strVal val="visible"/>
                                      </p:to>
                                    </p:set>
                                    <p:anim calcmode="lin" valueType="num">
                                      <p:cBhvr>
                                        <p:cTn id="12" dur="500" fill="hold"/>
                                        <p:tgtEl>
                                          <p:spTgt spid="21"/>
                                        </p:tgtEl>
                                        <p:attrNameLst>
                                          <p:attrName>ppt_w</p:attrName>
                                        </p:attrNameLst>
                                      </p:cBhvr>
                                      <p:tavLst>
                                        <p:tav tm="0">
                                          <p:val>
                                            <p:fltVal val="0"/>
                                          </p:val>
                                        </p:tav>
                                        <p:tav tm="100000">
                                          <p:val>
                                            <p:strVal val="#ppt_w"/>
                                          </p:val>
                                        </p:tav>
                                      </p:tavLst>
                                    </p:anim>
                                    <p:anim calcmode="lin" valueType="num">
                                      <p:cBhvr>
                                        <p:cTn id="13" dur="500" fill="hold"/>
                                        <p:tgtEl>
                                          <p:spTgt spid="21"/>
                                        </p:tgtEl>
                                        <p:attrNameLst>
                                          <p:attrName>ppt_h</p:attrName>
                                        </p:attrNameLst>
                                      </p:cBhvr>
                                      <p:tavLst>
                                        <p:tav tm="0">
                                          <p:val>
                                            <p:fltVal val="0"/>
                                          </p:val>
                                        </p:tav>
                                        <p:tav tm="100000">
                                          <p:val>
                                            <p:strVal val="#ppt_h"/>
                                          </p:val>
                                        </p:tav>
                                      </p:tavLst>
                                    </p:anim>
                                    <p:animEffect transition="in" filter="fade">
                                      <p:cBhvr>
                                        <p:cTn id="14" dur="500"/>
                                        <p:tgtEl>
                                          <p:spTgt spid="21"/>
                                        </p:tgtEl>
                                      </p:cBhvr>
                                    </p:animEffect>
                                  </p:childTnLst>
                                </p:cTn>
                              </p:par>
                              <p:par>
                                <p:cTn id="15" presetID="53" presetClass="entr" presetSubtype="16" fill="hold" nodeType="withEffect">
                                  <p:stCondLst>
                                    <p:cond delay="175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par>
                                <p:cTn id="20" presetID="53" presetClass="entr" presetSubtype="16" fill="hold" nodeType="withEffect">
                                  <p:stCondLst>
                                    <p:cond delay="2250"/>
                                  </p:stCondLst>
                                  <p:childTnLst>
                                    <p:set>
                                      <p:cBhvr>
                                        <p:cTn id="21" dur="1" fill="hold">
                                          <p:stCondLst>
                                            <p:cond delay="0"/>
                                          </p:stCondLst>
                                        </p:cTn>
                                        <p:tgtEl>
                                          <p:spTgt spid="44"/>
                                        </p:tgtEl>
                                        <p:attrNameLst>
                                          <p:attrName>style.visibility</p:attrName>
                                        </p:attrNameLst>
                                      </p:cBhvr>
                                      <p:to>
                                        <p:strVal val="visible"/>
                                      </p:to>
                                    </p:set>
                                    <p:anim calcmode="lin" valueType="num">
                                      <p:cBhvr>
                                        <p:cTn id="22" dur="500" fill="hold"/>
                                        <p:tgtEl>
                                          <p:spTgt spid="44"/>
                                        </p:tgtEl>
                                        <p:attrNameLst>
                                          <p:attrName>ppt_w</p:attrName>
                                        </p:attrNameLst>
                                      </p:cBhvr>
                                      <p:tavLst>
                                        <p:tav tm="0">
                                          <p:val>
                                            <p:fltVal val="0"/>
                                          </p:val>
                                        </p:tav>
                                        <p:tav tm="100000">
                                          <p:val>
                                            <p:strVal val="#ppt_w"/>
                                          </p:val>
                                        </p:tav>
                                      </p:tavLst>
                                    </p:anim>
                                    <p:anim calcmode="lin" valueType="num">
                                      <p:cBhvr>
                                        <p:cTn id="23" dur="500" fill="hold"/>
                                        <p:tgtEl>
                                          <p:spTgt spid="44"/>
                                        </p:tgtEl>
                                        <p:attrNameLst>
                                          <p:attrName>ppt_h</p:attrName>
                                        </p:attrNameLst>
                                      </p:cBhvr>
                                      <p:tavLst>
                                        <p:tav tm="0">
                                          <p:val>
                                            <p:fltVal val="0"/>
                                          </p:val>
                                        </p:tav>
                                        <p:tav tm="100000">
                                          <p:val>
                                            <p:strVal val="#ppt_h"/>
                                          </p:val>
                                        </p:tav>
                                      </p:tavLst>
                                    </p:anim>
                                    <p:animEffect transition="in" filter="fade">
                                      <p:cBhvr>
                                        <p:cTn id="24" dur="500"/>
                                        <p:tgtEl>
                                          <p:spTgt spid="44"/>
                                        </p:tgtEl>
                                      </p:cBhvr>
                                    </p:animEffect>
                                  </p:childTnLst>
                                </p:cTn>
                              </p:par>
                              <p:par>
                                <p:cTn id="25" presetID="53" presetClass="entr" presetSubtype="16" fill="hold" nodeType="withEffect">
                                  <p:stCondLst>
                                    <p:cond delay="2250"/>
                                  </p:stCondLst>
                                  <p:childTnLst>
                                    <p:set>
                                      <p:cBhvr>
                                        <p:cTn id="26" dur="1" fill="hold">
                                          <p:stCondLst>
                                            <p:cond delay="0"/>
                                          </p:stCondLst>
                                        </p:cTn>
                                        <p:tgtEl>
                                          <p:spTgt spid="48"/>
                                        </p:tgtEl>
                                        <p:attrNameLst>
                                          <p:attrName>style.visibility</p:attrName>
                                        </p:attrNameLst>
                                      </p:cBhvr>
                                      <p:to>
                                        <p:strVal val="visible"/>
                                      </p:to>
                                    </p:set>
                                    <p:anim calcmode="lin" valueType="num">
                                      <p:cBhvr>
                                        <p:cTn id="27" dur="500" fill="hold"/>
                                        <p:tgtEl>
                                          <p:spTgt spid="48"/>
                                        </p:tgtEl>
                                        <p:attrNameLst>
                                          <p:attrName>ppt_w</p:attrName>
                                        </p:attrNameLst>
                                      </p:cBhvr>
                                      <p:tavLst>
                                        <p:tav tm="0">
                                          <p:val>
                                            <p:fltVal val="0"/>
                                          </p:val>
                                        </p:tav>
                                        <p:tav tm="100000">
                                          <p:val>
                                            <p:strVal val="#ppt_w"/>
                                          </p:val>
                                        </p:tav>
                                      </p:tavLst>
                                    </p:anim>
                                    <p:anim calcmode="lin" valueType="num">
                                      <p:cBhvr>
                                        <p:cTn id="28" dur="500" fill="hold"/>
                                        <p:tgtEl>
                                          <p:spTgt spid="48"/>
                                        </p:tgtEl>
                                        <p:attrNameLst>
                                          <p:attrName>ppt_h</p:attrName>
                                        </p:attrNameLst>
                                      </p:cBhvr>
                                      <p:tavLst>
                                        <p:tav tm="0">
                                          <p:val>
                                            <p:fltVal val="0"/>
                                          </p:val>
                                        </p:tav>
                                        <p:tav tm="100000">
                                          <p:val>
                                            <p:strVal val="#ppt_h"/>
                                          </p:val>
                                        </p:tav>
                                      </p:tavLst>
                                    </p:anim>
                                    <p:animEffect transition="in" filter="fade">
                                      <p:cBhvr>
                                        <p:cTn id="29" dur="500"/>
                                        <p:tgtEl>
                                          <p:spTgt spid="48"/>
                                        </p:tgtEl>
                                      </p:cBhvr>
                                    </p:animEffect>
                                  </p:childTnLst>
                                </p:cTn>
                              </p:par>
                              <p:par>
                                <p:cTn id="30" presetID="53" presetClass="entr" presetSubtype="16" fill="hold" nodeType="withEffect">
                                  <p:stCondLst>
                                    <p:cond delay="2250"/>
                                  </p:stCondLst>
                                  <p:childTnLst>
                                    <p:set>
                                      <p:cBhvr>
                                        <p:cTn id="31" dur="1" fill="hold">
                                          <p:stCondLst>
                                            <p:cond delay="0"/>
                                          </p:stCondLst>
                                        </p:cTn>
                                        <p:tgtEl>
                                          <p:spTgt spid="40"/>
                                        </p:tgtEl>
                                        <p:attrNameLst>
                                          <p:attrName>style.visibility</p:attrName>
                                        </p:attrNameLst>
                                      </p:cBhvr>
                                      <p:to>
                                        <p:strVal val="visible"/>
                                      </p:to>
                                    </p:set>
                                    <p:anim calcmode="lin" valueType="num">
                                      <p:cBhvr>
                                        <p:cTn id="32" dur="500" fill="hold"/>
                                        <p:tgtEl>
                                          <p:spTgt spid="40"/>
                                        </p:tgtEl>
                                        <p:attrNameLst>
                                          <p:attrName>ppt_w</p:attrName>
                                        </p:attrNameLst>
                                      </p:cBhvr>
                                      <p:tavLst>
                                        <p:tav tm="0">
                                          <p:val>
                                            <p:fltVal val="0"/>
                                          </p:val>
                                        </p:tav>
                                        <p:tav tm="100000">
                                          <p:val>
                                            <p:strVal val="#ppt_w"/>
                                          </p:val>
                                        </p:tav>
                                      </p:tavLst>
                                    </p:anim>
                                    <p:anim calcmode="lin" valueType="num">
                                      <p:cBhvr>
                                        <p:cTn id="33" dur="500" fill="hold"/>
                                        <p:tgtEl>
                                          <p:spTgt spid="40"/>
                                        </p:tgtEl>
                                        <p:attrNameLst>
                                          <p:attrName>ppt_h</p:attrName>
                                        </p:attrNameLst>
                                      </p:cBhvr>
                                      <p:tavLst>
                                        <p:tav tm="0">
                                          <p:val>
                                            <p:fltVal val="0"/>
                                          </p:val>
                                        </p:tav>
                                        <p:tav tm="100000">
                                          <p:val>
                                            <p:strVal val="#ppt_h"/>
                                          </p:val>
                                        </p:tav>
                                      </p:tavLst>
                                    </p:anim>
                                    <p:animEffect transition="in" filter="fade">
                                      <p:cBhvr>
                                        <p:cTn id="34" dur="500"/>
                                        <p:tgtEl>
                                          <p:spTgt spid="40"/>
                                        </p:tgtEl>
                                      </p:cBhvr>
                                    </p:animEffect>
                                  </p:childTnLst>
                                </p:cTn>
                              </p:par>
                              <p:par>
                                <p:cTn id="35" presetID="22" presetClass="entr" presetSubtype="8" fill="hold" nodeType="withEffect">
                                  <p:stCondLst>
                                    <p:cond delay="225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500"/>
                                        <p:tgtEl>
                                          <p:spTgt spid="31"/>
                                        </p:tgtEl>
                                      </p:cBhvr>
                                    </p:animEffect>
                                  </p:childTnLst>
                                </p:cTn>
                              </p:par>
                              <p:par>
                                <p:cTn id="38" presetID="22" presetClass="entr" presetSubtype="8" fill="hold" nodeType="withEffect">
                                  <p:stCondLst>
                                    <p:cond delay="2250"/>
                                  </p:stCondLst>
                                  <p:childTnLst>
                                    <p:set>
                                      <p:cBhvr>
                                        <p:cTn id="39" dur="1" fill="hold">
                                          <p:stCondLst>
                                            <p:cond delay="0"/>
                                          </p:stCondLst>
                                        </p:cTn>
                                        <p:tgtEl>
                                          <p:spTgt spid="37"/>
                                        </p:tgtEl>
                                        <p:attrNameLst>
                                          <p:attrName>style.visibility</p:attrName>
                                        </p:attrNameLst>
                                      </p:cBhvr>
                                      <p:to>
                                        <p:strVal val="visible"/>
                                      </p:to>
                                    </p:set>
                                    <p:animEffect transition="in" filter="wipe(left)">
                                      <p:cBhvr>
                                        <p:cTn id="40" dur="500"/>
                                        <p:tgtEl>
                                          <p:spTgt spid="37"/>
                                        </p:tgtEl>
                                      </p:cBhvr>
                                    </p:animEffect>
                                  </p:childTnLst>
                                </p:cTn>
                              </p:par>
                              <p:par>
                                <p:cTn id="41" presetID="22" presetClass="entr" presetSubtype="8" fill="hold" nodeType="withEffect">
                                  <p:stCondLst>
                                    <p:cond delay="2250"/>
                                  </p:stCondLst>
                                  <p:childTnLst>
                                    <p:set>
                                      <p:cBhvr>
                                        <p:cTn id="42" dur="1" fill="hold">
                                          <p:stCondLst>
                                            <p:cond delay="0"/>
                                          </p:stCondLst>
                                        </p:cTn>
                                        <p:tgtEl>
                                          <p:spTgt spid="34"/>
                                        </p:tgtEl>
                                        <p:attrNameLst>
                                          <p:attrName>style.visibility</p:attrName>
                                        </p:attrNameLst>
                                      </p:cBhvr>
                                      <p:to>
                                        <p:strVal val="visible"/>
                                      </p:to>
                                    </p:set>
                                    <p:animEffect transition="in" filter="wipe(left)">
                                      <p:cBhvr>
                                        <p:cTn id="4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_矩形 2">
            <a:extLst>
              <a:ext uri="{FF2B5EF4-FFF2-40B4-BE49-F238E27FC236}">
                <a16:creationId xmlns:a16="http://schemas.microsoft.com/office/drawing/2014/main" id="{DE7714CF-4288-4227-BA0F-A241C26A7CF5}"/>
              </a:ext>
            </a:extLst>
          </p:cNvPr>
          <p:cNvSpPr/>
          <p:nvPr>
            <p:custDataLst>
              <p:tags r:id="rId2"/>
            </p:custDataLst>
          </p:nvPr>
        </p:nvSpPr>
        <p:spPr>
          <a:xfrm>
            <a:off x="1143001" y="2033588"/>
            <a:ext cx="1179910" cy="1152525"/>
          </a:xfrm>
          <a:prstGeom prst="rect">
            <a:avLst/>
          </a:prstGeom>
          <a:solidFill>
            <a:srgbClr val="063D5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en-US" altLang="zh-CN" sz="4500" dirty="0">
                <a:solidFill>
                  <a:srgbClr val="FCFCFC"/>
                </a:solidFill>
                <a:latin typeface="Gungsuh" panose="02030600000101010101" pitchFamily="18" charset="-127"/>
              </a:rPr>
              <a:t>02</a:t>
            </a:r>
            <a:endParaRPr lang="zh-CN" altLang="en-US" sz="4500" dirty="0">
              <a:solidFill>
                <a:srgbClr val="FCFCFC"/>
              </a:solidFill>
              <a:latin typeface="Gungsuh" panose="02030600000101010101" pitchFamily="18" charset="-127"/>
            </a:endParaRPr>
          </a:p>
        </p:txBody>
      </p:sp>
      <p:sp>
        <p:nvSpPr>
          <p:cNvPr id="4" name="PA_文本框 3">
            <a:extLst>
              <a:ext uri="{FF2B5EF4-FFF2-40B4-BE49-F238E27FC236}">
                <a16:creationId xmlns:a16="http://schemas.microsoft.com/office/drawing/2014/main" id="{92CF3A66-E572-4B18-A5C8-065820B5702B}"/>
              </a:ext>
            </a:extLst>
          </p:cNvPr>
          <p:cNvSpPr txBox="1"/>
          <p:nvPr>
            <p:custDataLst>
              <p:tags r:id="rId3"/>
            </p:custDataLst>
          </p:nvPr>
        </p:nvSpPr>
        <p:spPr>
          <a:xfrm>
            <a:off x="1095376" y="2045494"/>
            <a:ext cx="1227535" cy="300038"/>
          </a:xfrm>
          <a:prstGeom prst="rect">
            <a:avLst/>
          </a:prstGeom>
          <a:noFill/>
        </p:spPr>
        <p:txBody>
          <a:bodyPr lIns="0" rIns="0"/>
          <a:lstStyle/>
          <a:p>
            <a:pPr algn="r">
              <a:defRPr/>
            </a:pPr>
            <a:r>
              <a:rPr lang="en-US" altLang="zh-CN" sz="1500" spc="375" dirty="0">
                <a:solidFill>
                  <a:srgbClr val="FCFCFC"/>
                </a:solidFill>
                <a:latin typeface="Gungsuh" panose="02030600000101010101" pitchFamily="18" charset="-127"/>
              </a:rPr>
              <a:t>PART</a:t>
            </a:r>
            <a:endParaRPr lang="zh-CN" altLang="en-US" sz="1500" spc="375" dirty="0">
              <a:solidFill>
                <a:srgbClr val="FCFCFC"/>
              </a:solidFill>
              <a:latin typeface="Gungsuh" panose="02030600000101010101" pitchFamily="18" charset="-127"/>
            </a:endParaRPr>
          </a:p>
        </p:txBody>
      </p:sp>
      <p:sp>
        <p:nvSpPr>
          <p:cNvPr id="5" name="PA_文本框 4">
            <a:extLst>
              <a:ext uri="{FF2B5EF4-FFF2-40B4-BE49-F238E27FC236}">
                <a16:creationId xmlns:a16="http://schemas.microsoft.com/office/drawing/2014/main" id="{B1ACFA47-5D0F-4092-9710-34F09863DC97}"/>
              </a:ext>
            </a:extLst>
          </p:cNvPr>
          <p:cNvSpPr txBox="1"/>
          <p:nvPr>
            <p:custDataLst>
              <p:tags r:id="rId4"/>
            </p:custDataLst>
          </p:nvPr>
        </p:nvSpPr>
        <p:spPr>
          <a:xfrm>
            <a:off x="2322911" y="2234803"/>
            <a:ext cx="5678090" cy="852488"/>
          </a:xfrm>
          <a:prstGeom prst="rect">
            <a:avLst/>
          </a:prstGeom>
          <a:noFill/>
        </p:spPr>
        <p:txBody>
          <a:bodyPr rIns="270000">
            <a:normAutofit/>
          </a:bodyPr>
          <a:lstStyle/>
          <a:p>
            <a:pPr algn="r">
              <a:defRPr/>
            </a:pPr>
            <a:r>
              <a:rPr lang="zh-CN" altLang="en-US" sz="3600" dirty="0" smtClean="0">
                <a:solidFill>
                  <a:srgbClr val="063D54">
                    <a:lumMod val="75000"/>
                  </a:srgbClr>
                </a:solidFill>
              </a:rPr>
              <a:t>需求分析</a:t>
            </a:r>
            <a:endParaRPr lang="zh-CN" altLang="en-US" sz="3600" dirty="0">
              <a:solidFill>
                <a:srgbClr val="063D54">
                  <a:lumMod val="75000"/>
                </a:srgbClr>
              </a:solidFill>
            </a:endParaRPr>
          </a:p>
        </p:txBody>
      </p:sp>
      <p:cxnSp>
        <p:nvCxnSpPr>
          <p:cNvPr id="10" name="PA_直接连接符 9">
            <a:extLst>
              <a:ext uri="{FF2B5EF4-FFF2-40B4-BE49-F238E27FC236}">
                <a16:creationId xmlns:a16="http://schemas.microsoft.com/office/drawing/2014/main" id="{561E68A9-2C5E-454D-BB49-D6BFF6B5B250}"/>
              </a:ext>
            </a:extLst>
          </p:cNvPr>
          <p:cNvCxnSpPr>
            <a:cxnSpLocks/>
          </p:cNvCxnSpPr>
          <p:nvPr>
            <p:custDataLst>
              <p:tags r:id="rId5"/>
            </p:custDataLst>
          </p:nvPr>
        </p:nvCxnSpPr>
        <p:spPr>
          <a:xfrm>
            <a:off x="2612572" y="2886075"/>
            <a:ext cx="5388428"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219827479"/>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4" grpId="0"/>
      <p:bldP spid="5"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26443" y="752450"/>
            <a:ext cx="8214319" cy="1420832"/>
            <a:chOff x="426443" y="1340275"/>
            <a:chExt cx="8214319" cy="1420832"/>
          </a:xfrm>
        </p:grpSpPr>
        <p:grpSp>
          <p:nvGrpSpPr>
            <p:cNvPr id="37" name="组合 36"/>
            <p:cNvGrpSpPr/>
            <p:nvPr/>
          </p:nvGrpSpPr>
          <p:grpSpPr>
            <a:xfrm>
              <a:off x="426443" y="1340275"/>
              <a:ext cx="514780" cy="514780"/>
              <a:chOff x="6357074" y="1008628"/>
              <a:chExt cx="1676757" cy="1676757"/>
            </a:xfrm>
          </p:grpSpPr>
          <p:sp>
            <p:nvSpPr>
              <p:cNvPr id="38" name="椭圆 37"/>
              <p:cNvSpPr/>
              <p:nvPr/>
            </p:nvSpPr>
            <p:spPr>
              <a:xfrm>
                <a:off x="6357074" y="1008628"/>
                <a:ext cx="1676757" cy="1676757"/>
              </a:xfrm>
              <a:prstGeom prst="ellipse">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latin typeface="+mj-lt"/>
                </a:endParaRPr>
              </a:p>
            </p:txBody>
          </p:sp>
          <p:sp>
            <p:nvSpPr>
              <p:cNvPr id="39" name="椭圆 38"/>
              <p:cNvSpPr/>
              <p:nvPr/>
            </p:nvSpPr>
            <p:spPr>
              <a:xfrm>
                <a:off x="6552150" y="1193250"/>
                <a:ext cx="1307513" cy="1307513"/>
              </a:xfrm>
              <a:prstGeom prst="ellipse">
                <a:avLst/>
              </a:prstGeom>
              <a:solidFill>
                <a:srgbClr val="063D54"/>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50">
                    <a:solidFill>
                      <a:schemeClr val="tx1">
                        <a:lumMod val="50000"/>
                        <a:lumOff val="50000"/>
                      </a:schemeClr>
                    </a:solidFill>
                    <a:latin typeface="+mj-lt"/>
                  </a:rPr>
                  <a:t>1</a:t>
                </a:r>
                <a:endParaRPr lang="zh-CN" altLang="en-US" sz="1050">
                  <a:solidFill>
                    <a:schemeClr val="tx1">
                      <a:lumMod val="50000"/>
                      <a:lumOff val="50000"/>
                    </a:schemeClr>
                  </a:solidFill>
                  <a:latin typeface="+mj-lt"/>
                </a:endParaRPr>
              </a:p>
            </p:txBody>
          </p:sp>
        </p:grpSp>
        <p:sp>
          <p:nvSpPr>
            <p:cNvPr id="40" name="矩形 39"/>
            <p:cNvSpPr/>
            <p:nvPr/>
          </p:nvSpPr>
          <p:spPr>
            <a:xfrm>
              <a:off x="947641" y="1630028"/>
              <a:ext cx="7693121" cy="1131079"/>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900" dirty="0">
                  <a:solidFill>
                    <a:schemeClr val="tx1">
                      <a:lumMod val="50000"/>
                      <a:lumOff val="50000"/>
                    </a:schemeClr>
                  </a:solidFill>
                </a:rPr>
                <a:t>依据</a:t>
              </a:r>
              <a:r>
                <a:rPr lang="zh-CN" altLang="en-US" sz="900" b="1" dirty="0">
                  <a:solidFill>
                    <a:schemeClr val="tx1">
                      <a:lumMod val="50000"/>
                      <a:lumOff val="50000"/>
                    </a:schemeClr>
                  </a:solidFill>
                </a:rPr>
                <a:t>月初的订单信息</a:t>
              </a:r>
              <a:r>
                <a:rPr lang="zh-CN" altLang="en-US" sz="900" dirty="0">
                  <a:solidFill>
                    <a:schemeClr val="tx1">
                      <a:lumMod val="50000"/>
                      <a:lumOff val="50000"/>
                    </a:schemeClr>
                  </a:solidFill>
                </a:rPr>
                <a:t>，计算</a:t>
              </a:r>
              <a:r>
                <a:rPr lang="zh-CN" altLang="en-US" sz="900" b="1" dirty="0">
                  <a:solidFill>
                    <a:schemeClr val="tx1">
                      <a:lumMod val="50000"/>
                      <a:lumOff val="50000"/>
                    </a:schemeClr>
                  </a:solidFill>
                </a:rPr>
                <a:t>各个工序需要的缴库计划</a:t>
              </a:r>
              <a:r>
                <a:rPr lang="zh-CN" altLang="en-US" sz="900" dirty="0">
                  <a:solidFill>
                    <a:schemeClr val="tx1">
                      <a:lumMod val="50000"/>
                      <a:lumOff val="50000"/>
                    </a:schemeClr>
                  </a:solidFill>
                </a:rPr>
                <a:t>，随后根据预期的缴库计划为各个工序的各个机组分配</a:t>
              </a:r>
              <a:r>
                <a:rPr lang="zh-CN" altLang="en-US" sz="900" dirty="0" smtClean="0">
                  <a:solidFill>
                    <a:schemeClr val="tx1">
                      <a:lumMod val="50000"/>
                      <a:lumOff val="50000"/>
                    </a:schemeClr>
                  </a:solidFill>
                </a:rPr>
                <a:t>产能。</a:t>
              </a:r>
              <a:endParaRPr lang="zh-CN" altLang="en-US" sz="900" dirty="0">
                <a:solidFill>
                  <a:schemeClr val="tx1">
                    <a:lumMod val="50000"/>
                    <a:lumOff val="50000"/>
                  </a:schemeClr>
                </a:solidFill>
              </a:endParaRPr>
            </a:p>
            <a:p>
              <a:pPr marL="171450" indent="-171450">
                <a:lnSpc>
                  <a:spcPct val="150000"/>
                </a:lnSpc>
                <a:buFont typeface="Arial" panose="020B0604020202020204" pitchFamily="34" charset="0"/>
                <a:buChar char="•"/>
              </a:pPr>
              <a:r>
                <a:rPr lang="zh-CN" altLang="en-US" sz="900" dirty="0" smtClean="0">
                  <a:solidFill>
                    <a:schemeClr val="tx1">
                      <a:lumMod val="50000"/>
                      <a:lumOff val="50000"/>
                    </a:schemeClr>
                  </a:solidFill>
                </a:rPr>
                <a:t>产</a:t>
              </a:r>
              <a:r>
                <a:rPr lang="zh-CN" altLang="en-US" sz="900" dirty="0">
                  <a:solidFill>
                    <a:schemeClr val="tx1">
                      <a:lumMod val="50000"/>
                      <a:lumOff val="50000"/>
                    </a:schemeClr>
                  </a:solidFill>
                </a:rPr>
                <a:t>能分配时</a:t>
              </a:r>
              <a:r>
                <a:rPr lang="zh-CN" altLang="en-US" sz="900" dirty="0" smtClean="0">
                  <a:solidFill>
                    <a:schemeClr val="tx1">
                      <a:lumMod val="50000"/>
                      <a:lumOff val="50000"/>
                    </a:schemeClr>
                  </a:solidFill>
                </a:rPr>
                <a:t>必须尽量确保</a:t>
              </a:r>
              <a:r>
                <a:rPr lang="zh-CN" altLang="en-US" sz="900" dirty="0">
                  <a:solidFill>
                    <a:schemeClr val="tx1">
                      <a:lumMod val="50000"/>
                      <a:lumOff val="50000"/>
                    </a:schemeClr>
                  </a:solidFill>
                </a:rPr>
                <a:t>各个机组产能被充分利用但不能超过其产能，同时考虑到时间生产中存在必要的维护、调整、以及准备</a:t>
              </a:r>
              <a:r>
                <a:rPr lang="zh-CN" altLang="en-US" sz="900" dirty="0" smtClean="0">
                  <a:solidFill>
                    <a:schemeClr val="tx1">
                      <a:lumMod val="50000"/>
                      <a:lumOff val="50000"/>
                    </a:schemeClr>
                  </a:solidFill>
                </a:rPr>
                <a:t>时间</a:t>
              </a:r>
              <a:endParaRPr lang="zh-CN" altLang="en-US" sz="900" dirty="0">
                <a:solidFill>
                  <a:schemeClr val="tx1">
                    <a:lumMod val="50000"/>
                    <a:lumOff val="50000"/>
                  </a:schemeClr>
                </a:solidFill>
              </a:endParaRPr>
            </a:p>
            <a:p>
              <a:pPr marL="171450" indent="-171450">
                <a:lnSpc>
                  <a:spcPct val="150000"/>
                </a:lnSpc>
                <a:buFont typeface="Arial" panose="020B0604020202020204" pitchFamily="34" charset="0"/>
                <a:buChar char="•"/>
              </a:pPr>
              <a:r>
                <a:rPr lang="zh-CN" altLang="en-US" sz="900" dirty="0" smtClean="0">
                  <a:solidFill>
                    <a:schemeClr val="tx1">
                      <a:lumMod val="50000"/>
                      <a:lumOff val="50000"/>
                    </a:schemeClr>
                  </a:solidFill>
                </a:rPr>
                <a:t>产</a:t>
              </a:r>
              <a:r>
                <a:rPr lang="zh-CN" altLang="en-US" sz="900" dirty="0">
                  <a:solidFill>
                    <a:schemeClr val="tx1">
                      <a:lumMod val="50000"/>
                      <a:lumOff val="50000"/>
                    </a:schemeClr>
                  </a:solidFill>
                </a:rPr>
                <a:t>能分配时也要考虑到</a:t>
              </a:r>
              <a:r>
                <a:rPr lang="zh-CN" altLang="en-US" sz="900" b="1" dirty="0">
                  <a:solidFill>
                    <a:schemeClr val="tx1">
                      <a:lumMod val="50000"/>
                      <a:lumOff val="50000"/>
                    </a:schemeClr>
                  </a:solidFill>
                </a:rPr>
                <a:t>实物库存的量</a:t>
              </a:r>
              <a:r>
                <a:rPr lang="zh-CN" altLang="en-US" sz="900" dirty="0">
                  <a:solidFill>
                    <a:schemeClr val="tx1">
                      <a:lumMod val="50000"/>
                      <a:lumOff val="50000"/>
                    </a:schemeClr>
                  </a:solidFill>
                </a:rPr>
                <a:t>，一方面机组生产时会考虑是否等待物流补充前库物料后再进行集批生产，另一方考虑到当前产能分配下机组的后库是否仍然能满足仓储的动态平衡</a:t>
              </a:r>
              <a:r>
                <a:rPr lang="zh-CN" altLang="en-US" sz="900" dirty="0" smtClean="0">
                  <a:solidFill>
                    <a:schemeClr val="tx1">
                      <a:lumMod val="50000"/>
                      <a:lumOff val="50000"/>
                    </a:schemeClr>
                  </a:solidFill>
                </a:rPr>
                <a:t>。</a:t>
              </a:r>
              <a:endParaRPr lang="en-US" altLang="zh-CN" sz="900" dirty="0" smtClean="0">
                <a:solidFill>
                  <a:schemeClr val="tx1">
                    <a:lumMod val="50000"/>
                    <a:lumOff val="50000"/>
                  </a:schemeClr>
                </a:solidFill>
              </a:endParaRPr>
            </a:p>
            <a:p>
              <a:pPr marL="171450" indent="-171450">
                <a:lnSpc>
                  <a:spcPct val="150000"/>
                </a:lnSpc>
                <a:buFont typeface="Arial" panose="020B0604020202020204" pitchFamily="34" charset="0"/>
                <a:buChar char="•"/>
              </a:pPr>
              <a:r>
                <a:rPr lang="zh-CN" altLang="en-US" sz="900" dirty="0">
                  <a:solidFill>
                    <a:schemeClr val="tx1">
                      <a:lumMod val="50000"/>
                      <a:lumOff val="50000"/>
                    </a:schemeClr>
                  </a:solidFill>
                </a:rPr>
                <a:t>产能计划</a:t>
              </a:r>
              <a:r>
                <a:rPr lang="zh-CN" altLang="en-US" sz="900" dirty="0" smtClean="0">
                  <a:solidFill>
                    <a:schemeClr val="tx1">
                      <a:lumMod val="50000"/>
                      <a:lumOff val="50000"/>
                    </a:schemeClr>
                  </a:solidFill>
                </a:rPr>
                <a:t>的最终目的是得到机组的月度生产计划，为</a:t>
              </a:r>
              <a:r>
                <a:rPr lang="zh-CN" altLang="en-US" sz="900" dirty="0">
                  <a:solidFill>
                    <a:schemeClr val="tx1">
                      <a:lumMod val="50000"/>
                      <a:lumOff val="50000"/>
                    </a:schemeClr>
                  </a:solidFill>
                </a:rPr>
                <a:t>各个机组指定需要</a:t>
              </a:r>
              <a:r>
                <a:rPr lang="zh-CN" altLang="en-US" sz="900" b="1" dirty="0">
                  <a:solidFill>
                    <a:schemeClr val="tx1">
                      <a:lumMod val="50000"/>
                      <a:lumOff val="50000"/>
                    </a:schemeClr>
                  </a:solidFill>
                </a:rPr>
                <a:t>生产的物料的类型、数量和截止时间</a:t>
              </a:r>
              <a:r>
                <a:rPr lang="zh-CN" altLang="en-US" sz="900" dirty="0">
                  <a:solidFill>
                    <a:schemeClr val="tx1">
                      <a:lumMod val="50000"/>
                      <a:lumOff val="50000"/>
                    </a:schemeClr>
                  </a:solidFill>
                </a:rPr>
                <a:t>。</a:t>
              </a:r>
              <a:endParaRPr lang="zh-CN" altLang="en-US" sz="900" dirty="0">
                <a:solidFill>
                  <a:schemeClr val="tx1">
                    <a:lumMod val="50000"/>
                    <a:lumOff val="50000"/>
                  </a:schemeClr>
                </a:solidFill>
              </a:endParaRPr>
            </a:p>
          </p:txBody>
        </p:sp>
        <p:sp>
          <p:nvSpPr>
            <p:cNvPr id="41" name="矩形 40"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p:nvPr/>
          </p:nvSpPr>
          <p:spPr>
            <a:xfrm>
              <a:off x="951867" y="1396956"/>
              <a:ext cx="1736053" cy="276999"/>
            </a:xfrm>
            <a:prstGeom prst="rect">
              <a:avLst/>
            </a:prstGeom>
          </p:spPr>
          <p:txBody>
            <a:bodyPr wrap="square">
              <a:spAutoFit/>
            </a:bodyPr>
            <a:lstStyle/>
            <a:p>
              <a:pPr fontAlgn="base">
                <a:spcBef>
                  <a:spcPct val="0"/>
                </a:spcBef>
                <a:spcAft>
                  <a:spcPct val="0"/>
                </a:spcAft>
                <a:defRPr/>
              </a:pPr>
              <a:r>
                <a:rPr lang="zh-CN" altLang="en-US" sz="1200" dirty="0">
                  <a:solidFill>
                    <a:schemeClr val="tx1">
                      <a:lumMod val="50000"/>
                      <a:lumOff val="50000"/>
                    </a:schemeClr>
                  </a:solidFill>
                  <a:latin typeface="方正兰亭黑_GBK"/>
                  <a:ea typeface="方正兰亭黑_GBK"/>
                </a:rPr>
                <a:t>产</a:t>
              </a:r>
              <a:r>
                <a:rPr lang="zh-CN" altLang="en-US" sz="1200" dirty="0" smtClean="0">
                  <a:solidFill>
                    <a:schemeClr val="tx1">
                      <a:lumMod val="50000"/>
                      <a:lumOff val="50000"/>
                    </a:schemeClr>
                  </a:solidFill>
                  <a:latin typeface="方正兰亭黑_GBK"/>
                  <a:ea typeface="方正兰亭黑_GBK"/>
                </a:rPr>
                <a:t>能分配</a:t>
              </a:r>
              <a:endParaRPr lang="en-US" altLang="zh-CN" sz="1200" dirty="0">
                <a:solidFill>
                  <a:schemeClr val="tx1">
                    <a:lumMod val="50000"/>
                    <a:lumOff val="50000"/>
                  </a:schemeClr>
                </a:solidFill>
                <a:latin typeface="方正兰亭黑_GBK"/>
                <a:ea typeface="方正兰亭黑_GBK"/>
              </a:endParaRPr>
            </a:p>
          </p:txBody>
        </p:sp>
        <p:cxnSp>
          <p:nvCxnSpPr>
            <p:cNvPr id="42" name="直接连接符 41"/>
            <p:cNvCxnSpPr/>
            <p:nvPr/>
          </p:nvCxnSpPr>
          <p:spPr>
            <a:xfrm>
              <a:off x="1051253" y="1673955"/>
              <a:ext cx="234336"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426736" y="2077099"/>
            <a:ext cx="2466687" cy="2831862"/>
            <a:chOff x="426736" y="2207707"/>
            <a:chExt cx="2466687" cy="2831862"/>
          </a:xfrm>
        </p:grpSpPr>
        <p:grpSp>
          <p:nvGrpSpPr>
            <p:cNvPr id="43" name="组合 42"/>
            <p:cNvGrpSpPr/>
            <p:nvPr/>
          </p:nvGrpSpPr>
          <p:grpSpPr>
            <a:xfrm>
              <a:off x="426736" y="2207707"/>
              <a:ext cx="514780" cy="514780"/>
              <a:chOff x="6357074" y="1008628"/>
              <a:chExt cx="1676757" cy="1676757"/>
            </a:xfrm>
          </p:grpSpPr>
          <p:sp>
            <p:nvSpPr>
              <p:cNvPr id="44" name="椭圆 43"/>
              <p:cNvSpPr/>
              <p:nvPr/>
            </p:nvSpPr>
            <p:spPr>
              <a:xfrm>
                <a:off x="6357074" y="1008628"/>
                <a:ext cx="1676757" cy="1676757"/>
              </a:xfrm>
              <a:prstGeom prst="ellipse">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latin typeface="+mj-lt"/>
                </a:endParaRPr>
              </a:p>
            </p:txBody>
          </p:sp>
          <p:sp>
            <p:nvSpPr>
              <p:cNvPr id="45" name="椭圆 44"/>
              <p:cNvSpPr/>
              <p:nvPr/>
            </p:nvSpPr>
            <p:spPr>
              <a:xfrm>
                <a:off x="6552150" y="1193250"/>
                <a:ext cx="1307513" cy="1307513"/>
              </a:xfrm>
              <a:prstGeom prst="ellipse">
                <a:avLst/>
              </a:prstGeom>
              <a:solidFill>
                <a:srgbClr val="063D54"/>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lumMod val="50000"/>
                        <a:lumOff val="50000"/>
                      </a:schemeClr>
                    </a:solidFill>
                    <a:latin typeface="+mj-lt"/>
                  </a:rPr>
                  <a:t>2</a:t>
                </a:r>
                <a:endParaRPr lang="zh-CN" altLang="en-US">
                  <a:solidFill>
                    <a:schemeClr val="tx1">
                      <a:lumMod val="50000"/>
                      <a:lumOff val="50000"/>
                    </a:schemeClr>
                  </a:solidFill>
                  <a:latin typeface="+mj-lt"/>
                </a:endParaRPr>
              </a:p>
            </p:txBody>
          </p:sp>
        </p:grpSp>
        <p:sp>
          <p:nvSpPr>
            <p:cNvPr id="46" name="矩形 45"/>
            <p:cNvSpPr/>
            <p:nvPr/>
          </p:nvSpPr>
          <p:spPr>
            <a:xfrm>
              <a:off x="947642" y="2454246"/>
              <a:ext cx="1945781" cy="2585323"/>
            </a:xfrm>
            <a:prstGeom prst="rect">
              <a:avLst/>
            </a:prstGeom>
          </p:spPr>
          <p:txBody>
            <a:bodyPr wrap="square">
              <a:spAutoFit/>
            </a:bodyPr>
            <a:lstStyle/>
            <a:p>
              <a:pPr marL="171450" indent="-171450">
                <a:lnSpc>
                  <a:spcPct val="150000"/>
                </a:lnSpc>
                <a:buFont typeface="Arial" panose="020B0604020202020204" pitchFamily="34" charset="0"/>
                <a:buChar char="•"/>
              </a:pPr>
              <a:r>
                <a:rPr lang="zh-CN" altLang="en-US" sz="900" dirty="0" smtClean="0">
                  <a:solidFill>
                    <a:schemeClr val="tx1">
                      <a:lumMod val="50000"/>
                      <a:lumOff val="50000"/>
                    </a:schemeClr>
                  </a:solidFill>
                </a:rPr>
                <a:t>将</a:t>
              </a:r>
              <a:r>
                <a:rPr lang="zh-CN" altLang="en-US" sz="900" dirty="0">
                  <a:solidFill>
                    <a:schemeClr val="tx1">
                      <a:lumMod val="50000"/>
                      <a:lumOff val="50000"/>
                    </a:schemeClr>
                  </a:solidFill>
                </a:rPr>
                <a:t>具有相同的</a:t>
              </a:r>
              <a:r>
                <a:rPr lang="zh-CN" altLang="en-US" sz="900" b="1" dirty="0">
                  <a:solidFill>
                    <a:schemeClr val="tx1">
                      <a:lumMod val="50000"/>
                      <a:lumOff val="50000"/>
                    </a:schemeClr>
                  </a:solidFill>
                </a:rPr>
                <a:t>产品品目、钢种、钢系、工艺参数</a:t>
              </a:r>
              <a:r>
                <a:rPr lang="zh-CN" altLang="en-US" sz="900" dirty="0">
                  <a:solidFill>
                    <a:schemeClr val="tx1">
                      <a:lumMod val="50000"/>
                      <a:lumOff val="50000"/>
                    </a:schemeClr>
                  </a:solidFill>
                </a:rPr>
                <a:t>的合同订单，集中在一起生产，从而便于准备轧辊，减少切换成本</a:t>
              </a:r>
              <a:r>
                <a:rPr lang="zh-CN" altLang="en-US" sz="900" dirty="0" smtClean="0">
                  <a:solidFill>
                    <a:schemeClr val="tx1">
                      <a:lumMod val="50000"/>
                      <a:lumOff val="50000"/>
                    </a:schemeClr>
                  </a:solidFill>
                </a:rPr>
                <a:t>。</a:t>
              </a:r>
              <a:endParaRPr lang="en-US" altLang="zh-CN" sz="900" dirty="0" smtClean="0">
                <a:solidFill>
                  <a:schemeClr val="tx1">
                    <a:lumMod val="50000"/>
                    <a:lumOff val="50000"/>
                  </a:schemeClr>
                </a:solidFill>
              </a:endParaRPr>
            </a:p>
            <a:p>
              <a:pPr marL="171450" indent="-171450">
                <a:lnSpc>
                  <a:spcPct val="150000"/>
                </a:lnSpc>
                <a:buFont typeface="Arial" panose="020B0604020202020204" pitchFamily="34" charset="0"/>
                <a:buChar char="•"/>
              </a:pPr>
              <a:r>
                <a:rPr lang="zh-CN" altLang="en-US" sz="900" dirty="0" smtClean="0">
                  <a:solidFill>
                    <a:schemeClr val="tx1">
                      <a:lumMod val="50000"/>
                      <a:lumOff val="50000"/>
                    </a:schemeClr>
                  </a:solidFill>
                </a:rPr>
                <a:t>在实际的生产</a:t>
              </a:r>
              <a:r>
                <a:rPr lang="zh-CN" altLang="en-US" sz="900" dirty="0">
                  <a:solidFill>
                    <a:schemeClr val="tx1">
                      <a:lumMod val="50000"/>
                      <a:lumOff val="50000"/>
                    </a:schemeClr>
                  </a:solidFill>
                </a:rPr>
                <a:t>流程中，具体地，通常先将计划分为</a:t>
              </a:r>
              <a:r>
                <a:rPr lang="zh-CN" altLang="en-US" sz="900" b="1" dirty="0">
                  <a:solidFill>
                    <a:schemeClr val="tx1">
                      <a:lumMod val="50000"/>
                      <a:lumOff val="50000"/>
                    </a:schemeClr>
                  </a:solidFill>
                </a:rPr>
                <a:t>“大辊期”</a:t>
              </a:r>
              <a:r>
                <a:rPr lang="zh-CN" altLang="en-US" sz="900" dirty="0">
                  <a:solidFill>
                    <a:schemeClr val="tx1">
                      <a:lumMod val="50000"/>
                      <a:lumOff val="50000"/>
                    </a:schemeClr>
                  </a:solidFill>
                </a:rPr>
                <a:t>与</a:t>
              </a:r>
              <a:r>
                <a:rPr lang="zh-CN" altLang="en-US" sz="900" b="1" dirty="0">
                  <a:solidFill>
                    <a:schemeClr val="tx1">
                      <a:lumMod val="50000"/>
                      <a:lumOff val="50000"/>
                    </a:schemeClr>
                  </a:solidFill>
                </a:rPr>
                <a:t>“小辊期”</a:t>
              </a:r>
              <a:r>
                <a:rPr lang="zh-CN" altLang="en-US" sz="900" dirty="0" smtClean="0">
                  <a:solidFill>
                    <a:schemeClr val="tx1">
                      <a:lumMod val="50000"/>
                      <a:lumOff val="50000"/>
                    </a:schemeClr>
                  </a:solidFill>
                </a:rPr>
                <a:t>。</a:t>
              </a:r>
              <a:endParaRPr lang="en-US" altLang="zh-CN" sz="900" dirty="0" smtClean="0">
                <a:solidFill>
                  <a:schemeClr val="tx1">
                    <a:lumMod val="50000"/>
                    <a:lumOff val="50000"/>
                  </a:schemeClr>
                </a:solidFill>
              </a:endParaRPr>
            </a:p>
            <a:p>
              <a:pPr marL="171450" indent="-171450">
                <a:lnSpc>
                  <a:spcPct val="150000"/>
                </a:lnSpc>
                <a:buFont typeface="Arial" panose="020B0604020202020204" pitchFamily="34" charset="0"/>
                <a:buChar char="•"/>
              </a:pPr>
              <a:r>
                <a:rPr lang="zh-CN" altLang="en-US" sz="900" dirty="0" smtClean="0">
                  <a:solidFill>
                    <a:schemeClr val="tx1">
                      <a:lumMod val="50000"/>
                      <a:lumOff val="50000"/>
                    </a:schemeClr>
                  </a:solidFill>
                </a:rPr>
                <a:t> “大辊期”</a:t>
              </a:r>
              <a:r>
                <a:rPr lang="zh-CN" altLang="en-US" sz="900" dirty="0">
                  <a:solidFill>
                    <a:schemeClr val="tx1">
                      <a:lumMod val="50000"/>
                      <a:lumOff val="50000"/>
                    </a:schemeClr>
                  </a:solidFill>
                </a:rPr>
                <a:t>指的是</a:t>
              </a:r>
              <a:r>
                <a:rPr lang="zh-CN" altLang="en-US" sz="900" dirty="0" smtClean="0">
                  <a:solidFill>
                    <a:schemeClr val="tx1">
                      <a:lumMod val="50000"/>
                      <a:lumOff val="50000"/>
                    </a:schemeClr>
                  </a:solidFill>
                </a:rPr>
                <a:t>以</a:t>
              </a:r>
              <a:r>
                <a:rPr lang="zh-CN" altLang="en-US" sz="900" b="1" dirty="0" smtClean="0">
                  <a:solidFill>
                    <a:schemeClr val="tx1">
                      <a:lumMod val="50000"/>
                      <a:lumOff val="50000"/>
                    </a:schemeClr>
                  </a:solidFill>
                </a:rPr>
                <a:t>备料类型作为</a:t>
              </a:r>
              <a:r>
                <a:rPr lang="zh-CN" altLang="en-US" sz="900" b="1" dirty="0">
                  <a:solidFill>
                    <a:schemeClr val="tx1">
                      <a:lumMod val="50000"/>
                      <a:lumOff val="50000"/>
                    </a:schemeClr>
                  </a:solidFill>
                </a:rPr>
                <a:t>区分依据</a:t>
              </a:r>
              <a:r>
                <a:rPr lang="zh-CN" altLang="en-US" sz="900" dirty="0">
                  <a:solidFill>
                    <a:schemeClr val="tx1">
                      <a:lumMod val="50000"/>
                      <a:lumOff val="50000"/>
                    </a:schemeClr>
                  </a:solidFill>
                </a:rPr>
                <a:t>，如</a:t>
              </a:r>
              <a:r>
                <a:rPr lang="en-US" altLang="zh-CN" sz="900" dirty="0">
                  <a:solidFill>
                    <a:schemeClr val="tx1">
                      <a:lumMod val="50000"/>
                      <a:lumOff val="50000"/>
                    </a:schemeClr>
                  </a:solidFill>
                </a:rPr>
                <a:t>DP</a:t>
              </a:r>
              <a:r>
                <a:rPr lang="zh-CN" altLang="en-US" sz="900" dirty="0">
                  <a:solidFill>
                    <a:schemeClr val="tx1">
                      <a:lumMod val="50000"/>
                      <a:lumOff val="50000"/>
                    </a:schemeClr>
                  </a:solidFill>
                </a:rPr>
                <a:t>钢，以及一些需要特殊轧辊材料的钢种</a:t>
              </a:r>
              <a:r>
                <a:rPr lang="zh-CN" altLang="en-US" sz="900" dirty="0" smtClean="0">
                  <a:solidFill>
                    <a:schemeClr val="tx1">
                      <a:lumMod val="50000"/>
                      <a:lumOff val="50000"/>
                    </a:schemeClr>
                  </a:solidFill>
                </a:rPr>
                <a:t>。</a:t>
              </a:r>
              <a:endParaRPr lang="en-US" altLang="zh-CN" sz="900" dirty="0" smtClean="0">
                <a:solidFill>
                  <a:schemeClr val="tx1">
                    <a:lumMod val="50000"/>
                    <a:lumOff val="50000"/>
                  </a:schemeClr>
                </a:solidFill>
              </a:endParaRPr>
            </a:p>
            <a:p>
              <a:pPr marL="171450" indent="-171450">
                <a:lnSpc>
                  <a:spcPct val="150000"/>
                </a:lnSpc>
                <a:buFont typeface="Arial" panose="020B0604020202020204" pitchFamily="34" charset="0"/>
                <a:buChar char="•"/>
              </a:pPr>
              <a:r>
                <a:rPr lang="zh-CN" altLang="en-US" sz="900" dirty="0" smtClean="0">
                  <a:solidFill>
                    <a:schemeClr val="tx1">
                      <a:lumMod val="50000"/>
                      <a:lumOff val="50000"/>
                    </a:schemeClr>
                  </a:solidFill>
                </a:rPr>
                <a:t>“小辊期”指能直接</a:t>
              </a:r>
              <a:r>
                <a:rPr lang="zh-CN" altLang="en-US" sz="900" b="1" dirty="0" smtClean="0">
                  <a:solidFill>
                    <a:schemeClr val="tx1">
                      <a:lumMod val="50000"/>
                      <a:lumOff val="50000"/>
                    </a:schemeClr>
                  </a:solidFill>
                </a:rPr>
                <a:t>对接到</a:t>
              </a:r>
              <a:r>
                <a:rPr lang="en-US" altLang="zh-CN" sz="900" b="1" dirty="0" smtClean="0">
                  <a:solidFill>
                    <a:schemeClr val="tx1">
                      <a:lumMod val="50000"/>
                      <a:lumOff val="50000"/>
                    </a:schemeClr>
                  </a:solidFill>
                </a:rPr>
                <a:t>IPS</a:t>
              </a:r>
              <a:r>
                <a:rPr lang="zh-CN" altLang="en-US" sz="900" b="1" dirty="0" smtClean="0">
                  <a:solidFill>
                    <a:schemeClr val="tx1">
                      <a:lumMod val="50000"/>
                      <a:lumOff val="50000"/>
                    </a:schemeClr>
                  </a:solidFill>
                </a:rPr>
                <a:t>系统</a:t>
              </a:r>
              <a:r>
                <a:rPr lang="zh-CN" altLang="en-US" sz="900" dirty="0" smtClean="0">
                  <a:solidFill>
                    <a:schemeClr val="tx1">
                      <a:lumMod val="50000"/>
                      <a:lumOff val="50000"/>
                    </a:schemeClr>
                  </a:solidFill>
                </a:rPr>
                <a:t>的物料信息的合同。</a:t>
              </a:r>
              <a:endParaRPr lang="en-US" altLang="zh-CN" sz="900" dirty="0">
                <a:solidFill>
                  <a:schemeClr val="tx1">
                    <a:lumMod val="50000"/>
                    <a:lumOff val="50000"/>
                  </a:schemeClr>
                </a:solidFill>
              </a:endParaRPr>
            </a:p>
          </p:txBody>
        </p:sp>
        <p:sp>
          <p:nvSpPr>
            <p:cNvPr id="47" name="矩形 46"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p:nvPr/>
          </p:nvSpPr>
          <p:spPr>
            <a:xfrm>
              <a:off x="951867" y="2221174"/>
              <a:ext cx="1736053" cy="276999"/>
            </a:xfrm>
            <a:prstGeom prst="rect">
              <a:avLst/>
            </a:prstGeom>
          </p:spPr>
          <p:txBody>
            <a:bodyPr wrap="square">
              <a:spAutoFit/>
            </a:bodyPr>
            <a:lstStyle/>
            <a:p>
              <a:pPr fontAlgn="base">
                <a:spcBef>
                  <a:spcPct val="0"/>
                </a:spcBef>
                <a:spcAft>
                  <a:spcPct val="0"/>
                </a:spcAft>
                <a:defRPr/>
              </a:pPr>
              <a:r>
                <a:rPr lang="zh-CN" altLang="en-US" sz="1200" dirty="0" smtClean="0">
                  <a:solidFill>
                    <a:schemeClr val="tx1">
                      <a:lumMod val="50000"/>
                      <a:lumOff val="50000"/>
                    </a:schemeClr>
                  </a:solidFill>
                  <a:latin typeface="方正兰亭黑_GBK"/>
                  <a:ea typeface="方正兰亭黑_GBK"/>
                </a:rPr>
                <a:t>多级</a:t>
              </a:r>
              <a:r>
                <a:rPr lang="zh-CN" altLang="en-US" sz="1200" dirty="0">
                  <a:solidFill>
                    <a:schemeClr val="tx1">
                      <a:lumMod val="50000"/>
                      <a:lumOff val="50000"/>
                    </a:schemeClr>
                  </a:solidFill>
                  <a:latin typeface="方正兰亭黑_GBK"/>
                  <a:ea typeface="方正兰亭黑_GBK"/>
                </a:rPr>
                <a:t>集批</a:t>
              </a:r>
              <a:endParaRPr lang="en-US" altLang="zh-CN" sz="1200" dirty="0">
                <a:solidFill>
                  <a:schemeClr val="tx1">
                    <a:lumMod val="50000"/>
                    <a:lumOff val="50000"/>
                  </a:schemeClr>
                </a:solidFill>
                <a:latin typeface="方正兰亭黑_GBK"/>
                <a:ea typeface="方正兰亭黑_GBK"/>
              </a:endParaRPr>
            </a:p>
          </p:txBody>
        </p:sp>
        <p:cxnSp>
          <p:nvCxnSpPr>
            <p:cNvPr id="48" name="直接连接符 47"/>
            <p:cNvCxnSpPr/>
            <p:nvPr/>
          </p:nvCxnSpPr>
          <p:spPr>
            <a:xfrm>
              <a:off x="1051253" y="2498173"/>
              <a:ext cx="234336"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349800" y="270568"/>
            <a:ext cx="1486542" cy="540688"/>
            <a:chOff x="349800" y="270568"/>
            <a:chExt cx="1486542" cy="540688"/>
          </a:xfrm>
        </p:grpSpPr>
        <p:sp>
          <p:nvSpPr>
            <p:cNvPr id="61" name="PA_文本框 1">
              <a:extLst>
                <a:ext uri="{FF2B5EF4-FFF2-40B4-BE49-F238E27FC236}">
                  <a16:creationId xmlns:a16="http://schemas.microsoft.com/office/drawing/2014/main" id="{95CA5390-EAD3-40A5-BF6F-C69AB99948CD}"/>
                </a:ext>
              </a:extLst>
            </p:cNvPr>
            <p:cNvSpPr txBox="1"/>
            <p:nvPr>
              <p:custDataLst>
                <p:tags r:id="rId1"/>
              </p:custDataLst>
            </p:nvPr>
          </p:nvSpPr>
          <p:spPr>
            <a:xfrm>
              <a:off x="349800" y="270568"/>
              <a:ext cx="1213474" cy="365869"/>
            </a:xfrm>
            <a:prstGeom prst="rect">
              <a:avLst/>
            </a:prstGeom>
            <a:noFill/>
          </p:spPr>
          <p:txBody>
            <a:bodyPr wrap="none" lIns="0" tIns="0" rIns="0" rtlCol="0">
              <a:spAutoFit/>
            </a:bodyPr>
            <a:lstStyle/>
            <a:p>
              <a:pPr>
                <a:lnSpc>
                  <a:spcPts val="2700"/>
                </a:lnSpc>
              </a:pPr>
              <a:r>
                <a:rPr lang="en-US" altLang="zh-CN" sz="1800" dirty="0">
                  <a:solidFill>
                    <a:srgbClr val="063D54"/>
                  </a:solidFill>
                  <a:cs typeface="+mn-ea"/>
                  <a:sym typeface="+mn-lt"/>
                </a:rPr>
                <a:t>2.1</a:t>
              </a:r>
              <a:r>
                <a:rPr lang="zh-CN" altLang="en-US" sz="1800" dirty="0">
                  <a:solidFill>
                    <a:srgbClr val="063D54"/>
                  </a:solidFill>
                  <a:cs typeface="+mn-ea"/>
                  <a:sym typeface="+mn-lt"/>
                </a:rPr>
                <a:t>行业痛点</a:t>
              </a:r>
              <a:endParaRPr lang="en-US" altLang="zh-CN" sz="1800" dirty="0">
                <a:solidFill>
                  <a:srgbClr val="063D54"/>
                </a:solidFill>
                <a:cs typeface="+mn-ea"/>
                <a:sym typeface="+mn-lt"/>
              </a:endParaRPr>
            </a:p>
          </p:txBody>
        </p:sp>
        <p:sp>
          <p:nvSpPr>
            <p:cNvPr id="62" name="PA_文本框 1">
              <a:extLst>
                <a:ext uri="{FF2B5EF4-FFF2-40B4-BE49-F238E27FC236}">
                  <a16:creationId xmlns:a16="http://schemas.microsoft.com/office/drawing/2014/main" id="{BA0F9515-D5AE-4BED-A481-29A81D6010FD}"/>
                </a:ext>
              </a:extLst>
            </p:cNvPr>
            <p:cNvSpPr txBox="1"/>
            <p:nvPr>
              <p:custDataLst>
                <p:tags r:id="rId2"/>
              </p:custDataLst>
            </p:nvPr>
          </p:nvSpPr>
          <p:spPr>
            <a:xfrm>
              <a:off x="349800" y="547081"/>
              <a:ext cx="1486542" cy="264175"/>
            </a:xfrm>
            <a:prstGeom prst="rect">
              <a:avLst/>
            </a:prstGeom>
            <a:noFill/>
          </p:spPr>
          <p:txBody>
            <a:bodyPr wrap="square" lIns="0" tIns="0" rIns="0" rtlCol="0">
              <a:spAutoFit/>
            </a:bodyPr>
            <a:lstStyle/>
            <a:p>
              <a:pPr>
                <a:lnSpc>
                  <a:spcPts val="1725"/>
                </a:lnSpc>
              </a:pPr>
              <a:r>
                <a:rPr lang="en-US" altLang="zh-CN" sz="1050" dirty="0">
                  <a:solidFill>
                    <a:srgbClr val="E7E6E6">
                      <a:lumMod val="50000"/>
                    </a:srgbClr>
                  </a:solidFill>
                  <a:cs typeface="+mn-ea"/>
                  <a:sym typeface="+mn-lt"/>
                </a:rPr>
                <a:t>TEAM INTRODUCTION</a:t>
              </a:r>
            </a:p>
          </p:txBody>
        </p:sp>
      </p:grpSp>
      <p:pic>
        <p:nvPicPr>
          <p:cNvPr id="2" name="图片 1"/>
          <p:cNvPicPr>
            <a:picLocks noChangeAspect="1"/>
          </p:cNvPicPr>
          <p:nvPr/>
        </p:nvPicPr>
        <p:blipFill>
          <a:blip r:embed="rId5"/>
          <a:stretch>
            <a:fillRect/>
          </a:stretch>
        </p:blipFill>
        <p:spPr>
          <a:xfrm>
            <a:off x="3115175" y="2323638"/>
            <a:ext cx="5525588" cy="2380670"/>
          </a:xfrm>
          <a:prstGeom prst="rect">
            <a:avLst/>
          </a:prstGeom>
        </p:spPr>
      </p:pic>
    </p:spTree>
    <p:extLst>
      <p:ext uri="{BB962C8B-B14F-4D97-AF65-F5344CB8AC3E}">
        <p14:creationId xmlns:p14="http://schemas.microsoft.com/office/powerpoint/2010/main" val="4241055393"/>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20024" y="736908"/>
            <a:ext cx="7705072" cy="759580"/>
            <a:chOff x="420024" y="3075139"/>
            <a:chExt cx="7705072" cy="759580"/>
          </a:xfrm>
        </p:grpSpPr>
        <p:grpSp>
          <p:nvGrpSpPr>
            <p:cNvPr id="49" name="组合 48"/>
            <p:cNvGrpSpPr/>
            <p:nvPr/>
          </p:nvGrpSpPr>
          <p:grpSpPr>
            <a:xfrm>
              <a:off x="420024" y="3075139"/>
              <a:ext cx="514780" cy="514780"/>
              <a:chOff x="6357074" y="1008628"/>
              <a:chExt cx="1676757" cy="1676757"/>
            </a:xfrm>
          </p:grpSpPr>
          <p:sp>
            <p:nvSpPr>
              <p:cNvPr id="50" name="椭圆 49"/>
              <p:cNvSpPr/>
              <p:nvPr/>
            </p:nvSpPr>
            <p:spPr>
              <a:xfrm>
                <a:off x="6357074" y="1008628"/>
                <a:ext cx="1676757" cy="1676757"/>
              </a:xfrm>
              <a:prstGeom prst="ellipse">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latin typeface="+mj-lt"/>
                </a:endParaRPr>
              </a:p>
            </p:txBody>
          </p:sp>
          <p:sp>
            <p:nvSpPr>
              <p:cNvPr id="51" name="椭圆 50"/>
              <p:cNvSpPr/>
              <p:nvPr/>
            </p:nvSpPr>
            <p:spPr>
              <a:xfrm>
                <a:off x="6552150" y="1193250"/>
                <a:ext cx="1307513" cy="1307513"/>
              </a:xfrm>
              <a:prstGeom prst="ellipse">
                <a:avLst/>
              </a:prstGeom>
              <a:solidFill>
                <a:srgbClr val="063D54"/>
              </a:solidFill>
              <a:ln>
                <a:noFill/>
              </a:ln>
              <a:effectLst>
                <a:outerShdw blurRad="1397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lumMod val="50000"/>
                        <a:lumOff val="50000"/>
                      </a:schemeClr>
                    </a:solidFill>
                    <a:latin typeface="+mj-lt"/>
                  </a:rPr>
                  <a:t>3</a:t>
                </a:r>
                <a:endParaRPr lang="zh-CN" altLang="en-US">
                  <a:solidFill>
                    <a:schemeClr val="tx1">
                      <a:lumMod val="50000"/>
                      <a:lumOff val="50000"/>
                    </a:schemeClr>
                  </a:solidFill>
                  <a:latin typeface="+mj-lt"/>
                </a:endParaRPr>
              </a:p>
            </p:txBody>
          </p:sp>
        </p:grpSp>
        <p:sp>
          <p:nvSpPr>
            <p:cNvPr id="52" name="矩形 51"/>
            <p:cNvSpPr/>
            <p:nvPr/>
          </p:nvSpPr>
          <p:spPr>
            <a:xfrm>
              <a:off x="947641" y="3326888"/>
              <a:ext cx="7177455" cy="507831"/>
            </a:xfrm>
            <a:prstGeom prst="rect">
              <a:avLst/>
            </a:prstGeom>
          </p:spPr>
          <p:txBody>
            <a:bodyPr wrap="square">
              <a:spAutoFit/>
            </a:bodyPr>
            <a:lstStyle/>
            <a:p>
              <a:pPr>
                <a:lnSpc>
                  <a:spcPct val="150000"/>
                </a:lnSpc>
              </a:pPr>
              <a:r>
                <a:rPr lang="zh-CN" altLang="en-US" sz="900" dirty="0">
                  <a:solidFill>
                    <a:schemeClr val="tx1">
                      <a:lumMod val="50000"/>
                      <a:lumOff val="50000"/>
                    </a:schemeClr>
                  </a:solidFill>
                </a:rPr>
                <a:t>每个合同都有不同的制程，即不同的加工工序路线。合同的制程设计中会根据工艺流程和合同需求确定</a:t>
              </a:r>
              <a:r>
                <a:rPr lang="en-US" altLang="zh-CN" sz="900" b="1" dirty="0">
                  <a:solidFill>
                    <a:schemeClr val="tx1">
                      <a:lumMod val="50000"/>
                      <a:lumOff val="50000"/>
                    </a:schemeClr>
                  </a:solidFill>
                </a:rPr>
                <a:t>1</a:t>
              </a:r>
              <a:r>
                <a:rPr lang="zh-CN" altLang="en-US" sz="900" b="1" dirty="0">
                  <a:solidFill>
                    <a:schemeClr val="tx1">
                      <a:lumMod val="50000"/>
                      <a:lumOff val="50000"/>
                    </a:schemeClr>
                  </a:solidFill>
                </a:rPr>
                <a:t>条主制程和</a:t>
              </a:r>
              <a:r>
                <a:rPr lang="en-US" altLang="zh-CN" sz="900" b="1" dirty="0">
                  <a:solidFill>
                    <a:schemeClr val="tx1">
                      <a:lumMod val="50000"/>
                      <a:lumOff val="50000"/>
                    </a:schemeClr>
                  </a:solidFill>
                </a:rPr>
                <a:t>2~3</a:t>
              </a:r>
              <a:r>
                <a:rPr lang="zh-CN" altLang="en-US" sz="900" b="1" dirty="0">
                  <a:solidFill>
                    <a:schemeClr val="tx1">
                      <a:lumMod val="50000"/>
                      <a:lumOff val="50000"/>
                    </a:schemeClr>
                  </a:solidFill>
                </a:rPr>
                <a:t>条副制程</a:t>
              </a:r>
              <a:r>
                <a:rPr lang="zh-CN" altLang="en-US" sz="900" dirty="0">
                  <a:solidFill>
                    <a:schemeClr val="tx1">
                      <a:lumMod val="50000"/>
                      <a:lumOff val="50000"/>
                    </a:schemeClr>
                  </a:solidFill>
                </a:rPr>
                <a:t>。一般情况下采用主制程，但是在</a:t>
              </a:r>
              <a:r>
                <a:rPr lang="zh-CN" altLang="en-US" sz="900" b="1" dirty="0">
                  <a:solidFill>
                    <a:schemeClr val="tx1">
                      <a:lumMod val="50000"/>
                      <a:lumOff val="50000"/>
                    </a:schemeClr>
                  </a:solidFill>
                </a:rPr>
                <a:t>考虑机组产能、交叉物流和库存平衡</a:t>
              </a:r>
              <a:r>
                <a:rPr lang="zh-CN" altLang="en-US" sz="900" dirty="0">
                  <a:solidFill>
                    <a:schemeClr val="tx1">
                      <a:lumMod val="50000"/>
                      <a:lumOff val="50000"/>
                    </a:schemeClr>
                  </a:solidFill>
                </a:rPr>
                <a:t>的情况下，需要考虑启用某个副制程。</a:t>
              </a:r>
              <a:endParaRPr lang="en-US" altLang="zh-CN" sz="900" dirty="0">
                <a:solidFill>
                  <a:schemeClr val="tx1">
                    <a:lumMod val="50000"/>
                    <a:lumOff val="50000"/>
                  </a:schemeClr>
                </a:solidFill>
              </a:endParaRPr>
            </a:p>
          </p:txBody>
        </p:sp>
        <p:sp>
          <p:nvSpPr>
            <p:cNvPr id="53" name="矩形 52" descr="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
            <p:cNvSpPr/>
            <p:nvPr/>
          </p:nvSpPr>
          <p:spPr>
            <a:xfrm>
              <a:off x="951867" y="3093816"/>
              <a:ext cx="1736053" cy="276999"/>
            </a:xfrm>
            <a:prstGeom prst="rect">
              <a:avLst/>
            </a:prstGeom>
          </p:spPr>
          <p:txBody>
            <a:bodyPr wrap="square">
              <a:spAutoFit/>
            </a:bodyPr>
            <a:lstStyle/>
            <a:p>
              <a:pPr fontAlgn="base">
                <a:spcBef>
                  <a:spcPct val="0"/>
                </a:spcBef>
                <a:spcAft>
                  <a:spcPct val="0"/>
                </a:spcAft>
                <a:defRPr/>
              </a:pPr>
              <a:r>
                <a:rPr lang="zh-CN" altLang="en-US" sz="1200" dirty="0">
                  <a:solidFill>
                    <a:schemeClr val="tx1">
                      <a:lumMod val="50000"/>
                      <a:lumOff val="50000"/>
                    </a:schemeClr>
                  </a:solidFill>
                  <a:latin typeface="方正兰亭黑_GBK"/>
                  <a:ea typeface="方正兰亭黑_GBK"/>
                </a:rPr>
                <a:t>制</a:t>
              </a:r>
              <a:r>
                <a:rPr lang="zh-CN" altLang="en-US" sz="1200" dirty="0" smtClean="0">
                  <a:solidFill>
                    <a:schemeClr val="tx1">
                      <a:lumMod val="50000"/>
                      <a:lumOff val="50000"/>
                    </a:schemeClr>
                  </a:solidFill>
                  <a:latin typeface="方正兰亭黑_GBK"/>
                  <a:ea typeface="方正兰亭黑_GBK"/>
                </a:rPr>
                <a:t>程选择优化</a:t>
              </a:r>
              <a:endParaRPr lang="en-US" altLang="zh-CN" sz="1200" dirty="0">
                <a:solidFill>
                  <a:schemeClr val="tx1">
                    <a:lumMod val="50000"/>
                    <a:lumOff val="50000"/>
                  </a:schemeClr>
                </a:solidFill>
                <a:latin typeface="方正兰亭黑_GBK"/>
                <a:ea typeface="方正兰亭黑_GBK"/>
              </a:endParaRPr>
            </a:p>
          </p:txBody>
        </p:sp>
        <p:cxnSp>
          <p:nvCxnSpPr>
            <p:cNvPr id="54" name="直接连接符 53"/>
            <p:cNvCxnSpPr/>
            <p:nvPr/>
          </p:nvCxnSpPr>
          <p:spPr>
            <a:xfrm>
              <a:off x="1051253" y="3370815"/>
              <a:ext cx="234336"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349800" y="270568"/>
            <a:ext cx="1486542" cy="540688"/>
            <a:chOff x="349800" y="270568"/>
            <a:chExt cx="1486542" cy="540688"/>
          </a:xfrm>
        </p:grpSpPr>
        <p:sp>
          <p:nvSpPr>
            <p:cNvPr id="61" name="PA_文本框 1">
              <a:extLst>
                <a:ext uri="{FF2B5EF4-FFF2-40B4-BE49-F238E27FC236}">
                  <a16:creationId xmlns:a16="http://schemas.microsoft.com/office/drawing/2014/main" id="{95CA5390-EAD3-40A5-BF6F-C69AB99948CD}"/>
                </a:ext>
              </a:extLst>
            </p:cNvPr>
            <p:cNvSpPr txBox="1"/>
            <p:nvPr>
              <p:custDataLst>
                <p:tags r:id="rId1"/>
              </p:custDataLst>
            </p:nvPr>
          </p:nvSpPr>
          <p:spPr>
            <a:xfrm>
              <a:off x="349800" y="270568"/>
              <a:ext cx="1213474" cy="365869"/>
            </a:xfrm>
            <a:prstGeom prst="rect">
              <a:avLst/>
            </a:prstGeom>
            <a:noFill/>
          </p:spPr>
          <p:txBody>
            <a:bodyPr wrap="none" lIns="0" tIns="0" rIns="0" rtlCol="0">
              <a:spAutoFit/>
            </a:bodyPr>
            <a:lstStyle/>
            <a:p>
              <a:pPr>
                <a:lnSpc>
                  <a:spcPts val="2700"/>
                </a:lnSpc>
              </a:pPr>
              <a:r>
                <a:rPr lang="en-US" altLang="zh-CN" sz="1800" dirty="0">
                  <a:solidFill>
                    <a:srgbClr val="063D54"/>
                  </a:solidFill>
                  <a:cs typeface="+mn-ea"/>
                  <a:sym typeface="+mn-lt"/>
                </a:rPr>
                <a:t>2.1</a:t>
              </a:r>
              <a:r>
                <a:rPr lang="zh-CN" altLang="en-US" sz="1800" dirty="0">
                  <a:solidFill>
                    <a:srgbClr val="063D54"/>
                  </a:solidFill>
                  <a:cs typeface="+mn-ea"/>
                  <a:sym typeface="+mn-lt"/>
                </a:rPr>
                <a:t>行业痛点</a:t>
              </a:r>
              <a:endParaRPr lang="en-US" altLang="zh-CN" sz="1800" dirty="0">
                <a:solidFill>
                  <a:srgbClr val="063D54"/>
                </a:solidFill>
                <a:cs typeface="+mn-ea"/>
                <a:sym typeface="+mn-lt"/>
              </a:endParaRPr>
            </a:p>
          </p:txBody>
        </p:sp>
        <p:sp>
          <p:nvSpPr>
            <p:cNvPr id="62" name="PA_文本框 1">
              <a:extLst>
                <a:ext uri="{FF2B5EF4-FFF2-40B4-BE49-F238E27FC236}">
                  <a16:creationId xmlns:a16="http://schemas.microsoft.com/office/drawing/2014/main" id="{BA0F9515-D5AE-4BED-A481-29A81D6010FD}"/>
                </a:ext>
              </a:extLst>
            </p:cNvPr>
            <p:cNvSpPr txBox="1"/>
            <p:nvPr>
              <p:custDataLst>
                <p:tags r:id="rId2"/>
              </p:custDataLst>
            </p:nvPr>
          </p:nvSpPr>
          <p:spPr>
            <a:xfrm>
              <a:off x="349800" y="547081"/>
              <a:ext cx="1486542" cy="264175"/>
            </a:xfrm>
            <a:prstGeom prst="rect">
              <a:avLst/>
            </a:prstGeom>
            <a:noFill/>
          </p:spPr>
          <p:txBody>
            <a:bodyPr wrap="square" lIns="0" tIns="0" rIns="0" rtlCol="0">
              <a:spAutoFit/>
            </a:bodyPr>
            <a:lstStyle/>
            <a:p>
              <a:pPr>
                <a:lnSpc>
                  <a:spcPts val="1725"/>
                </a:lnSpc>
              </a:pPr>
              <a:r>
                <a:rPr lang="en-US" altLang="zh-CN" sz="1050" dirty="0">
                  <a:solidFill>
                    <a:srgbClr val="E7E6E6">
                      <a:lumMod val="50000"/>
                    </a:srgbClr>
                  </a:solidFill>
                  <a:cs typeface="+mn-ea"/>
                  <a:sym typeface="+mn-lt"/>
                </a:rPr>
                <a:t>TEAM INTRODUCTION</a:t>
              </a:r>
            </a:p>
          </p:txBody>
        </p:sp>
      </p:grpSp>
      <p:pic>
        <p:nvPicPr>
          <p:cNvPr id="12" name="图片 11"/>
          <p:cNvPicPr>
            <a:picLocks noChangeAspect="1"/>
          </p:cNvPicPr>
          <p:nvPr/>
        </p:nvPicPr>
        <p:blipFill>
          <a:blip r:embed="rId5"/>
          <a:stretch>
            <a:fillRect/>
          </a:stretch>
        </p:blipFill>
        <p:spPr>
          <a:xfrm>
            <a:off x="1319195" y="1429531"/>
            <a:ext cx="6505610" cy="3482194"/>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5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_矩形 2">
            <a:extLst>
              <a:ext uri="{FF2B5EF4-FFF2-40B4-BE49-F238E27FC236}">
                <a16:creationId xmlns:a16="http://schemas.microsoft.com/office/drawing/2014/main" id="{DE7714CF-4288-4227-BA0F-A241C26A7CF5}"/>
              </a:ext>
            </a:extLst>
          </p:cNvPr>
          <p:cNvSpPr/>
          <p:nvPr>
            <p:custDataLst>
              <p:tags r:id="rId2"/>
            </p:custDataLst>
          </p:nvPr>
        </p:nvSpPr>
        <p:spPr>
          <a:xfrm>
            <a:off x="1143001" y="2033588"/>
            <a:ext cx="1179910" cy="1152525"/>
          </a:xfrm>
          <a:prstGeom prst="rect">
            <a:avLst/>
          </a:prstGeom>
          <a:solidFill>
            <a:srgbClr val="063D5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en-US" altLang="zh-CN" sz="4500" dirty="0">
                <a:solidFill>
                  <a:srgbClr val="FCFCFC"/>
                </a:solidFill>
                <a:latin typeface="Gungsuh" panose="02030600000101010101" pitchFamily="18" charset="-127"/>
              </a:rPr>
              <a:t>03</a:t>
            </a:r>
            <a:endParaRPr lang="zh-CN" altLang="en-US" sz="4500" dirty="0">
              <a:solidFill>
                <a:srgbClr val="FCFCFC"/>
              </a:solidFill>
              <a:latin typeface="Gungsuh" panose="02030600000101010101" pitchFamily="18" charset="-127"/>
            </a:endParaRPr>
          </a:p>
        </p:txBody>
      </p:sp>
      <p:sp>
        <p:nvSpPr>
          <p:cNvPr id="4" name="PA_文本框 3">
            <a:extLst>
              <a:ext uri="{FF2B5EF4-FFF2-40B4-BE49-F238E27FC236}">
                <a16:creationId xmlns:a16="http://schemas.microsoft.com/office/drawing/2014/main" id="{92CF3A66-E572-4B18-A5C8-065820B5702B}"/>
              </a:ext>
            </a:extLst>
          </p:cNvPr>
          <p:cNvSpPr txBox="1"/>
          <p:nvPr>
            <p:custDataLst>
              <p:tags r:id="rId3"/>
            </p:custDataLst>
          </p:nvPr>
        </p:nvSpPr>
        <p:spPr>
          <a:xfrm>
            <a:off x="1095376" y="2045494"/>
            <a:ext cx="1227535" cy="300038"/>
          </a:xfrm>
          <a:prstGeom prst="rect">
            <a:avLst/>
          </a:prstGeom>
          <a:noFill/>
        </p:spPr>
        <p:txBody>
          <a:bodyPr lIns="0" rIns="0"/>
          <a:lstStyle/>
          <a:p>
            <a:pPr algn="r">
              <a:defRPr/>
            </a:pPr>
            <a:r>
              <a:rPr lang="en-US" altLang="zh-CN" sz="1500" spc="375" dirty="0">
                <a:solidFill>
                  <a:srgbClr val="FCFCFC"/>
                </a:solidFill>
                <a:latin typeface="Gungsuh" panose="02030600000101010101" pitchFamily="18" charset="-127"/>
              </a:rPr>
              <a:t>PART</a:t>
            </a:r>
            <a:endParaRPr lang="zh-CN" altLang="en-US" sz="1500" spc="375" dirty="0">
              <a:solidFill>
                <a:srgbClr val="FCFCFC"/>
              </a:solidFill>
              <a:latin typeface="Gungsuh" panose="02030600000101010101" pitchFamily="18" charset="-127"/>
            </a:endParaRPr>
          </a:p>
        </p:txBody>
      </p:sp>
      <p:sp>
        <p:nvSpPr>
          <p:cNvPr id="5" name="PA_文本框 4">
            <a:extLst>
              <a:ext uri="{FF2B5EF4-FFF2-40B4-BE49-F238E27FC236}">
                <a16:creationId xmlns:a16="http://schemas.microsoft.com/office/drawing/2014/main" id="{B1ACFA47-5D0F-4092-9710-34F09863DC97}"/>
              </a:ext>
            </a:extLst>
          </p:cNvPr>
          <p:cNvSpPr txBox="1"/>
          <p:nvPr>
            <p:custDataLst>
              <p:tags r:id="rId4"/>
            </p:custDataLst>
          </p:nvPr>
        </p:nvSpPr>
        <p:spPr>
          <a:xfrm>
            <a:off x="2322910" y="2234803"/>
            <a:ext cx="6071789" cy="852488"/>
          </a:xfrm>
          <a:prstGeom prst="rect">
            <a:avLst/>
          </a:prstGeom>
          <a:noFill/>
        </p:spPr>
        <p:txBody>
          <a:bodyPr rIns="270000">
            <a:normAutofit fontScale="85000" lnSpcReduction="10000"/>
          </a:bodyPr>
          <a:lstStyle/>
          <a:p>
            <a:pPr algn="r">
              <a:defRPr/>
            </a:pPr>
            <a:r>
              <a:rPr lang="en-US" altLang="zh-CN" sz="3600" dirty="0" smtClean="0">
                <a:solidFill>
                  <a:srgbClr val="063D54">
                    <a:lumMod val="75000"/>
                  </a:srgbClr>
                </a:solidFill>
              </a:rPr>
              <a:t>OPS-IPS</a:t>
            </a:r>
            <a:r>
              <a:rPr lang="zh-CN" altLang="en-US" sz="3600" dirty="0" smtClean="0">
                <a:solidFill>
                  <a:srgbClr val="063D54">
                    <a:lumMod val="75000"/>
                  </a:srgbClr>
                </a:solidFill>
              </a:rPr>
              <a:t>生产调度系统架构与方案</a:t>
            </a:r>
            <a:endParaRPr lang="zh-CN" altLang="en-US" sz="3600" dirty="0">
              <a:solidFill>
                <a:srgbClr val="063D54">
                  <a:lumMod val="75000"/>
                </a:srgbClr>
              </a:solidFill>
            </a:endParaRPr>
          </a:p>
        </p:txBody>
      </p:sp>
      <p:cxnSp>
        <p:nvCxnSpPr>
          <p:cNvPr id="10" name="PA_直接连接符 9">
            <a:extLst>
              <a:ext uri="{FF2B5EF4-FFF2-40B4-BE49-F238E27FC236}">
                <a16:creationId xmlns:a16="http://schemas.microsoft.com/office/drawing/2014/main" id="{561E68A9-2C5E-454D-BB49-D6BFF6B5B250}"/>
              </a:ext>
            </a:extLst>
          </p:cNvPr>
          <p:cNvCxnSpPr>
            <a:cxnSpLocks/>
          </p:cNvCxnSpPr>
          <p:nvPr>
            <p:custDataLst>
              <p:tags r:id="rId5"/>
            </p:custDataLst>
          </p:nvPr>
        </p:nvCxnSpPr>
        <p:spPr>
          <a:xfrm>
            <a:off x="2612572" y="2886075"/>
            <a:ext cx="5388428"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722880255"/>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4" grpId="0"/>
      <p:bldP spid="5"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文本框 1">
            <a:extLst>
              <a:ext uri="{FF2B5EF4-FFF2-40B4-BE49-F238E27FC236}">
                <a16:creationId xmlns:a16="http://schemas.microsoft.com/office/drawing/2014/main" id="{174FDDA8-7B03-ADD1-36A4-039A26756182}"/>
              </a:ext>
            </a:extLst>
          </p:cNvPr>
          <p:cNvSpPr txBox="1"/>
          <p:nvPr>
            <p:custDataLst>
              <p:tags r:id="rId1"/>
            </p:custDataLst>
          </p:nvPr>
        </p:nvSpPr>
        <p:spPr>
          <a:xfrm>
            <a:off x="0" y="270568"/>
            <a:ext cx="9144000" cy="392415"/>
          </a:xfrm>
          <a:prstGeom prst="rect">
            <a:avLst/>
          </a:prstGeom>
          <a:noFill/>
        </p:spPr>
        <p:txBody>
          <a:bodyPr wrap="square" lIns="0" tIns="0" rIns="0" rtlCol="0">
            <a:spAutoFit/>
          </a:bodyPr>
          <a:lstStyle/>
          <a:p>
            <a:pPr>
              <a:lnSpc>
                <a:spcPts val="2700"/>
              </a:lnSpc>
            </a:pPr>
            <a:r>
              <a:rPr lang="en-US" altLang="zh-CN" sz="1800" dirty="0">
                <a:solidFill>
                  <a:srgbClr val="063D54"/>
                </a:solidFill>
                <a:cs typeface="+mn-ea"/>
                <a:sym typeface="+mn-lt"/>
              </a:rPr>
              <a:t>          2.1 </a:t>
            </a:r>
            <a:r>
              <a:rPr lang="en-US" altLang="zh-CN" sz="1800" dirty="0" smtClean="0">
                <a:solidFill>
                  <a:srgbClr val="063D54"/>
                </a:solidFill>
                <a:cs typeface="+mn-ea"/>
                <a:sym typeface="+mn-lt"/>
              </a:rPr>
              <a:t>OPS</a:t>
            </a:r>
            <a:r>
              <a:rPr lang="zh-CN" altLang="en-US" sz="1800" dirty="0" smtClean="0">
                <a:solidFill>
                  <a:srgbClr val="063D54"/>
                </a:solidFill>
                <a:cs typeface="+mn-ea"/>
                <a:sym typeface="+mn-lt"/>
              </a:rPr>
              <a:t>月度</a:t>
            </a:r>
            <a:r>
              <a:rPr lang="zh-CN" altLang="en-US" sz="1800" dirty="0">
                <a:solidFill>
                  <a:srgbClr val="063D54"/>
                </a:solidFill>
                <a:cs typeface="+mn-ea"/>
                <a:sym typeface="+mn-lt"/>
              </a:rPr>
              <a:t>计划</a:t>
            </a:r>
            <a:endParaRPr lang="en-US" altLang="zh-CN" sz="1800" dirty="0">
              <a:solidFill>
                <a:srgbClr val="063D54"/>
              </a:solidFill>
              <a:cs typeface="+mn-ea"/>
              <a:sym typeface="+mn-lt"/>
            </a:endParaRPr>
          </a:p>
        </p:txBody>
      </p:sp>
      <p:sp>
        <p:nvSpPr>
          <p:cNvPr id="17" name="Rectangle 2">
            <a:extLst>
              <a:ext uri="{FF2B5EF4-FFF2-40B4-BE49-F238E27FC236}">
                <a16:creationId xmlns:a16="http://schemas.microsoft.com/office/drawing/2014/main" id="{B5651D8D-1A58-714A-9AF4-5E01DEAA98F9}"/>
              </a:ext>
            </a:extLst>
          </p:cNvPr>
          <p:cNvSpPr>
            <a:spLocks noChangeArrowheads="1"/>
          </p:cNvSpPr>
          <p:nvPr/>
        </p:nvSpPr>
        <p:spPr bwMode="auto">
          <a:xfrm>
            <a:off x="256911" y="865287"/>
            <a:ext cx="1264691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4" name="图片 3">
            <a:extLst>
              <a:ext uri="{FF2B5EF4-FFF2-40B4-BE49-F238E27FC236}">
                <a16:creationId xmlns:a16="http://schemas.microsoft.com/office/drawing/2014/main" id="{61359079-FF6F-816C-8EC7-C459AD7FF9E1}"/>
              </a:ext>
            </a:extLst>
          </p:cNvPr>
          <p:cNvPicPr>
            <a:picLocks noChangeAspect="1"/>
          </p:cNvPicPr>
          <p:nvPr/>
        </p:nvPicPr>
        <p:blipFill>
          <a:blip r:embed="rId3"/>
          <a:stretch>
            <a:fillRect/>
          </a:stretch>
        </p:blipFill>
        <p:spPr>
          <a:xfrm>
            <a:off x="1273603" y="636053"/>
            <a:ext cx="6596794" cy="4292285"/>
          </a:xfrm>
          <a:prstGeom prst="rect">
            <a:avLst/>
          </a:prstGeom>
        </p:spPr>
      </p:pic>
    </p:spTree>
    <p:extLst>
      <p:ext uri="{BB962C8B-B14F-4D97-AF65-F5344CB8AC3E}">
        <p14:creationId xmlns:p14="http://schemas.microsoft.com/office/powerpoint/2010/main" val="392717807"/>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文本框 1">
            <a:extLst>
              <a:ext uri="{FF2B5EF4-FFF2-40B4-BE49-F238E27FC236}">
                <a16:creationId xmlns:a16="http://schemas.microsoft.com/office/drawing/2014/main" id="{174FDDA8-7B03-ADD1-36A4-039A26756182}"/>
              </a:ext>
            </a:extLst>
          </p:cNvPr>
          <p:cNvSpPr txBox="1"/>
          <p:nvPr>
            <p:custDataLst>
              <p:tags r:id="rId1"/>
            </p:custDataLst>
          </p:nvPr>
        </p:nvSpPr>
        <p:spPr>
          <a:xfrm>
            <a:off x="0" y="270568"/>
            <a:ext cx="9144000" cy="392415"/>
          </a:xfrm>
          <a:prstGeom prst="rect">
            <a:avLst/>
          </a:prstGeom>
          <a:noFill/>
        </p:spPr>
        <p:txBody>
          <a:bodyPr wrap="square" lIns="0" tIns="0" rIns="0" rtlCol="0">
            <a:spAutoFit/>
          </a:bodyPr>
          <a:lstStyle/>
          <a:p>
            <a:pPr>
              <a:lnSpc>
                <a:spcPts val="2700"/>
              </a:lnSpc>
            </a:pPr>
            <a:r>
              <a:rPr lang="en-US" altLang="zh-CN" sz="1800" dirty="0">
                <a:solidFill>
                  <a:srgbClr val="063D54"/>
                </a:solidFill>
                <a:cs typeface="+mn-ea"/>
                <a:sym typeface="+mn-lt"/>
              </a:rPr>
              <a:t>          2.2 </a:t>
            </a:r>
            <a:r>
              <a:rPr lang="en-US" altLang="zh-CN" sz="1800" dirty="0" smtClean="0">
                <a:solidFill>
                  <a:srgbClr val="063D54"/>
                </a:solidFill>
                <a:cs typeface="+mn-ea"/>
                <a:sym typeface="+mn-lt"/>
              </a:rPr>
              <a:t>OPS</a:t>
            </a:r>
            <a:r>
              <a:rPr lang="zh-CN" altLang="en-US" sz="1800" dirty="0" smtClean="0">
                <a:solidFill>
                  <a:srgbClr val="063D54"/>
                </a:solidFill>
                <a:cs typeface="+mn-ea"/>
                <a:sym typeface="+mn-lt"/>
              </a:rPr>
              <a:t>周</a:t>
            </a:r>
            <a:r>
              <a:rPr lang="zh-CN" altLang="en-US" sz="1800" dirty="0">
                <a:solidFill>
                  <a:srgbClr val="063D54"/>
                </a:solidFill>
                <a:cs typeface="+mn-ea"/>
                <a:sym typeface="+mn-lt"/>
              </a:rPr>
              <a:t>度计划</a:t>
            </a:r>
            <a:endParaRPr lang="en-US" altLang="zh-CN" sz="1800" dirty="0">
              <a:solidFill>
                <a:srgbClr val="063D54"/>
              </a:solidFill>
              <a:cs typeface="+mn-ea"/>
              <a:sym typeface="+mn-lt"/>
            </a:endParaRPr>
          </a:p>
        </p:txBody>
      </p:sp>
      <p:sp>
        <p:nvSpPr>
          <p:cNvPr id="17" name="Rectangle 2">
            <a:extLst>
              <a:ext uri="{FF2B5EF4-FFF2-40B4-BE49-F238E27FC236}">
                <a16:creationId xmlns:a16="http://schemas.microsoft.com/office/drawing/2014/main" id="{B5651D8D-1A58-714A-9AF4-5E01DEAA98F9}"/>
              </a:ext>
            </a:extLst>
          </p:cNvPr>
          <p:cNvSpPr>
            <a:spLocks noChangeArrowheads="1"/>
          </p:cNvSpPr>
          <p:nvPr/>
        </p:nvSpPr>
        <p:spPr bwMode="auto">
          <a:xfrm>
            <a:off x="256911" y="865287"/>
            <a:ext cx="1264691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31029DAC-4EF2-D200-0DBC-B9AC8901246A}"/>
              </a:ext>
            </a:extLst>
          </p:cNvPr>
          <p:cNvPicPr>
            <a:picLocks noChangeAspect="1"/>
          </p:cNvPicPr>
          <p:nvPr/>
        </p:nvPicPr>
        <p:blipFill>
          <a:blip r:embed="rId3"/>
          <a:stretch>
            <a:fillRect/>
          </a:stretch>
        </p:blipFill>
        <p:spPr>
          <a:xfrm>
            <a:off x="1673520" y="648901"/>
            <a:ext cx="5796959" cy="4208885"/>
          </a:xfrm>
          <a:prstGeom prst="rect">
            <a:avLst/>
          </a:prstGeom>
        </p:spPr>
      </p:pic>
    </p:spTree>
    <p:extLst>
      <p:ext uri="{BB962C8B-B14F-4D97-AF65-F5344CB8AC3E}">
        <p14:creationId xmlns:p14="http://schemas.microsoft.com/office/powerpoint/2010/main" val="2105821238"/>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文本框 1">
            <a:extLst>
              <a:ext uri="{FF2B5EF4-FFF2-40B4-BE49-F238E27FC236}">
                <a16:creationId xmlns:a16="http://schemas.microsoft.com/office/drawing/2014/main" id="{174FDDA8-7B03-ADD1-36A4-039A26756182}"/>
              </a:ext>
            </a:extLst>
          </p:cNvPr>
          <p:cNvSpPr txBox="1"/>
          <p:nvPr>
            <p:custDataLst>
              <p:tags r:id="rId1"/>
            </p:custDataLst>
          </p:nvPr>
        </p:nvSpPr>
        <p:spPr>
          <a:xfrm>
            <a:off x="0" y="270568"/>
            <a:ext cx="9144000" cy="392415"/>
          </a:xfrm>
          <a:prstGeom prst="rect">
            <a:avLst/>
          </a:prstGeom>
          <a:noFill/>
        </p:spPr>
        <p:txBody>
          <a:bodyPr wrap="square" lIns="0" tIns="0" rIns="0" rtlCol="0">
            <a:spAutoFit/>
          </a:bodyPr>
          <a:lstStyle/>
          <a:p>
            <a:pPr>
              <a:lnSpc>
                <a:spcPts val="2700"/>
              </a:lnSpc>
            </a:pPr>
            <a:r>
              <a:rPr lang="en-US" altLang="zh-CN" sz="1800" dirty="0">
                <a:solidFill>
                  <a:srgbClr val="063D54"/>
                </a:solidFill>
                <a:cs typeface="+mn-ea"/>
                <a:sym typeface="+mn-lt"/>
              </a:rPr>
              <a:t>          2.3 </a:t>
            </a:r>
            <a:r>
              <a:rPr lang="en-US" altLang="zh-CN" sz="1800" dirty="0" smtClean="0">
                <a:solidFill>
                  <a:srgbClr val="063D54"/>
                </a:solidFill>
                <a:cs typeface="+mn-ea"/>
                <a:sym typeface="+mn-lt"/>
              </a:rPr>
              <a:t>OSP</a:t>
            </a:r>
            <a:r>
              <a:rPr lang="zh-CN" altLang="en-US" sz="1800" dirty="0" smtClean="0">
                <a:solidFill>
                  <a:srgbClr val="063D54"/>
                </a:solidFill>
                <a:cs typeface="+mn-ea"/>
                <a:sym typeface="+mn-lt"/>
              </a:rPr>
              <a:t>作业计划</a:t>
            </a:r>
            <a:r>
              <a:rPr lang="en-US" altLang="zh-CN" sz="1800" dirty="0" smtClean="0">
                <a:solidFill>
                  <a:srgbClr val="063D54"/>
                </a:solidFill>
                <a:cs typeface="+mn-ea"/>
                <a:sym typeface="+mn-lt"/>
              </a:rPr>
              <a:t>-</a:t>
            </a:r>
            <a:r>
              <a:rPr lang="zh-CN" altLang="en-US" sz="1800" dirty="0" smtClean="0">
                <a:solidFill>
                  <a:srgbClr val="063D54"/>
                </a:solidFill>
                <a:cs typeface="+mn-ea"/>
                <a:sym typeface="+mn-lt"/>
              </a:rPr>
              <a:t>时序</a:t>
            </a:r>
            <a:r>
              <a:rPr lang="zh-CN" altLang="en-US" sz="1800" dirty="0">
                <a:solidFill>
                  <a:srgbClr val="063D54"/>
                </a:solidFill>
                <a:cs typeface="+mn-ea"/>
                <a:sym typeface="+mn-lt"/>
              </a:rPr>
              <a:t>优化子系统</a:t>
            </a:r>
            <a:endParaRPr lang="en-US" altLang="zh-CN" sz="1800" dirty="0">
              <a:solidFill>
                <a:srgbClr val="063D54"/>
              </a:solidFill>
              <a:cs typeface="+mn-ea"/>
              <a:sym typeface="+mn-lt"/>
            </a:endParaRPr>
          </a:p>
        </p:txBody>
      </p:sp>
      <p:sp>
        <p:nvSpPr>
          <p:cNvPr id="17" name="Rectangle 2">
            <a:extLst>
              <a:ext uri="{FF2B5EF4-FFF2-40B4-BE49-F238E27FC236}">
                <a16:creationId xmlns:a16="http://schemas.microsoft.com/office/drawing/2014/main" id="{B5651D8D-1A58-714A-9AF4-5E01DEAA98F9}"/>
              </a:ext>
            </a:extLst>
          </p:cNvPr>
          <p:cNvSpPr>
            <a:spLocks noChangeArrowheads="1"/>
          </p:cNvSpPr>
          <p:nvPr/>
        </p:nvSpPr>
        <p:spPr bwMode="auto">
          <a:xfrm>
            <a:off x="256911" y="865287"/>
            <a:ext cx="1264691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4" name="图片 3">
            <a:extLst>
              <a:ext uri="{FF2B5EF4-FFF2-40B4-BE49-F238E27FC236}">
                <a16:creationId xmlns:a16="http://schemas.microsoft.com/office/drawing/2014/main" id="{036C70F4-3A8C-2417-1231-791954F32255}"/>
              </a:ext>
            </a:extLst>
          </p:cNvPr>
          <p:cNvPicPr>
            <a:picLocks noChangeAspect="1"/>
          </p:cNvPicPr>
          <p:nvPr/>
        </p:nvPicPr>
        <p:blipFill>
          <a:blip r:embed="rId3"/>
          <a:stretch>
            <a:fillRect/>
          </a:stretch>
        </p:blipFill>
        <p:spPr>
          <a:xfrm>
            <a:off x="687309" y="843649"/>
            <a:ext cx="3206643" cy="1051696"/>
          </a:xfrm>
          <a:prstGeom prst="rect">
            <a:avLst/>
          </a:prstGeom>
        </p:spPr>
      </p:pic>
      <p:pic>
        <p:nvPicPr>
          <p:cNvPr id="5" name="图片 4">
            <a:extLst>
              <a:ext uri="{FF2B5EF4-FFF2-40B4-BE49-F238E27FC236}">
                <a16:creationId xmlns:a16="http://schemas.microsoft.com/office/drawing/2014/main" id="{06EACEC9-BD33-0856-04CC-E33330EE1D99}"/>
              </a:ext>
            </a:extLst>
          </p:cNvPr>
          <p:cNvPicPr>
            <a:picLocks noChangeAspect="1"/>
          </p:cNvPicPr>
          <p:nvPr/>
        </p:nvPicPr>
        <p:blipFill>
          <a:blip r:embed="rId4"/>
          <a:stretch>
            <a:fillRect/>
          </a:stretch>
        </p:blipFill>
        <p:spPr>
          <a:xfrm>
            <a:off x="4535244" y="727540"/>
            <a:ext cx="4529620" cy="1571160"/>
          </a:xfrm>
          <a:prstGeom prst="rect">
            <a:avLst/>
          </a:prstGeom>
        </p:spPr>
      </p:pic>
      <p:pic>
        <p:nvPicPr>
          <p:cNvPr id="6" name="图片 5">
            <a:extLst>
              <a:ext uri="{FF2B5EF4-FFF2-40B4-BE49-F238E27FC236}">
                <a16:creationId xmlns:a16="http://schemas.microsoft.com/office/drawing/2014/main" id="{4CF13CC5-C819-94CB-3A6F-DB1BC649FB50}"/>
              </a:ext>
            </a:extLst>
          </p:cNvPr>
          <p:cNvPicPr>
            <a:picLocks noChangeAspect="1"/>
          </p:cNvPicPr>
          <p:nvPr/>
        </p:nvPicPr>
        <p:blipFill>
          <a:blip r:embed="rId5"/>
          <a:stretch>
            <a:fillRect/>
          </a:stretch>
        </p:blipFill>
        <p:spPr>
          <a:xfrm>
            <a:off x="687309" y="2806700"/>
            <a:ext cx="3726260" cy="1308100"/>
          </a:xfrm>
          <a:prstGeom prst="rect">
            <a:avLst/>
          </a:prstGeom>
        </p:spPr>
      </p:pic>
      <p:pic>
        <p:nvPicPr>
          <p:cNvPr id="7" name="图片 6">
            <a:extLst>
              <a:ext uri="{FF2B5EF4-FFF2-40B4-BE49-F238E27FC236}">
                <a16:creationId xmlns:a16="http://schemas.microsoft.com/office/drawing/2014/main" id="{73784A99-9423-CDC5-FE6A-7D1D45B14D4C}"/>
              </a:ext>
            </a:extLst>
          </p:cNvPr>
          <p:cNvPicPr>
            <a:picLocks noChangeAspect="1"/>
          </p:cNvPicPr>
          <p:nvPr/>
        </p:nvPicPr>
        <p:blipFill>
          <a:blip r:embed="rId6"/>
          <a:stretch>
            <a:fillRect/>
          </a:stretch>
        </p:blipFill>
        <p:spPr>
          <a:xfrm>
            <a:off x="4535245" y="2857500"/>
            <a:ext cx="4208706" cy="1169723"/>
          </a:xfrm>
          <a:prstGeom prst="rect">
            <a:avLst/>
          </a:prstGeom>
        </p:spPr>
      </p:pic>
    </p:spTree>
    <p:extLst>
      <p:ext uri="{BB962C8B-B14F-4D97-AF65-F5344CB8AC3E}">
        <p14:creationId xmlns:p14="http://schemas.microsoft.com/office/powerpoint/2010/main" val="930148359"/>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文本框 1">
            <a:extLst>
              <a:ext uri="{FF2B5EF4-FFF2-40B4-BE49-F238E27FC236}">
                <a16:creationId xmlns:a16="http://schemas.microsoft.com/office/drawing/2014/main" id="{174FDDA8-7B03-ADD1-36A4-039A26756182}"/>
              </a:ext>
            </a:extLst>
          </p:cNvPr>
          <p:cNvSpPr txBox="1"/>
          <p:nvPr>
            <p:custDataLst>
              <p:tags r:id="rId1"/>
            </p:custDataLst>
          </p:nvPr>
        </p:nvSpPr>
        <p:spPr>
          <a:xfrm>
            <a:off x="0" y="270568"/>
            <a:ext cx="9144000" cy="392415"/>
          </a:xfrm>
          <a:prstGeom prst="rect">
            <a:avLst/>
          </a:prstGeom>
          <a:noFill/>
        </p:spPr>
        <p:txBody>
          <a:bodyPr wrap="square" lIns="0" tIns="0" rIns="0" rtlCol="0">
            <a:spAutoFit/>
          </a:bodyPr>
          <a:lstStyle/>
          <a:p>
            <a:pPr>
              <a:lnSpc>
                <a:spcPts val="2700"/>
              </a:lnSpc>
            </a:pPr>
            <a:r>
              <a:rPr lang="en-US" altLang="zh-CN" sz="1800" dirty="0">
                <a:solidFill>
                  <a:srgbClr val="063D54"/>
                </a:solidFill>
                <a:cs typeface="+mn-ea"/>
                <a:sym typeface="+mn-lt"/>
              </a:rPr>
              <a:t>          2.3 </a:t>
            </a:r>
            <a:r>
              <a:rPr lang="en-US" altLang="zh-CN" sz="1800" dirty="0" smtClean="0">
                <a:solidFill>
                  <a:srgbClr val="063D54"/>
                </a:solidFill>
                <a:cs typeface="+mn-ea"/>
                <a:sym typeface="+mn-lt"/>
              </a:rPr>
              <a:t>OPS-IPS</a:t>
            </a:r>
            <a:r>
              <a:rPr lang="zh-CN" altLang="en-US" sz="1800" dirty="0">
                <a:solidFill>
                  <a:srgbClr val="063D54"/>
                </a:solidFill>
                <a:cs typeface="+mn-ea"/>
                <a:sym typeface="+mn-lt"/>
              </a:rPr>
              <a:t>双层</a:t>
            </a:r>
            <a:r>
              <a:rPr lang="zh-CN" altLang="en-US" sz="1800" dirty="0" smtClean="0">
                <a:solidFill>
                  <a:srgbClr val="063D54"/>
                </a:solidFill>
                <a:cs typeface="+mn-ea"/>
                <a:sym typeface="+mn-lt"/>
              </a:rPr>
              <a:t>交互</a:t>
            </a:r>
            <a:endParaRPr lang="en-US" altLang="zh-CN" sz="1800" dirty="0">
              <a:solidFill>
                <a:srgbClr val="063D54"/>
              </a:solidFill>
              <a:cs typeface="+mn-ea"/>
              <a:sym typeface="+mn-lt"/>
            </a:endParaRPr>
          </a:p>
        </p:txBody>
      </p:sp>
      <p:sp>
        <p:nvSpPr>
          <p:cNvPr id="17" name="Rectangle 2">
            <a:extLst>
              <a:ext uri="{FF2B5EF4-FFF2-40B4-BE49-F238E27FC236}">
                <a16:creationId xmlns:a16="http://schemas.microsoft.com/office/drawing/2014/main" id="{B5651D8D-1A58-714A-9AF4-5E01DEAA98F9}"/>
              </a:ext>
            </a:extLst>
          </p:cNvPr>
          <p:cNvSpPr>
            <a:spLocks noChangeArrowheads="1"/>
          </p:cNvSpPr>
          <p:nvPr/>
        </p:nvSpPr>
        <p:spPr bwMode="auto">
          <a:xfrm>
            <a:off x="256911" y="865287"/>
            <a:ext cx="1264691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pic>
        <p:nvPicPr>
          <p:cNvPr id="3" name="图片 2">
            <a:extLst>
              <a:ext uri="{FF2B5EF4-FFF2-40B4-BE49-F238E27FC236}">
                <a16:creationId xmlns:a16="http://schemas.microsoft.com/office/drawing/2014/main" id="{55ADF4F2-00D5-85CA-B5D8-AEE4EE72D525}"/>
              </a:ext>
            </a:extLst>
          </p:cNvPr>
          <p:cNvPicPr>
            <a:picLocks noChangeAspect="1"/>
          </p:cNvPicPr>
          <p:nvPr/>
        </p:nvPicPr>
        <p:blipFill>
          <a:blip r:embed="rId3"/>
          <a:stretch>
            <a:fillRect/>
          </a:stretch>
        </p:blipFill>
        <p:spPr>
          <a:xfrm>
            <a:off x="1021143" y="636053"/>
            <a:ext cx="7101713" cy="4203401"/>
          </a:xfrm>
          <a:prstGeom prst="rect">
            <a:avLst/>
          </a:prstGeom>
        </p:spPr>
      </p:pic>
    </p:spTree>
    <p:extLst>
      <p:ext uri="{BB962C8B-B14F-4D97-AF65-F5344CB8AC3E}">
        <p14:creationId xmlns:p14="http://schemas.microsoft.com/office/powerpoint/2010/main" val="792598936"/>
      </p:ext>
    </p:extLst>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_文本框 1">
            <a:extLst>
              <a:ext uri="{FF2B5EF4-FFF2-40B4-BE49-F238E27FC236}">
                <a16:creationId xmlns:a16="http://schemas.microsoft.com/office/drawing/2014/main" id="{174FDDA8-7B03-ADD1-36A4-039A26756182}"/>
              </a:ext>
            </a:extLst>
          </p:cNvPr>
          <p:cNvSpPr txBox="1"/>
          <p:nvPr>
            <p:custDataLst>
              <p:tags r:id="rId2"/>
            </p:custDataLst>
          </p:nvPr>
        </p:nvSpPr>
        <p:spPr>
          <a:xfrm>
            <a:off x="0" y="270568"/>
            <a:ext cx="9144000" cy="392415"/>
          </a:xfrm>
          <a:prstGeom prst="rect">
            <a:avLst/>
          </a:prstGeom>
          <a:noFill/>
        </p:spPr>
        <p:txBody>
          <a:bodyPr wrap="square" lIns="0" tIns="0" rIns="0" rtlCol="0">
            <a:spAutoFit/>
          </a:bodyPr>
          <a:lstStyle/>
          <a:p>
            <a:pPr>
              <a:lnSpc>
                <a:spcPts val="2700"/>
              </a:lnSpc>
            </a:pPr>
            <a:r>
              <a:rPr lang="en-US" altLang="zh-CN" sz="1800" dirty="0">
                <a:solidFill>
                  <a:srgbClr val="063D54"/>
                </a:solidFill>
                <a:cs typeface="+mn-ea"/>
                <a:sym typeface="+mn-lt"/>
              </a:rPr>
              <a:t>          2.4 </a:t>
            </a:r>
            <a:r>
              <a:rPr lang="en-US" altLang="zh-CN" sz="1800" dirty="0" smtClean="0">
                <a:solidFill>
                  <a:srgbClr val="063D54">
                    <a:lumMod val="75000"/>
                  </a:srgbClr>
                </a:solidFill>
              </a:rPr>
              <a:t>OPS-IPS</a:t>
            </a:r>
            <a:r>
              <a:rPr lang="zh-CN" altLang="en-US" sz="1800" dirty="0" smtClean="0">
                <a:solidFill>
                  <a:srgbClr val="063D54"/>
                </a:solidFill>
                <a:cs typeface="+mn-ea"/>
                <a:sym typeface="+mn-lt"/>
              </a:rPr>
              <a:t>协同优化</a:t>
            </a:r>
            <a:r>
              <a:rPr lang="zh-CN" altLang="en-US" sz="1800" dirty="0" smtClean="0">
                <a:solidFill>
                  <a:srgbClr val="063D54">
                    <a:lumMod val="75000"/>
                  </a:srgbClr>
                </a:solidFill>
              </a:rPr>
              <a:t>生产</a:t>
            </a:r>
            <a:r>
              <a:rPr lang="zh-CN" altLang="en-US" sz="1800" dirty="0">
                <a:solidFill>
                  <a:srgbClr val="063D54">
                    <a:lumMod val="75000"/>
                  </a:srgbClr>
                </a:solidFill>
              </a:rPr>
              <a:t>调度</a:t>
            </a:r>
            <a:r>
              <a:rPr lang="zh-CN" altLang="en-US" sz="1800" dirty="0" smtClean="0">
                <a:solidFill>
                  <a:srgbClr val="063D54">
                    <a:lumMod val="75000"/>
                  </a:srgbClr>
                </a:solidFill>
              </a:rPr>
              <a:t>系统</a:t>
            </a:r>
            <a:r>
              <a:rPr lang="zh-CN" altLang="en-US" sz="1800" dirty="0" smtClean="0">
                <a:solidFill>
                  <a:srgbClr val="063D54"/>
                </a:solidFill>
                <a:cs typeface="+mn-ea"/>
                <a:sym typeface="+mn-lt"/>
              </a:rPr>
              <a:t>总体框架</a:t>
            </a:r>
            <a:endParaRPr lang="en-US" altLang="zh-CN" sz="1800" dirty="0">
              <a:solidFill>
                <a:srgbClr val="063D54"/>
              </a:solidFill>
              <a:cs typeface="+mn-ea"/>
              <a:sym typeface="+mn-lt"/>
            </a:endParaRPr>
          </a:p>
        </p:txBody>
      </p:sp>
      <p:sp>
        <p:nvSpPr>
          <p:cNvPr id="17" name="Rectangle 2">
            <a:extLst>
              <a:ext uri="{FF2B5EF4-FFF2-40B4-BE49-F238E27FC236}">
                <a16:creationId xmlns:a16="http://schemas.microsoft.com/office/drawing/2014/main" id="{B5651D8D-1A58-714A-9AF4-5E01DEAA98F9}"/>
              </a:ext>
            </a:extLst>
          </p:cNvPr>
          <p:cNvSpPr>
            <a:spLocks noChangeArrowheads="1"/>
          </p:cNvSpPr>
          <p:nvPr/>
        </p:nvSpPr>
        <p:spPr bwMode="auto">
          <a:xfrm>
            <a:off x="256911" y="865287"/>
            <a:ext cx="12646919"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4" name="Rectangle 2">
            <a:extLst>
              <a:ext uri="{FF2B5EF4-FFF2-40B4-BE49-F238E27FC236}">
                <a16:creationId xmlns:a16="http://schemas.microsoft.com/office/drawing/2014/main" id="{6FB8EFBE-C7B2-5716-3B53-9EB203FBBE2D}"/>
              </a:ext>
            </a:extLst>
          </p:cNvPr>
          <p:cNvSpPr>
            <a:spLocks noChangeArrowheads="1"/>
          </p:cNvSpPr>
          <p:nvPr/>
        </p:nvSpPr>
        <p:spPr bwMode="auto">
          <a:xfrm>
            <a:off x="637953" y="715925"/>
            <a:ext cx="122290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6F178BD2-CF4D-B9D8-72AB-E214F9AB5218}"/>
              </a:ext>
            </a:extLst>
          </p:cNvPr>
          <p:cNvGraphicFramePr>
            <a:graphicFrameLocks noChangeAspect="1"/>
          </p:cNvGraphicFramePr>
          <p:nvPr>
            <p:extLst/>
          </p:nvPr>
        </p:nvGraphicFramePr>
        <p:xfrm>
          <a:off x="637953" y="1244896"/>
          <a:ext cx="7568259" cy="3182679"/>
        </p:xfrm>
        <a:graphic>
          <a:graphicData uri="http://schemas.openxmlformats.org/presentationml/2006/ole">
            <mc:AlternateContent xmlns:mc="http://schemas.openxmlformats.org/markup-compatibility/2006">
              <mc:Choice xmlns:v="urn:schemas-microsoft-com:vml" Requires="v">
                <p:oleObj spid="_x0000_s1028" name="Visio" r:id="rId4" imgW="11635907" imgH="4892270" progId="Visio.Drawing.15">
                  <p:embed/>
                </p:oleObj>
              </mc:Choice>
              <mc:Fallback>
                <p:oleObj name="Visio" r:id="rId4" imgW="11635907" imgH="4892270" progId="Visio.Drawing.15">
                  <p:embed/>
                  <p:pic>
                    <p:nvPicPr>
                      <p:cNvPr id="5" name="对象 4">
                        <a:extLst>
                          <a:ext uri="{FF2B5EF4-FFF2-40B4-BE49-F238E27FC236}">
                            <a16:creationId xmlns:a16="http://schemas.microsoft.com/office/drawing/2014/main" id="{6F178BD2-CF4D-B9D8-72AB-E214F9AB52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953" y="1244896"/>
                        <a:ext cx="7568259" cy="3182679"/>
                      </a:xfrm>
                      <a:prstGeom prst="rect">
                        <a:avLst/>
                      </a:prstGeom>
                      <a:noFill/>
                    </p:spPr>
                  </p:pic>
                </p:oleObj>
              </mc:Fallback>
            </mc:AlternateContent>
          </a:graphicData>
        </a:graphic>
      </p:graphicFrame>
    </p:spTree>
    <p:extLst>
      <p:ext uri="{BB962C8B-B14F-4D97-AF65-F5344CB8AC3E}">
        <p14:creationId xmlns:p14="http://schemas.microsoft.com/office/powerpoint/2010/main" val="3191636114"/>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_矩形 2">
            <a:extLst>
              <a:ext uri="{FF2B5EF4-FFF2-40B4-BE49-F238E27FC236}">
                <a16:creationId xmlns:a16="http://schemas.microsoft.com/office/drawing/2014/main" id="{DE7714CF-4288-4227-BA0F-A241C26A7CF5}"/>
              </a:ext>
            </a:extLst>
          </p:cNvPr>
          <p:cNvSpPr/>
          <p:nvPr>
            <p:custDataLst>
              <p:tags r:id="rId2"/>
            </p:custDataLst>
          </p:nvPr>
        </p:nvSpPr>
        <p:spPr>
          <a:xfrm>
            <a:off x="1143001" y="2033588"/>
            <a:ext cx="1179910" cy="1152525"/>
          </a:xfrm>
          <a:prstGeom prst="rect">
            <a:avLst/>
          </a:prstGeom>
          <a:solidFill>
            <a:srgbClr val="063D5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en-US" altLang="zh-CN" sz="4500" dirty="0" smtClean="0">
                <a:solidFill>
                  <a:srgbClr val="FCFCFC"/>
                </a:solidFill>
                <a:latin typeface="Gungsuh" panose="02030600000101010101" pitchFamily="18" charset="-127"/>
              </a:rPr>
              <a:t>04</a:t>
            </a:r>
            <a:endParaRPr lang="zh-CN" altLang="en-US" sz="4500" dirty="0">
              <a:solidFill>
                <a:srgbClr val="FCFCFC"/>
              </a:solidFill>
              <a:latin typeface="Gungsuh" panose="02030600000101010101" pitchFamily="18" charset="-127"/>
            </a:endParaRPr>
          </a:p>
        </p:txBody>
      </p:sp>
      <p:sp>
        <p:nvSpPr>
          <p:cNvPr id="4" name="PA_文本框 3">
            <a:extLst>
              <a:ext uri="{FF2B5EF4-FFF2-40B4-BE49-F238E27FC236}">
                <a16:creationId xmlns:a16="http://schemas.microsoft.com/office/drawing/2014/main" id="{92CF3A66-E572-4B18-A5C8-065820B5702B}"/>
              </a:ext>
            </a:extLst>
          </p:cNvPr>
          <p:cNvSpPr txBox="1"/>
          <p:nvPr>
            <p:custDataLst>
              <p:tags r:id="rId3"/>
            </p:custDataLst>
          </p:nvPr>
        </p:nvSpPr>
        <p:spPr>
          <a:xfrm>
            <a:off x="1095376" y="2045494"/>
            <a:ext cx="1227535" cy="300038"/>
          </a:xfrm>
          <a:prstGeom prst="rect">
            <a:avLst/>
          </a:prstGeom>
          <a:noFill/>
        </p:spPr>
        <p:txBody>
          <a:bodyPr lIns="0" rIns="0"/>
          <a:lstStyle/>
          <a:p>
            <a:pPr algn="r">
              <a:defRPr/>
            </a:pPr>
            <a:r>
              <a:rPr lang="en-US" altLang="zh-CN" sz="1500" spc="375" dirty="0">
                <a:solidFill>
                  <a:srgbClr val="FCFCFC"/>
                </a:solidFill>
                <a:latin typeface="Gungsuh" panose="02030600000101010101" pitchFamily="18" charset="-127"/>
              </a:rPr>
              <a:t>PART</a:t>
            </a:r>
            <a:endParaRPr lang="zh-CN" altLang="en-US" sz="1500" spc="375" dirty="0">
              <a:solidFill>
                <a:srgbClr val="FCFCFC"/>
              </a:solidFill>
              <a:latin typeface="Gungsuh" panose="02030600000101010101" pitchFamily="18" charset="-127"/>
            </a:endParaRPr>
          </a:p>
        </p:txBody>
      </p:sp>
      <p:sp>
        <p:nvSpPr>
          <p:cNvPr id="5" name="PA_文本框 4">
            <a:extLst>
              <a:ext uri="{FF2B5EF4-FFF2-40B4-BE49-F238E27FC236}">
                <a16:creationId xmlns:a16="http://schemas.microsoft.com/office/drawing/2014/main" id="{B1ACFA47-5D0F-4092-9710-34F09863DC97}"/>
              </a:ext>
            </a:extLst>
          </p:cNvPr>
          <p:cNvSpPr txBox="1"/>
          <p:nvPr>
            <p:custDataLst>
              <p:tags r:id="rId4"/>
            </p:custDataLst>
          </p:nvPr>
        </p:nvSpPr>
        <p:spPr>
          <a:xfrm>
            <a:off x="2322911" y="2234803"/>
            <a:ext cx="5678090" cy="852488"/>
          </a:xfrm>
          <a:prstGeom prst="rect">
            <a:avLst/>
          </a:prstGeom>
          <a:noFill/>
        </p:spPr>
        <p:txBody>
          <a:bodyPr rIns="270000">
            <a:normAutofit/>
          </a:bodyPr>
          <a:lstStyle/>
          <a:p>
            <a:pPr algn="r">
              <a:defRPr/>
            </a:pPr>
            <a:r>
              <a:rPr lang="zh-CN" altLang="en-US" sz="3600" dirty="0" smtClean="0">
                <a:solidFill>
                  <a:srgbClr val="063D54">
                    <a:lumMod val="75000"/>
                  </a:srgbClr>
                </a:solidFill>
              </a:rPr>
              <a:t>预期计划</a:t>
            </a:r>
            <a:endParaRPr lang="zh-CN" altLang="en-US" sz="3600" dirty="0">
              <a:solidFill>
                <a:srgbClr val="063D54">
                  <a:lumMod val="75000"/>
                </a:srgbClr>
              </a:solidFill>
            </a:endParaRPr>
          </a:p>
        </p:txBody>
      </p:sp>
      <p:cxnSp>
        <p:nvCxnSpPr>
          <p:cNvPr id="10" name="PA_直接连接符 9">
            <a:extLst>
              <a:ext uri="{FF2B5EF4-FFF2-40B4-BE49-F238E27FC236}">
                <a16:creationId xmlns:a16="http://schemas.microsoft.com/office/drawing/2014/main" id="{561E68A9-2C5E-454D-BB49-D6BFF6B5B250}"/>
              </a:ext>
            </a:extLst>
          </p:cNvPr>
          <p:cNvCxnSpPr>
            <a:cxnSpLocks/>
          </p:cNvCxnSpPr>
          <p:nvPr>
            <p:custDataLst>
              <p:tags r:id="rId5"/>
            </p:custDataLst>
          </p:nvPr>
        </p:nvCxnSpPr>
        <p:spPr>
          <a:xfrm>
            <a:off x="2612572" y="2886075"/>
            <a:ext cx="5388428"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153276294"/>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4" grpId="0"/>
      <p:bldP spid="5"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五边形 18"/>
          <p:cNvSpPr/>
          <p:nvPr/>
        </p:nvSpPr>
        <p:spPr>
          <a:xfrm rot="5400000">
            <a:off x="832974" y="3315468"/>
            <a:ext cx="1218149" cy="1214438"/>
          </a:xfrm>
          <a:prstGeom prst="homePlate">
            <a:avLst>
              <a:gd name="adj" fmla="val 23462"/>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29" name="五边形 28"/>
          <p:cNvSpPr/>
          <p:nvPr/>
        </p:nvSpPr>
        <p:spPr>
          <a:xfrm rot="5400000">
            <a:off x="832974" y="2458287"/>
            <a:ext cx="1218149" cy="1214438"/>
          </a:xfrm>
          <a:prstGeom prst="homePlate">
            <a:avLst>
              <a:gd name="adj" fmla="val 23462"/>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18478F"/>
              </a:solidFill>
            </a:endParaRPr>
          </a:p>
        </p:txBody>
      </p:sp>
      <p:sp>
        <p:nvSpPr>
          <p:cNvPr id="31" name="五边形 30"/>
          <p:cNvSpPr/>
          <p:nvPr/>
        </p:nvSpPr>
        <p:spPr>
          <a:xfrm rot="5400000">
            <a:off x="832974" y="1551031"/>
            <a:ext cx="1218149" cy="1214438"/>
          </a:xfrm>
          <a:prstGeom prst="homePlate">
            <a:avLst>
              <a:gd name="adj" fmla="val 23462"/>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18478F"/>
              </a:solidFill>
            </a:endParaRPr>
          </a:p>
        </p:txBody>
      </p:sp>
      <p:sp>
        <p:nvSpPr>
          <p:cNvPr id="33" name="五边形 32"/>
          <p:cNvSpPr/>
          <p:nvPr/>
        </p:nvSpPr>
        <p:spPr>
          <a:xfrm rot="5400000">
            <a:off x="942700" y="776937"/>
            <a:ext cx="998697" cy="1214438"/>
          </a:xfrm>
          <a:prstGeom prst="homePlate">
            <a:avLst>
              <a:gd name="adj" fmla="val 29933"/>
            </a:avLst>
          </a:prstGeom>
          <a:gradFill>
            <a:gsLst>
              <a:gs pos="0">
                <a:srgbClr val="FFFFFF"/>
              </a:gs>
              <a:gs pos="100000">
                <a:schemeClr val="bg1">
                  <a:lumMod val="95000"/>
                </a:schemeClr>
              </a:gs>
            </a:gsLst>
            <a:lin ang="15000000" scaled="0"/>
          </a:gradFill>
          <a:ln w="25400">
            <a:gradFill>
              <a:gsLst>
                <a:gs pos="0">
                  <a:schemeClr val="bg1"/>
                </a:gs>
                <a:gs pos="100000">
                  <a:schemeClr val="bg1">
                    <a:lumMod val="95000"/>
                  </a:schemeClr>
                </a:gs>
              </a:gsLst>
              <a:lin ang="5400000" scaled="1"/>
            </a:gradFill>
          </a:ln>
          <a:effectLst>
            <a:outerShdw blurRad="63500" sx="103000" sy="103000" algn="ctr"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18478F"/>
              </a:solidFill>
            </a:endParaRPr>
          </a:p>
        </p:txBody>
      </p:sp>
      <p:sp>
        <p:nvSpPr>
          <p:cNvPr id="43" name="矩形 42"/>
          <p:cNvSpPr/>
          <p:nvPr/>
        </p:nvSpPr>
        <p:spPr>
          <a:xfrm>
            <a:off x="1193398" y="1375549"/>
            <a:ext cx="464171" cy="369332"/>
          </a:xfrm>
          <a:prstGeom prst="rect">
            <a:avLst/>
          </a:prstGeom>
        </p:spPr>
        <p:txBody>
          <a:bodyPr wrap="square">
            <a:spAutoFit/>
          </a:bodyPr>
          <a:lstStyle/>
          <a:p>
            <a:pPr algn="ctr"/>
            <a:r>
              <a:rPr lang="en-US" altLang="zh-CN" sz="1800" dirty="0">
                <a:solidFill>
                  <a:srgbClr val="2E4864"/>
                </a:solidFill>
                <a:latin typeface="Open Sans" panose="020B0606030504020204" pitchFamily="34" charset="0"/>
                <a:ea typeface="Open Sans" panose="020B0606030504020204" pitchFamily="34" charset="0"/>
                <a:cs typeface="Open Sans" panose="020B0606030504020204" pitchFamily="34" charset="0"/>
              </a:rPr>
              <a:t>01</a:t>
            </a:r>
            <a:endParaRPr lang="zh-CN" altLang="en-US" sz="1800" dirty="0">
              <a:solidFill>
                <a:srgbClr val="2E4864"/>
              </a:solidFill>
              <a:latin typeface="Open Sans" panose="020B0606030504020204" pitchFamily="34" charset="0"/>
              <a:ea typeface="微软雅黑" panose="020B0503020204020204" pitchFamily="34" charset="-122"/>
              <a:cs typeface="Open Sans" panose="020B0606030504020204" pitchFamily="34" charset="0"/>
            </a:endParaRPr>
          </a:p>
        </p:txBody>
      </p:sp>
      <p:sp>
        <p:nvSpPr>
          <p:cNvPr id="44" name="矩形 43"/>
          <p:cNvSpPr/>
          <p:nvPr/>
        </p:nvSpPr>
        <p:spPr>
          <a:xfrm>
            <a:off x="1193398" y="2291861"/>
            <a:ext cx="464171" cy="369332"/>
          </a:xfrm>
          <a:prstGeom prst="rect">
            <a:avLst/>
          </a:prstGeom>
        </p:spPr>
        <p:txBody>
          <a:bodyPr wrap="square">
            <a:spAutoFit/>
          </a:bodyPr>
          <a:lstStyle/>
          <a:p>
            <a:pPr algn="ctr"/>
            <a:r>
              <a:rPr lang="en-US" altLang="zh-CN" sz="1800" dirty="0">
                <a:solidFill>
                  <a:srgbClr val="2E4864"/>
                </a:solidFill>
                <a:latin typeface="Open Sans" panose="020B0606030504020204" pitchFamily="34" charset="0"/>
                <a:ea typeface="Open Sans" panose="020B0606030504020204" pitchFamily="34" charset="0"/>
                <a:cs typeface="Open Sans" panose="020B0606030504020204" pitchFamily="34" charset="0"/>
              </a:rPr>
              <a:t>02</a:t>
            </a:r>
            <a:endParaRPr lang="zh-CN" altLang="en-US" sz="1800" dirty="0">
              <a:solidFill>
                <a:srgbClr val="2E4864"/>
              </a:solidFill>
              <a:latin typeface="Open Sans" panose="020B0606030504020204" pitchFamily="34" charset="0"/>
              <a:ea typeface="微软雅黑" panose="020B0503020204020204" pitchFamily="34" charset="-122"/>
              <a:cs typeface="Open Sans" panose="020B0606030504020204" pitchFamily="34" charset="0"/>
            </a:endParaRPr>
          </a:p>
        </p:txBody>
      </p:sp>
      <p:sp>
        <p:nvSpPr>
          <p:cNvPr id="45" name="矩形 44"/>
          <p:cNvSpPr/>
          <p:nvPr/>
        </p:nvSpPr>
        <p:spPr>
          <a:xfrm>
            <a:off x="1209963" y="3156102"/>
            <a:ext cx="464171" cy="369332"/>
          </a:xfrm>
          <a:prstGeom prst="rect">
            <a:avLst/>
          </a:prstGeom>
        </p:spPr>
        <p:txBody>
          <a:bodyPr wrap="square">
            <a:spAutoFit/>
          </a:bodyPr>
          <a:lstStyle/>
          <a:p>
            <a:pPr algn="ctr"/>
            <a:r>
              <a:rPr lang="en-US" altLang="zh-CN" sz="1800" dirty="0">
                <a:solidFill>
                  <a:srgbClr val="2E4864"/>
                </a:solidFill>
                <a:latin typeface="Open Sans" panose="020B0606030504020204" pitchFamily="34" charset="0"/>
                <a:ea typeface="Open Sans" panose="020B0606030504020204" pitchFamily="34" charset="0"/>
                <a:cs typeface="Open Sans" panose="020B0606030504020204" pitchFamily="34" charset="0"/>
              </a:rPr>
              <a:t>03</a:t>
            </a:r>
            <a:endParaRPr lang="zh-CN" altLang="en-US" sz="1800" dirty="0">
              <a:solidFill>
                <a:srgbClr val="2E4864"/>
              </a:solidFill>
              <a:latin typeface="Open Sans" panose="020B0606030504020204" pitchFamily="34" charset="0"/>
              <a:ea typeface="微软雅黑" panose="020B0503020204020204" pitchFamily="34" charset="-122"/>
              <a:cs typeface="Open Sans" panose="020B0606030504020204" pitchFamily="34" charset="0"/>
            </a:endParaRPr>
          </a:p>
        </p:txBody>
      </p:sp>
      <p:sp>
        <p:nvSpPr>
          <p:cNvPr id="46" name="矩形 45"/>
          <p:cNvSpPr/>
          <p:nvPr/>
        </p:nvSpPr>
        <p:spPr>
          <a:xfrm>
            <a:off x="1209963" y="4066960"/>
            <a:ext cx="464171" cy="369332"/>
          </a:xfrm>
          <a:prstGeom prst="rect">
            <a:avLst/>
          </a:prstGeom>
        </p:spPr>
        <p:txBody>
          <a:bodyPr wrap="square">
            <a:spAutoFit/>
          </a:bodyPr>
          <a:lstStyle/>
          <a:p>
            <a:pPr algn="ctr"/>
            <a:r>
              <a:rPr lang="en-US" altLang="zh-CN" sz="1800" dirty="0">
                <a:solidFill>
                  <a:srgbClr val="2E4864"/>
                </a:solidFill>
                <a:latin typeface="Open Sans" panose="020B0606030504020204" pitchFamily="34" charset="0"/>
                <a:ea typeface="Open Sans" panose="020B0606030504020204" pitchFamily="34" charset="0"/>
                <a:cs typeface="Open Sans" panose="020B0606030504020204" pitchFamily="34" charset="0"/>
              </a:rPr>
              <a:t>04</a:t>
            </a:r>
            <a:endParaRPr lang="zh-CN" altLang="en-US" sz="1800" dirty="0">
              <a:solidFill>
                <a:srgbClr val="2E4864"/>
              </a:solidFill>
              <a:latin typeface="Open Sans" panose="020B0606030504020204" pitchFamily="34" charset="0"/>
              <a:ea typeface="微软雅黑" panose="020B0503020204020204" pitchFamily="34" charset="-122"/>
              <a:cs typeface="Open Sans" panose="020B0606030504020204" pitchFamily="34" charset="0"/>
            </a:endParaRPr>
          </a:p>
        </p:txBody>
      </p:sp>
      <p:sp>
        <p:nvSpPr>
          <p:cNvPr id="47" name="矩形 46"/>
          <p:cNvSpPr/>
          <p:nvPr/>
        </p:nvSpPr>
        <p:spPr>
          <a:xfrm>
            <a:off x="1075195" y="1052773"/>
            <a:ext cx="790218" cy="276999"/>
          </a:xfrm>
          <a:prstGeom prst="rect">
            <a:avLst/>
          </a:prstGeom>
        </p:spPr>
        <p:txBody>
          <a:bodyPr wrap="square">
            <a:spAutoFit/>
          </a:bodyPr>
          <a:lstStyle/>
          <a:p>
            <a:pPr algn="ctr"/>
            <a:r>
              <a:rPr lang="zh-CN" altLang="en-US" sz="1200" dirty="0" smtClean="0">
                <a:solidFill>
                  <a:srgbClr val="2E4864"/>
                </a:solidFill>
                <a:latin typeface="Open Sans" panose="020B0606030504020204" pitchFamily="34" charset="0"/>
                <a:ea typeface="Open Sans" panose="020B0606030504020204" pitchFamily="34" charset="0"/>
                <a:cs typeface="Open Sans" panose="020B0606030504020204" pitchFamily="34" charset="0"/>
              </a:rPr>
              <a:t>阶段一</a:t>
            </a:r>
            <a:endParaRPr lang="zh-CN" altLang="en-US" sz="1200" dirty="0">
              <a:solidFill>
                <a:srgbClr val="2E4864"/>
              </a:solidFill>
              <a:latin typeface="Open Sans" panose="020B0606030504020204" pitchFamily="34" charset="0"/>
              <a:cs typeface="Open Sans" panose="020B0606030504020204" pitchFamily="34" charset="0"/>
            </a:endParaRPr>
          </a:p>
        </p:txBody>
      </p:sp>
      <p:sp>
        <p:nvSpPr>
          <p:cNvPr id="48" name="矩形 47"/>
          <p:cNvSpPr/>
          <p:nvPr/>
        </p:nvSpPr>
        <p:spPr>
          <a:xfrm>
            <a:off x="1118882" y="2025446"/>
            <a:ext cx="646331" cy="276999"/>
          </a:xfrm>
          <a:prstGeom prst="rect">
            <a:avLst/>
          </a:prstGeom>
        </p:spPr>
        <p:txBody>
          <a:bodyPr wrap="none">
            <a:spAutoFit/>
          </a:bodyPr>
          <a:lstStyle/>
          <a:p>
            <a:r>
              <a:rPr lang="zh-CN" altLang="en-US" sz="1200" dirty="0" smtClean="0">
                <a:solidFill>
                  <a:srgbClr val="2E4864"/>
                </a:solidFill>
                <a:latin typeface="Open Sans" panose="020B0606030504020204" pitchFamily="34" charset="0"/>
                <a:ea typeface="Open Sans" panose="020B0606030504020204" pitchFamily="34" charset="0"/>
                <a:cs typeface="Open Sans" panose="020B0606030504020204" pitchFamily="34" charset="0"/>
              </a:rPr>
              <a:t>阶段二</a:t>
            </a:r>
            <a:endParaRPr lang="zh-CN" altLang="en-US" sz="1200" dirty="0">
              <a:solidFill>
                <a:srgbClr val="2E4864"/>
              </a:solidFill>
              <a:latin typeface="Open Sans" panose="020B0606030504020204" pitchFamily="34" charset="0"/>
              <a:cs typeface="Open Sans" panose="020B0606030504020204" pitchFamily="34" charset="0"/>
            </a:endParaRPr>
          </a:p>
        </p:txBody>
      </p:sp>
      <p:sp>
        <p:nvSpPr>
          <p:cNvPr id="49" name="矩形 48"/>
          <p:cNvSpPr/>
          <p:nvPr/>
        </p:nvSpPr>
        <p:spPr>
          <a:xfrm>
            <a:off x="1102504" y="2892066"/>
            <a:ext cx="646331" cy="276999"/>
          </a:xfrm>
          <a:prstGeom prst="rect">
            <a:avLst/>
          </a:prstGeom>
        </p:spPr>
        <p:txBody>
          <a:bodyPr wrap="none">
            <a:spAutoFit/>
          </a:bodyPr>
          <a:lstStyle/>
          <a:p>
            <a:r>
              <a:rPr lang="zh-CN" altLang="en-US" sz="1200" dirty="0" smtClean="0">
                <a:solidFill>
                  <a:srgbClr val="2E4864"/>
                </a:solidFill>
                <a:latin typeface="Open Sans" panose="020B0606030504020204" pitchFamily="34" charset="0"/>
                <a:cs typeface="Open Sans" panose="020B0606030504020204" pitchFamily="34" charset="0"/>
              </a:rPr>
              <a:t>阶段三</a:t>
            </a:r>
            <a:endParaRPr lang="zh-CN" altLang="en-US" sz="1200" dirty="0">
              <a:solidFill>
                <a:srgbClr val="2E4864"/>
              </a:solidFill>
              <a:latin typeface="Open Sans" panose="020B0606030504020204" pitchFamily="34" charset="0"/>
              <a:cs typeface="Open Sans" panose="020B0606030504020204" pitchFamily="34" charset="0"/>
            </a:endParaRPr>
          </a:p>
        </p:txBody>
      </p:sp>
      <p:sp>
        <p:nvSpPr>
          <p:cNvPr id="50" name="矩形 49"/>
          <p:cNvSpPr/>
          <p:nvPr/>
        </p:nvSpPr>
        <p:spPr>
          <a:xfrm>
            <a:off x="1118882" y="3832990"/>
            <a:ext cx="646331" cy="276999"/>
          </a:xfrm>
          <a:prstGeom prst="rect">
            <a:avLst/>
          </a:prstGeom>
        </p:spPr>
        <p:txBody>
          <a:bodyPr wrap="none">
            <a:spAutoFit/>
          </a:bodyPr>
          <a:lstStyle/>
          <a:p>
            <a:r>
              <a:rPr lang="zh-CN" altLang="en-US" sz="1200" dirty="0" smtClean="0">
                <a:solidFill>
                  <a:srgbClr val="2E4864"/>
                </a:solidFill>
                <a:latin typeface="Open Sans" panose="020B0606030504020204" pitchFamily="34" charset="0"/>
                <a:cs typeface="Open Sans" panose="020B0606030504020204" pitchFamily="34" charset="0"/>
              </a:rPr>
              <a:t>阶段四</a:t>
            </a:r>
            <a:endParaRPr lang="zh-CN" altLang="en-US" sz="1200" dirty="0">
              <a:solidFill>
                <a:srgbClr val="2E4864"/>
              </a:solidFill>
              <a:latin typeface="Open Sans" panose="020B0606030504020204" pitchFamily="34" charset="0"/>
              <a:cs typeface="Open Sans" panose="020B0606030504020204" pitchFamily="34" charset="0"/>
            </a:endParaRPr>
          </a:p>
        </p:txBody>
      </p:sp>
      <p:sp>
        <p:nvSpPr>
          <p:cNvPr id="52"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2524474" y="884807"/>
            <a:ext cx="4765319" cy="1015663"/>
          </a:xfrm>
          <a:prstGeom prst="rect">
            <a:avLst/>
          </a:prstGeom>
        </p:spPr>
        <p:txBody>
          <a:bodyPr wrap="square">
            <a:spAutoFit/>
          </a:bodyPr>
          <a:lstStyle/>
          <a:p>
            <a:pPr marL="171450" indent="-171450">
              <a:lnSpc>
                <a:spcPct val="200000"/>
              </a:lnSpc>
              <a:buFont typeface="Arial" panose="020B0604020202020204" pitchFamily="34" charset="0"/>
              <a:buChar char="•"/>
            </a:pPr>
            <a:r>
              <a:rPr lang="en-US" altLang="zh-CN"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OPS</a:t>
            </a:r>
            <a:r>
              <a:rPr lang="zh-CN" altLang="en-US"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月度计划</a:t>
            </a:r>
            <a:endParaRPr lang="en-US" altLang="zh-CN"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a:p>
            <a:pPr algn="just">
              <a:lnSpc>
                <a:spcPct val="200000"/>
              </a:lnSpc>
            </a:pPr>
            <a:r>
              <a:rPr lang="zh-CN" altLang="en-US"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提供合同池数据，经由</a:t>
            </a:r>
            <a:r>
              <a:rPr lang="en-US" altLang="zh-CN"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OPS</a:t>
            </a:r>
            <a:r>
              <a:rPr lang="zh-CN" altLang="en-US"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计算获得各机组进行大辊期集批的月度计划，考虑库存平衡，机组产能等因素</a:t>
            </a:r>
            <a:endParaRPr lang="en-US" sz="90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55" name="组合 54"/>
          <p:cNvGrpSpPr/>
          <p:nvPr/>
        </p:nvGrpSpPr>
        <p:grpSpPr>
          <a:xfrm>
            <a:off x="349800" y="270568"/>
            <a:ext cx="1486542" cy="540688"/>
            <a:chOff x="349800" y="270568"/>
            <a:chExt cx="1486542" cy="540688"/>
          </a:xfrm>
        </p:grpSpPr>
        <p:sp>
          <p:nvSpPr>
            <p:cNvPr id="56" name="PA_文本框 1">
              <a:extLst>
                <a:ext uri="{FF2B5EF4-FFF2-40B4-BE49-F238E27FC236}">
                  <a16:creationId xmlns:a16="http://schemas.microsoft.com/office/drawing/2014/main" id="{95CA5390-EAD3-40A5-BF6F-C69AB99948CD}"/>
                </a:ext>
              </a:extLst>
            </p:cNvPr>
            <p:cNvSpPr txBox="1"/>
            <p:nvPr>
              <p:custDataLst>
                <p:tags r:id="rId1"/>
              </p:custDataLst>
            </p:nvPr>
          </p:nvSpPr>
          <p:spPr>
            <a:xfrm>
              <a:off x="349800" y="270568"/>
              <a:ext cx="1444306" cy="392415"/>
            </a:xfrm>
            <a:prstGeom prst="rect">
              <a:avLst/>
            </a:prstGeom>
            <a:noFill/>
          </p:spPr>
          <p:txBody>
            <a:bodyPr wrap="none" lIns="0" tIns="0" rIns="0" rtlCol="0">
              <a:spAutoFit/>
            </a:bodyPr>
            <a:lstStyle/>
            <a:p>
              <a:pPr>
                <a:lnSpc>
                  <a:spcPts val="2700"/>
                </a:lnSpc>
              </a:pPr>
              <a:r>
                <a:rPr lang="en-US" altLang="zh-CN" sz="1800" dirty="0" smtClean="0">
                  <a:solidFill>
                    <a:srgbClr val="063D54"/>
                  </a:solidFill>
                  <a:cs typeface="+mn-ea"/>
                  <a:sym typeface="+mn-lt"/>
                </a:rPr>
                <a:t>3.1</a:t>
              </a:r>
              <a:r>
                <a:rPr lang="zh-CN" altLang="en-US" sz="1800" dirty="0" smtClean="0">
                  <a:solidFill>
                    <a:srgbClr val="063D54"/>
                  </a:solidFill>
                  <a:cs typeface="+mn-ea"/>
                  <a:sym typeface="+mn-lt"/>
                </a:rPr>
                <a:t>各阶段计划</a:t>
              </a:r>
              <a:endParaRPr lang="en-US" altLang="zh-CN" sz="1800" dirty="0">
                <a:solidFill>
                  <a:srgbClr val="063D54"/>
                </a:solidFill>
                <a:cs typeface="+mn-ea"/>
                <a:sym typeface="+mn-lt"/>
              </a:endParaRPr>
            </a:p>
          </p:txBody>
        </p:sp>
        <p:sp>
          <p:nvSpPr>
            <p:cNvPr id="57" name="PA_文本框 1">
              <a:extLst>
                <a:ext uri="{FF2B5EF4-FFF2-40B4-BE49-F238E27FC236}">
                  <a16:creationId xmlns:a16="http://schemas.microsoft.com/office/drawing/2014/main" id="{BA0F9515-D5AE-4BED-A481-29A81D6010FD}"/>
                </a:ext>
              </a:extLst>
            </p:cNvPr>
            <p:cNvSpPr txBox="1"/>
            <p:nvPr>
              <p:custDataLst>
                <p:tags r:id="rId2"/>
              </p:custDataLst>
            </p:nvPr>
          </p:nvSpPr>
          <p:spPr>
            <a:xfrm>
              <a:off x="349800" y="547081"/>
              <a:ext cx="1486542" cy="264175"/>
            </a:xfrm>
            <a:prstGeom prst="rect">
              <a:avLst/>
            </a:prstGeom>
            <a:noFill/>
          </p:spPr>
          <p:txBody>
            <a:bodyPr wrap="square" lIns="0" tIns="0" rIns="0" rtlCol="0">
              <a:spAutoFit/>
            </a:bodyPr>
            <a:lstStyle/>
            <a:p>
              <a:pPr>
                <a:lnSpc>
                  <a:spcPts val="1725"/>
                </a:lnSpc>
              </a:pPr>
              <a:r>
                <a:rPr lang="en-US" altLang="zh-CN" sz="1050" dirty="0">
                  <a:solidFill>
                    <a:srgbClr val="E7E6E6">
                      <a:lumMod val="50000"/>
                    </a:srgbClr>
                  </a:solidFill>
                  <a:cs typeface="+mn-ea"/>
                  <a:sym typeface="+mn-lt"/>
                </a:rPr>
                <a:t>TEAM INTRODUCTION</a:t>
              </a:r>
            </a:p>
          </p:txBody>
        </p:sp>
      </p:grpSp>
      <p:sp>
        <p:nvSpPr>
          <p:cNvPr id="58"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2524474" y="1876403"/>
            <a:ext cx="4765319" cy="738664"/>
          </a:xfrm>
          <a:prstGeom prst="rect">
            <a:avLst/>
          </a:prstGeom>
        </p:spPr>
        <p:txBody>
          <a:bodyPr wrap="square">
            <a:spAutoFit/>
          </a:bodyPr>
          <a:lstStyle/>
          <a:p>
            <a:pPr marL="171450" indent="-171450">
              <a:lnSpc>
                <a:spcPct val="200000"/>
              </a:lnSpc>
              <a:buFont typeface="Arial" panose="020B0604020202020204" pitchFamily="34" charset="0"/>
              <a:buChar char="•"/>
            </a:pPr>
            <a:r>
              <a:rPr lang="en-US" altLang="zh-CN"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OPS</a:t>
            </a:r>
            <a:r>
              <a:rPr lang="zh-CN" altLang="en-US"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周（日）计划</a:t>
            </a:r>
            <a:endParaRPr lang="en-US" altLang="zh-CN"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a:p>
            <a:pPr algn="just">
              <a:lnSpc>
                <a:spcPct val="200000"/>
              </a:lnSpc>
            </a:pPr>
            <a:r>
              <a:rPr lang="zh-CN" altLang="en-US"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对月度计划进行细分，目标是将待排合同匹配物料并对接至</a:t>
            </a:r>
            <a:r>
              <a:rPr lang="en-US" altLang="zh-CN"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a:t>
            </a:r>
            <a:r>
              <a:rPr lang="zh-CN" altLang="en-US"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系统</a:t>
            </a:r>
            <a:endParaRPr lang="en-US" sz="90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9"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2524474" y="2684162"/>
            <a:ext cx="4765319" cy="1015663"/>
          </a:xfrm>
          <a:prstGeom prst="rect">
            <a:avLst/>
          </a:prstGeom>
        </p:spPr>
        <p:txBody>
          <a:bodyPr wrap="square">
            <a:spAutoFit/>
          </a:bodyPr>
          <a:lstStyle/>
          <a:p>
            <a:pPr marL="171450" indent="-171450">
              <a:lnSpc>
                <a:spcPct val="200000"/>
              </a:lnSpc>
              <a:buFont typeface="Arial" panose="020B0604020202020204" pitchFamily="34" charset="0"/>
              <a:buChar char="•"/>
            </a:pPr>
            <a:r>
              <a:rPr lang="en-US" altLang="zh-CN"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a:t>
            </a:r>
            <a:r>
              <a:rPr lang="zh-CN" altLang="en-US"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增量式调整</a:t>
            </a:r>
            <a:endParaRPr lang="en-US" altLang="zh-CN"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a:p>
            <a:pPr algn="just">
              <a:lnSpc>
                <a:spcPct val="200000"/>
              </a:lnSpc>
            </a:pPr>
            <a:r>
              <a:rPr lang="zh-CN" altLang="en-US"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对现有</a:t>
            </a:r>
            <a:r>
              <a:rPr lang="en-US" altLang="zh-CN"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a:t>
            </a:r>
            <a:r>
              <a:rPr lang="zh-CN" altLang="en-US"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系统增加计划调整、计划分析、计划评估功能，最终目标是发现当前</a:t>
            </a:r>
            <a:r>
              <a:rPr lang="zh-CN" altLang="en-US"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作业计划中存在的问题或是优化空间以及给出可能的解决方案。</a:t>
            </a:r>
            <a:endParaRPr lang="en-US" sz="90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0" name="Rectangle 89" descr="e7d195523061f1c0205959036996ad55c215b892a7aac5c0B9ADEF7896FB48F2EF97163A2DE1401E1875DEDC438B7864AD24CA23553DBBBD975DAF4CAD4A2592689FFB6CEE59FFA55B2702D0E5EE29CDDE744B5A58D848E290B0F3363EEEFF85AEACDB2C4783B3CFD20D9E72AC2F528B09A88B84C6E73CDEC5D6CB26D43C2398027A14BE9DBFE415"/>
          <p:cNvSpPr/>
          <p:nvPr/>
        </p:nvSpPr>
        <p:spPr>
          <a:xfrm>
            <a:off x="2524474" y="3699825"/>
            <a:ext cx="4765319" cy="1015663"/>
          </a:xfrm>
          <a:prstGeom prst="rect">
            <a:avLst/>
          </a:prstGeom>
        </p:spPr>
        <p:txBody>
          <a:bodyPr wrap="square">
            <a:spAutoFit/>
          </a:bodyPr>
          <a:lstStyle/>
          <a:p>
            <a:pPr marL="171450" indent="-171450">
              <a:lnSpc>
                <a:spcPct val="200000"/>
              </a:lnSpc>
              <a:buFont typeface="Arial" panose="020B0604020202020204" pitchFamily="34" charset="0"/>
              <a:buChar char="•"/>
            </a:pPr>
            <a:r>
              <a:rPr lang="en-US" altLang="zh-CN"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OPS-IPS</a:t>
            </a:r>
            <a:r>
              <a:rPr lang="zh-CN" altLang="en-US"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协同优化</a:t>
            </a:r>
            <a:endParaRPr lang="en-US" altLang="zh-CN" sz="1200" b="1"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a:p>
            <a:pPr marL="171450" indent="-171450">
              <a:lnSpc>
                <a:spcPct val="200000"/>
              </a:lnSpc>
              <a:buFont typeface="Arial" panose="020B0604020202020204" pitchFamily="34" charset="0"/>
              <a:buChar char="•"/>
            </a:pPr>
            <a:r>
              <a:rPr lang="en-US" altLang="zh-CN"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OPS</a:t>
            </a:r>
            <a:r>
              <a:rPr lang="zh-CN" altLang="en-US"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系统综合考量各个产线、机组的实际情况，评估</a:t>
            </a:r>
            <a:r>
              <a:rPr lang="en-US" altLang="zh-CN"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a:t>
            </a:r>
            <a:r>
              <a:rPr lang="zh-CN" altLang="en-US"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反馈的调整方案，结合现有的</a:t>
            </a:r>
            <a:r>
              <a:rPr lang="en-US" altLang="zh-CN"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OPS</a:t>
            </a:r>
            <a:r>
              <a:rPr lang="zh-CN" altLang="en-US"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计划，进行调整，重新提供待小辊期计划的待排物料信息至</a:t>
            </a:r>
            <a:r>
              <a:rPr lang="en-US" altLang="zh-CN"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IPS</a:t>
            </a:r>
            <a:r>
              <a:rPr lang="zh-CN" altLang="en-US" sz="900" dirty="0" smtClean="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t>
            </a:r>
            <a:endParaRPr lang="en-US" sz="900" dirty="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23639070"/>
      </p:ext>
    </p:extLst>
  </p:cSld>
  <p:clrMapOvr>
    <a:masterClrMapping/>
  </p:clrMapOvr>
  <p:transition spd="slow">
    <p:push/>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50000">
                                      <p:stCondLst>
                                        <p:cond delay="2000"/>
                                      </p:stCondLst>
                                      <p:childTnLst>
                                        <p:set>
                                          <p:cBhvr>
                                            <p:cTn id="6" dur="1" fill="hold">
                                              <p:stCondLst>
                                                <p:cond delay="0"/>
                                              </p:stCondLst>
                                            </p:cTn>
                                            <p:tgtEl>
                                              <p:spTgt spid="19"/>
                                            </p:tgtEl>
                                            <p:attrNameLst>
                                              <p:attrName>style.visibility</p:attrName>
                                            </p:attrNameLst>
                                          </p:cBhvr>
                                          <p:to>
                                            <p:strVal val="visible"/>
                                          </p:to>
                                        </p:set>
                                        <p:anim calcmode="lin" valueType="num" p14:bounceEnd="50000">
                                          <p:cBhvr additive="base">
                                            <p:cTn id="7" dur="1000" fill="hold"/>
                                            <p:tgtEl>
                                              <p:spTgt spid="19"/>
                                            </p:tgtEl>
                                            <p:attrNameLst>
                                              <p:attrName>ppt_x</p:attrName>
                                            </p:attrNameLst>
                                          </p:cBhvr>
                                          <p:tavLst>
                                            <p:tav tm="0">
                                              <p:val>
                                                <p:strVal val="#ppt_x"/>
                                              </p:val>
                                            </p:tav>
                                            <p:tav tm="100000">
                                              <p:val>
                                                <p:strVal val="#ppt_x"/>
                                              </p:val>
                                            </p:tav>
                                          </p:tavLst>
                                        </p:anim>
                                        <p:anim calcmode="lin" valueType="num" p14:bounceEnd="50000">
                                          <p:cBhvr additive="base">
                                            <p:cTn id="8" dur="10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14:presetBounceEnd="50000">
                                      <p:stCondLst>
                                        <p:cond delay="2250"/>
                                      </p:stCondLst>
                                      <p:childTnLst>
                                        <p:set>
                                          <p:cBhvr>
                                            <p:cTn id="10" dur="1" fill="hold">
                                              <p:stCondLst>
                                                <p:cond delay="0"/>
                                              </p:stCondLst>
                                            </p:cTn>
                                            <p:tgtEl>
                                              <p:spTgt spid="29"/>
                                            </p:tgtEl>
                                            <p:attrNameLst>
                                              <p:attrName>style.visibility</p:attrName>
                                            </p:attrNameLst>
                                          </p:cBhvr>
                                          <p:to>
                                            <p:strVal val="visible"/>
                                          </p:to>
                                        </p:set>
                                        <p:anim calcmode="lin" valueType="num" p14:bounceEnd="50000">
                                          <p:cBhvr additive="base">
                                            <p:cTn id="11" dur="1000" fill="hold"/>
                                            <p:tgtEl>
                                              <p:spTgt spid="29"/>
                                            </p:tgtEl>
                                            <p:attrNameLst>
                                              <p:attrName>ppt_x</p:attrName>
                                            </p:attrNameLst>
                                          </p:cBhvr>
                                          <p:tavLst>
                                            <p:tav tm="0">
                                              <p:val>
                                                <p:strVal val="#ppt_x"/>
                                              </p:val>
                                            </p:tav>
                                            <p:tav tm="100000">
                                              <p:val>
                                                <p:strVal val="#ppt_x"/>
                                              </p:val>
                                            </p:tav>
                                          </p:tavLst>
                                        </p:anim>
                                        <p:anim calcmode="lin" valueType="num" p14:bounceEnd="50000">
                                          <p:cBhvr additive="base">
                                            <p:cTn id="12" dur="1000" fill="hold"/>
                                            <p:tgtEl>
                                              <p:spTgt spid="29"/>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14:presetBounceEnd="50000">
                                      <p:stCondLst>
                                        <p:cond delay="2500"/>
                                      </p:stCondLst>
                                      <p:childTnLst>
                                        <p:set>
                                          <p:cBhvr>
                                            <p:cTn id="14" dur="1" fill="hold">
                                              <p:stCondLst>
                                                <p:cond delay="0"/>
                                              </p:stCondLst>
                                            </p:cTn>
                                            <p:tgtEl>
                                              <p:spTgt spid="31"/>
                                            </p:tgtEl>
                                            <p:attrNameLst>
                                              <p:attrName>style.visibility</p:attrName>
                                            </p:attrNameLst>
                                          </p:cBhvr>
                                          <p:to>
                                            <p:strVal val="visible"/>
                                          </p:to>
                                        </p:set>
                                        <p:anim calcmode="lin" valueType="num" p14:bounceEnd="50000">
                                          <p:cBhvr additive="base">
                                            <p:cTn id="15" dur="1000" fill="hold"/>
                                            <p:tgtEl>
                                              <p:spTgt spid="31"/>
                                            </p:tgtEl>
                                            <p:attrNameLst>
                                              <p:attrName>ppt_x</p:attrName>
                                            </p:attrNameLst>
                                          </p:cBhvr>
                                          <p:tavLst>
                                            <p:tav tm="0">
                                              <p:val>
                                                <p:strVal val="#ppt_x"/>
                                              </p:val>
                                            </p:tav>
                                            <p:tav tm="100000">
                                              <p:val>
                                                <p:strVal val="#ppt_x"/>
                                              </p:val>
                                            </p:tav>
                                          </p:tavLst>
                                        </p:anim>
                                        <p:anim calcmode="lin" valueType="num" p14:bounceEnd="50000">
                                          <p:cBhvr additive="base">
                                            <p:cTn id="16" dur="1000" fill="hold"/>
                                            <p:tgtEl>
                                              <p:spTgt spid="31"/>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14:presetBounceEnd="50000">
                                      <p:stCondLst>
                                        <p:cond delay="2750"/>
                                      </p:stCondLst>
                                      <p:childTnLst>
                                        <p:set>
                                          <p:cBhvr>
                                            <p:cTn id="18" dur="1" fill="hold">
                                              <p:stCondLst>
                                                <p:cond delay="0"/>
                                              </p:stCondLst>
                                            </p:cTn>
                                            <p:tgtEl>
                                              <p:spTgt spid="33"/>
                                            </p:tgtEl>
                                            <p:attrNameLst>
                                              <p:attrName>style.visibility</p:attrName>
                                            </p:attrNameLst>
                                          </p:cBhvr>
                                          <p:to>
                                            <p:strVal val="visible"/>
                                          </p:to>
                                        </p:set>
                                        <p:anim calcmode="lin" valueType="num" p14:bounceEnd="50000">
                                          <p:cBhvr additive="base">
                                            <p:cTn id="19" dur="1000" fill="hold"/>
                                            <p:tgtEl>
                                              <p:spTgt spid="33"/>
                                            </p:tgtEl>
                                            <p:attrNameLst>
                                              <p:attrName>ppt_x</p:attrName>
                                            </p:attrNameLst>
                                          </p:cBhvr>
                                          <p:tavLst>
                                            <p:tav tm="0">
                                              <p:val>
                                                <p:strVal val="#ppt_x"/>
                                              </p:val>
                                            </p:tav>
                                            <p:tav tm="100000">
                                              <p:val>
                                                <p:strVal val="#ppt_x"/>
                                              </p:val>
                                            </p:tav>
                                          </p:tavLst>
                                        </p:anim>
                                        <p:anim calcmode="lin" valueType="num" p14:bounceEnd="50000">
                                          <p:cBhvr additive="base">
                                            <p:cTn id="20" dur="1000" fill="hold"/>
                                            <p:tgtEl>
                                              <p:spTgt spid="33"/>
                                            </p:tgtEl>
                                            <p:attrNameLst>
                                              <p:attrName>ppt_y</p:attrName>
                                            </p:attrNameLst>
                                          </p:cBhvr>
                                          <p:tavLst>
                                            <p:tav tm="0">
                                              <p:val>
                                                <p:strVal val="0-#ppt_h/2"/>
                                              </p:val>
                                            </p:tav>
                                            <p:tav tm="100000">
                                              <p:val>
                                                <p:strVal val="#ppt_y"/>
                                              </p:val>
                                            </p:tav>
                                          </p:tavLst>
                                        </p:anim>
                                      </p:childTnLst>
                                    </p:cTn>
                                  </p:par>
                                  <p:par>
                                    <p:cTn id="21" presetID="53" presetClass="entr" presetSubtype="16" fill="hold" grpId="0" nodeType="withEffect">
                                      <p:stCondLst>
                                        <p:cond delay="3250"/>
                                      </p:stCondLst>
                                      <p:childTnLst>
                                        <p:set>
                                          <p:cBhvr>
                                            <p:cTn id="22" dur="1" fill="hold">
                                              <p:stCondLst>
                                                <p:cond delay="0"/>
                                              </p:stCondLst>
                                            </p:cTn>
                                            <p:tgtEl>
                                              <p:spTgt spid="43"/>
                                            </p:tgtEl>
                                            <p:attrNameLst>
                                              <p:attrName>style.visibility</p:attrName>
                                            </p:attrNameLst>
                                          </p:cBhvr>
                                          <p:to>
                                            <p:strVal val="visible"/>
                                          </p:to>
                                        </p:set>
                                        <p:anim calcmode="lin" valueType="num">
                                          <p:cBhvr>
                                            <p:cTn id="23" dur="500" fill="hold"/>
                                            <p:tgtEl>
                                              <p:spTgt spid="43"/>
                                            </p:tgtEl>
                                            <p:attrNameLst>
                                              <p:attrName>ppt_w</p:attrName>
                                            </p:attrNameLst>
                                          </p:cBhvr>
                                          <p:tavLst>
                                            <p:tav tm="0">
                                              <p:val>
                                                <p:fltVal val="0"/>
                                              </p:val>
                                            </p:tav>
                                            <p:tav tm="100000">
                                              <p:val>
                                                <p:strVal val="#ppt_w"/>
                                              </p:val>
                                            </p:tav>
                                          </p:tavLst>
                                        </p:anim>
                                        <p:anim calcmode="lin" valueType="num">
                                          <p:cBhvr>
                                            <p:cTn id="24" dur="500" fill="hold"/>
                                            <p:tgtEl>
                                              <p:spTgt spid="43"/>
                                            </p:tgtEl>
                                            <p:attrNameLst>
                                              <p:attrName>ppt_h</p:attrName>
                                            </p:attrNameLst>
                                          </p:cBhvr>
                                          <p:tavLst>
                                            <p:tav tm="0">
                                              <p:val>
                                                <p:fltVal val="0"/>
                                              </p:val>
                                            </p:tav>
                                            <p:tav tm="100000">
                                              <p:val>
                                                <p:strVal val="#ppt_h"/>
                                              </p:val>
                                            </p:tav>
                                          </p:tavLst>
                                        </p:anim>
                                        <p:animEffect transition="in" filter="fade">
                                          <p:cBhvr>
                                            <p:cTn id="25" dur="500"/>
                                            <p:tgtEl>
                                              <p:spTgt spid="43"/>
                                            </p:tgtEl>
                                          </p:cBhvr>
                                        </p:animEffect>
                                      </p:childTnLst>
                                    </p:cTn>
                                  </p:par>
                                  <p:par>
                                    <p:cTn id="26" presetID="53" presetClass="entr" presetSubtype="16" fill="hold" grpId="0" nodeType="withEffect">
                                      <p:stCondLst>
                                        <p:cond delay="3250"/>
                                      </p:stCondLst>
                                      <p:childTnLst>
                                        <p:set>
                                          <p:cBhvr>
                                            <p:cTn id="27" dur="1" fill="hold">
                                              <p:stCondLst>
                                                <p:cond delay="0"/>
                                              </p:stCondLst>
                                            </p:cTn>
                                            <p:tgtEl>
                                              <p:spTgt spid="44"/>
                                            </p:tgtEl>
                                            <p:attrNameLst>
                                              <p:attrName>style.visibility</p:attrName>
                                            </p:attrNameLst>
                                          </p:cBhvr>
                                          <p:to>
                                            <p:strVal val="visible"/>
                                          </p:to>
                                        </p:set>
                                        <p:anim calcmode="lin" valueType="num">
                                          <p:cBhvr>
                                            <p:cTn id="28" dur="500" fill="hold"/>
                                            <p:tgtEl>
                                              <p:spTgt spid="44"/>
                                            </p:tgtEl>
                                            <p:attrNameLst>
                                              <p:attrName>ppt_w</p:attrName>
                                            </p:attrNameLst>
                                          </p:cBhvr>
                                          <p:tavLst>
                                            <p:tav tm="0">
                                              <p:val>
                                                <p:fltVal val="0"/>
                                              </p:val>
                                            </p:tav>
                                            <p:tav tm="100000">
                                              <p:val>
                                                <p:strVal val="#ppt_w"/>
                                              </p:val>
                                            </p:tav>
                                          </p:tavLst>
                                        </p:anim>
                                        <p:anim calcmode="lin" valueType="num">
                                          <p:cBhvr>
                                            <p:cTn id="29" dur="500" fill="hold"/>
                                            <p:tgtEl>
                                              <p:spTgt spid="44"/>
                                            </p:tgtEl>
                                            <p:attrNameLst>
                                              <p:attrName>ppt_h</p:attrName>
                                            </p:attrNameLst>
                                          </p:cBhvr>
                                          <p:tavLst>
                                            <p:tav tm="0">
                                              <p:val>
                                                <p:fltVal val="0"/>
                                              </p:val>
                                            </p:tav>
                                            <p:tav tm="100000">
                                              <p:val>
                                                <p:strVal val="#ppt_h"/>
                                              </p:val>
                                            </p:tav>
                                          </p:tavLst>
                                        </p:anim>
                                        <p:animEffect transition="in" filter="fade">
                                          <p:cBhvr>
                                            <p:cTn id="30" dur="500"/>
                                            <p:tgtEl>
                                              <p:spTgt spid="44"/>
                                            </p:tgtEl>
                                          </p:cBhvr>
                                        </p:animEffect>
                                      </p:childTnLst>
                                    </p:cTn>
                                  </p:par>
                                  <p:par>
                                    <p:cTn id="31" presetID="53" presetClass="entr" presetSubtype="16" fill="hold" grpId="0" nodeType="withEffect">
                                      <p:stCondLst>
                                        <p:cond delay="3250"/>
                                      </p:stCondLst>
                                      <p:childTnLst>
                                        <p:set>
                                          <p:cBhvr>
                                            <p:cTn id="32" dur="1" fill="hold">
                                              <p:stCondLst>
                                                <p:cond delay="0"/>
                                              </p:stCondLst>
                                            </p:cTn>
                                            <p:tgtEl>
                                              <p:spTgt spid="45"/>
                                            </p:tgtEl>
                                            <p:attrNameLst>
                                              <p:attrName>style.visibility</p:attrName>
                                            </p:attrNameLst>
                                          </p:cBhvr>
                                          <p:to>
                                            <p:strVal val="visible"/>
                                          </p:to>
                                        </p:set>
                                        <p:anim calcmode="lin" valueType="num">
                                          <p:cBhvr>
                                            <p:cTn id="33" dur="500" fill="hold"/>
                                            <p:tgtEl>
                                              <p:spTgt spid="45"/>
                                            </p:tgtEl>
                                            <p:attrNameLst>
                                              <p:attrName>ppt_w</p:attrName>
                                            </p:attrNameLst>
                                          </p:cBhvr>
                                          <p:tavLst>
                                            <p:tav tm="0">
                                              <p:val>
                                                <p:fltVal val="0"/>
                                              </p:val>
                                            </p:tav>
                                            <p:tav tm="100000">
                                              <p:val>
                                                <p:strVal val="#ppt_w"/>
                                              </p:val>
                                            </p:tav>
                                          </p:tavLst>
                                        </p:anim>
                                        <p:anim calcmode="lin" valueType="num">
                                          <p:cBhvr>
                                            <p:cTn id="34" dur="500" fill="hold"/>
                                            <p:tgtEl>
                                              <p:spTgt spid="45"/>
                                            </p:tgtEl>
                                            <p:attrNameLst>
                                              <p:attrName>ppt_h</p:attrName>
                                            </p:attrNameLst>
                                          </p:cBhvr>
                                          <p:tavLst>
                                            <p:tav tm="0">
                                              <p:val>
                                                <p:fltVal val="0"/>
                                              </p:val>
                                            </p:tav>
                                            <p:tav tm="100000">
                                              <p:val>
                                                <p:strVal val="#ppt_h"/>
                                              </p:val>
                                            </p:tav>
                                          </p:tavLst>
                                        </p:anim>
                                        <p:animEffect transition="in" filter="fade">
                                          <p:cBhvr>
                                            <p:cTn id="35" dur="500"/>
                                            <p:tgtEl>
                                              <p:spTgt spid="45"/>
                                            </p:tgtEl>
                                          </p:cBhvr>
                                        </p:animEffect>
                                      </p:childTnLst>
                                    </p:cTn>
                                  </p:par>
                                  <p:par>
                                    <p:cTn id="36" presetID="53" presetClass="entr" presetSubtype="16" fill="hold" grpId="0" nodeType="withEffect">
                                      <p:stCondLst>
                                        <p:cond delay="3250"/>
                                      </p:stCondLst>
                                      <p:childTnLst>
                                        <p:set>
                                          <p:cBhvr>
                                            <p:cTn id="37" dur="1" fill="hold">
                                              <p:stCondLst>
                                                <p:cond delay="0"/>
                                              </p:stCondLst>
                                            </p:cTn>
                                            <p:tgtEl>
                                              <p:spTgt spid="46"/>
                                            </p:tgtEl>
                                            <p:attrNameLst>
                                              <p:attrName>style.visibility</p:attrName>
                                            </p:attrNameLst>
                                          </p:cBhvr>
                                          <p:to>
                                            <p:strVal val="visible"/>
                                          </p:to>
                                        </p:set>
                                        <p:anim calcmode="lin" valueType="num">
                                          <p:cBhvr>
                                            <p:cTn id="38" dur="500" fill="hold"/>
                                            <p:tgtEl>
                                              <p:spTgt spid="46"/>
                                            </p:tgtEl>
                                            <p:attrNameLst>
                                              <p:attrName>ppt_w</p:attrName>
                                            </p:attrNameLst>
                                          </p:cBhvr>
                                          <p:tavLst>
                                            <p:tav tm="0">
                                              <p:val>
                                                <p:fltVal val="0"/>
                                              </p:val>
                                            </p:tav>
                                            <p:tav tm="100000">
                                              <p:val>
                                                <p:strVal val="#ppt_w"/>
                                              </p:val>
                                            </p:tav>
                                          </p:tavLst>
                                        </p:anim>
                                        <p:anim calcmode="lin" valueType="num">
                                          <p:cBhvr>
                                            <p:cTn id="39" dur="500" fill="hold"/>
                                            <p:tgtEl>
                                              <p:spTgt spid="46"/>
                                            </p:tgtEl>
                                            <p:attrNameLst>
                                              <p:attrName>ppt_h</p:attrName>
                                            </p:attrNameLst>
                                          </p:cBhvr>
                                          <p:tavLst>
                                            <p:tav tm="0">
                                              <p:val>
                                                <p:fltVal val="0"/>
                                              </p:val>
                                            </p:tav>
                                            <p:tav tm="100000">
                                              <p:val>
                                                <p:strVal val="#ppt_h"/>
                                              </p:val>
                                            </p:tav>
                                          </p:tavLst>
                                        </p:anim>
                                        <p:animEffect transition="in" filter="fade">
                                          <p:cBhvr>
                                            <p:cTn id="40" dur="500"/>
                                            <p:tgtEl>
                                              <p:spTgt spid="46"/>
                                            </p:tgtEl>
                                          </p:cBhvr>
                                        </p:animEffect>
                                      </p:childTnLst>
                                    </p:cTn>
                                  </p:par>
                                  <p:par>
                                    <p:cTn id="41" presetID="53" presetClass="entr" presetSubtype="16" fill="hold" grpId="0" nodeType="withEffect">
                                      <p:stCondLst>
                                        <p:cond delay="3250"/>
                                      </p:stCondLst>
                                      <p:childTnLst>
                                        <p:set>
                                          <p:cBhvr>
                                            <p:cTn id="42" dur="1" fill="hold">
                                              <p:stCondLst>
                                                <p:cond delay="0"/>
                                              </p:stCondLst>
                                            </p:cTn>
                                            <p:tgtEl>
                                              <p:spTgt spid="47"/>
                                            </p:tgtEl>
                                            <p:attrNameLst>
                                              <p:attrName>style.visibility</p:attrName>
                                            </p:attrNameLst>
                                          </p:cBhvr>
                                          <p:to>
                                            <p:strVal val="visible"/>
                                          </p:to>
                                        </p:set>
                                        <p:anim calcmode="lin" valueType="num">
                                          <p:cBhvr>
                                            <p:cTn id="43" dur="500" fill="hold"/>
                                            <p:tgtEl>
                                              <p:spTgt spid="47"/>
                                            </p:tgtEl>
                                            <p:attrNameLst>
                                              <p:attrName>ppt_w</p:attrName>
                                            </p:attrNameLst>
                                          </p:cBhvr>
                                          <p:tavLst>
                                            <p:tav tm="0">
                                              <p:val>
                                                <p:fltVal val="0"/>
                                              </p:val>
                                            </p:tav>
                                            <p:tav tm="100000">
                                              <p:val>
                                                <p:strVal val="#ppt_w"/>
                                              </p:val>
                                            </p:tav>
                                          </p:tavLst>
                                        </p:anim>
                                        <p:anim calcmode="lin" valueType="num">
                                          <p:cBhvr>
                                            <p:cTn id="44" dur="500" fill="hold"/>
                                            <p:tgtEl>
                                              <p:spTgt spid="47"/>
                                            </p:tgtEl>
                                            <p:attrNameLst>
                                              <p:attrName>ppt_h</p:attrName>
                                            </p:attrNameLst>
                                          </p:cBhvr>
                                          <p:tavLst>
                                            <p:tav tm="0">
                                              <p:val>
                                                <p:fltVal val="0"/>
                                              </p:val>
                                            </p:tav>
                                            <p:tav tm="100000">
                                              <p:val>
                                                <p:strVal val="#ppt_h"/>
                                              </p:val>
                                            </p:tav>
                                          </p:tavLst>
                                        </p:anim>
                                        <p:animEffect transition="in" filter="fade">
                                          <p:cBhvr>
                                            <p:cTn id="45" dur="500"/>
                                            <p:tgtEl>
                                              <p:spTgt spid="47"/>
                                            </p:tgtEl>
                                          </p:cBhvr>
                                        </p:animEffect>
                                      </p:childTnLst>
                                    </p:cTn>
                                  </p:par>
                                  <p:par>
                                    <p:cTn id="46" presetID="53" presetClass="entr" presetSubtype="16" fill="hold" grpId="0" nodeType="withEffect">
                                      <p:stCondLst>
                                        <p:cond delay="3250"/>
                                      </p:stCondLst>
                                      <p:childTnLst>
                                        <p:set>
                                          <p:cBhvr>
                                            <p:cTn id="47" dur="1" fill="hold">
                                              <p:stCondLst>
                                                <p:cond delay="0"/>
                                              </p:stCondLst>
                                            </p:cTn>
                                            <p:tgtEl>
                                              <p:spTgt spid="48"/>
                                            </p:tgtEl>
                                            <p:attrNameLst>
                                              <p:attrName>style.visibility</p:attrName>
                                            </p:attrNameLst>
                                          </p:cBhvr>
                                          <p:to>
                                            <p:strVal val="visible"/>
                                          </p:to>
                                        </p:set>
                                        <p:anim calcmode="lin" valueType="num">
                                          <p:cBhvr>
                                            <p:cTn id="48" dur="500" fill="hold"/>
                                            <p:tgtEl>
                                              <p:spTgt spid="48"/>
                                            </p:tgtEl>
                                            <p:attrNameLst>
                                              <p:attrName>ppt_w</p:attrName>
                                            </p:attrNameLst>
                                          </p:cBhvr>
                                          <p:tavLst>
                                            <p:tav tm="0">
                                              <p:val>
                                                <p:fltVal val="0"/>
                                              </p:val>
                                            </p:tav>
                                            <p:tav tm="100000">
                                              <p:val>
                                                <p:strVal val="#ppt_w"/>
                                              </p:val>
                                            </p:tav>
                                          </p:tavLst>
                                        </p:anim>
                                        <p:anim calcmode="lin" valueType="num">
                                          <p:cBhvr>
                                            <p:cTn id="49" dur="500" fill="hold"/>
                                            <p:tgtEl>
                                              <p:spTgt spid="48"/>
                                            </p:tgtEl>
                                            <p:attrNameLst>
                                              <p:attrName>ppt_h</p:attrName>
                                            </p:attrNameLst>
                                          </p:cBhvr>
                                          <p:tavLst>
                                            <p:tav tm="0">
                                              <p:val>
                                                <p:fltVal val="0"/>
                                              </p:val>
                                            </p:tav>
                                            <p:tav tm="100000">
                                              <p:val>
                                                <p:strVal val="#ppt_h"/>
                                              </p:val>
                                            </p:tav>
                                          </p:tavLst>
                                        </p:anim>
                                        <p:animEffect transition="in" filter="fade">
                                          <p:cBhvr>
                                            <p:cTn id="50" dur="500"/>
                                            <p:tgtEl>
                                              <p:spTgt spid="48"/>
                                            </p:tgtEl>
                                          </p:cBhvr>
                                        </p:animEffect>
                                      </p:childTnLst>
                                    </p:cTn>
                                  </p:par>
                                  <p:par>
                                    <p:cTn id="51" presetID="53" presetClass="entr" presetSubtype="16" fill="hold" grpId="0" nodeType="withEffect">
                                      <p:stCondLst>
                                        <p:cond delay="3250"/>
                                      </p:stCondLst>
                                      <p:childTnLst>
                                        <p:set>
                                          <p:cBhvr>
                                            <p:cTn id="52" dur="1" fill="hold">
                                              <p:stCondLst>
                                                <p:cond delay="0"/>
                                              </p:stCondLst>
                                            </p:cTn>
                                            <p:tgtEl>
                                              <p:spTgt spid="49"/>
                                            </p:tgtEl>
                                            <p:attrNameLst>
                                              <p:attrName>style.visibility</p:attrName>
                                            </p:attrNameLst>
                                          </p:cBhvr>
                                          <p:to>
                                            <p:strVal val="visible"/>
                                          </p:to>
                                        </p:set>
                                        <p:anim calcmode="lin" valueType="num">
                                          <p:cBhvr>
                                            <p:cTn id="53" dur="500" fill="hold"/>
                                            <p:tgtEl>
                                              <p:spTgt spid="49"/>
                                            </p:tgtEl>
                                            <p:attrNameLst>
                                              <p:attrName>ppt_w</p:attrName>
                                            </p:attrNameLst>
                                          </p:cBhvr>
                                          <p:tavLst>
                                            <p:tav tm="0">
                                              <p:val>
                                                <p:fltVal val="0"/>
                                              </p:val>
                                            </p:tav>
                                            <p:tav tm="100000">
                                              <p:val>
                                                <p:strVal val="#ppt_w"/>
                                              </p:val>
                                            </p:tav>
                                          </p:tavLst>
                                        </p:anim>
                                        <p:anim calcmode="lin" valueType="num">
                                          <p:cBhvr>
                                            <p:cTn id="54" dur="500" fill="hold"/>
                                            <p:tgtEl>
                                              <p:spTgt spid="49"/>
                                            </p:tgtEl>
                                            <p:attrNameLst>
                                              <p:attrName>ppt_h</p:attrName>
                                            </p:attrNameLst>
                                          </p:cBhvr>
                                          <p:tavLst>
                                            <p:tav tm="0">
                                              <p:val>
                                                <p:fltVal val="0"/>
                                              </p:val>
                                            </p:tav>
                                            <p:tav tm="100000">
                                              <p:val>
                                                <p:strVal val="#ppt_h"/>
                                              </p:val>
                                            </p:tav>
                                          </p:tavLst>
                                        </p:anim>
                                        <p:animEffect transition="in" filter="fade">
                                          <p:cBhvr>
                                            <p:cTn id="55" dur="500"/>
                                            <p:tgtEl>
                                              <p:spTgt spid="49"/>
                                            </p:tgtEl>
                                          </p:cBhvr>
                                        </p:animEffect>
                                      </p:childTnLst>
                                    </p:cTn>
                                  </p:par>
                                  <p:par>
                                    <p:cTn id="56" presetID="53" presetClass="entr" presetSubtype="16" fill="hold" grpId="0" nodeType="withEffect">
                                      <p:stCondLst>
                                        <p:cond delay="3250"/>
                                      </p:stCondLst>
                                      <p:childTnLst>
                                        <p:set>
                                          <p:cBhvr>
                                            <p:cTn id="57" dur="1" fill="hold">
                                              <p:stCondLst>
                                                <p:cond delay="0"/>
                                              </p:stCondLst>
                                            </p:cTn>
                                            <p:tgtEl>
                                              <p:spTgt spid="50"/>
                                            </p:tgtEl>
                                            <p:attrNameLst>
                                              <p:attrName>style.visibility</p:attrName>
                                            </p:attrNameLst>
                                          </p:cBhvr>
                                          <p:to>
                                            <p:strVal val="visible"/>
                                          </p:to>
                                        </p:set>
                                        <p:anim calcmode="lin" valueType="num">
                                          <p:cBhvr>
                                            <p:cTn id="58" dur="500" fill="hold"/>
                                            <p:tgtEl>
                                              <p:spTgt spid="50"/>
                                            </p:tgtEl>
                                            <p:attrNameLst>
                                              <p:attrName>ppt_w</p:attrName>
                                            </p:attrNameLst>
                                          </p:cBhvr>
                                          <p:tavLst>
                                            <p:tav tm="0">
                                              <p:val>
                                                <p:fltVal val="0"/>
                                              </p:val>
                                            </p:tav>
                                            <p:tav tm="100000">
                                              <p:val>
                                                <p:strVal val="#ppt_w"/>
                                              </p:val>
                                            </p:tav>
                                          </p:tavLst>
                                        </p:anim>
                                        <p:anim calcmode="lin" valueType="num">
                                          <p:cBhvr>
                                            <p:cTn id="59" dur="500" fill="hold"/>
                                            <p:tgtEl>
                                              <p:spTgt spid="50"/>
                                            </p:tgtEl>
                                            <p:attrNameLst>
                                              <p:attrName>ppt_h</p:attrName>
                                            </p:attrNameLst>
                                          </p:cBhvr>
                                          <p:tavLst>
                                            <p:tav tm="0">
                                              <p:val>
                                                <p:fltVal val="0"/>
                                              </p:val>
                                            </p:tav>
                                            <p:tav tm="100000">
                                              <p:val>
                                                <p:strVal val="#ppt_h"/>
                                              </p:val>
                                            </p:tav>
                                          </p:tavLst>
                                        </p:anim>
                                        <p:animEffect transition="in" filter="fade">
                                          <p:cBhvr>
                                            <p:cTn id="60" dur="500"/>
                                            <p:tgtEl>
                                              <p:spTgt spid="50"/>
                                            </p:tgtEl>
                                          </p:cBhvr>
                                        </p:animEffect>
                                      </p:childTnLst>
                                    </p:cTn>
                                  </p:par>
                                  <p:par>
                                    <p:cTn id="61" presetID="22" presetClass="entr" presetSubtype="2" fill="hold" grpId="0" nodeType="withEffect">
                                      <p:stCondLst>
                                        <p:cond delay="3250"/>
                                      </p:stCondLst>
                                      <p:childTnLst>
                                        <p:set>
                                          <p:cBhvr>
                                            <p:cTn id="62" dur="1" fill="hold">
                                              <p:stCondLst>
                                                <p:cond delay="0"/>
                                              </p:stCondLst>
                                            </p:cTn>
                                            <p:tgtEl>
                                              <p:spTgt spid="52"/>
                                            </p:tgtEl>
                                            <p:attrNameLst>
                                              <p:attrName>style.visibility</p:attrName>
                                            </p:attrNameLst>
                                          </p:cBhvr>
                                          <p:to>
                                            <p:strVal val="visible"/>
                                          </p:to>
                                        </p:set>
                                        <p:animEffect transition="in" filter="wipe(right)">
                                          <p:cBhvr>
                                            <p:cTn id="63" dur="1000"/>
                                            <p:tgtEl>
                                              <p:spTgt spid="52"/>
                                            </p:tgtEl>
                                          </p:cBhvr>
                                        </p:animEffect>
                                      </p:childTnLst>
                                    </p:cTn>
                                  </p:par>
                                  <p:par>
                                    <p:cTn id="64" presetID="22" presetClass="entr" presetSubtype="2" fill="hold" grpId="0" nodeType="withEffect">
                                      <p:stCondLst>
                                        <p:cond delay="3250"/>
                                      </p:stCondLst>
                                      <p:childTnLst>
                                        <p:set>
                                          <p:cBhvr>
                                            <p:cTn id="65" dur="1" fill="hold">
                                              <p:stCondLst>
                                                <p:cond delay="0"/>
                                              </p:stCondLst>
                                            </p:cTn>
                                            <p:tgtEl>
                                              <p:spTgt spid="58"/>
                                            </p:tgtEl>
                                            <p:attrNameLst>
                                              <p:attrName>style.visibility</p:attrName>
                                            </p:attrNameLst>
                                          </p:cBhvr>
                                          <p:to>
                                            <p:strVal val="visible"/>
                                          </p:to>
                                        </p:set>
                                        <p:animEffect transition="in" filter="wipe(right)">
                                          <p:cBhvr>
                                            <p:cTn id="66" dur="1000"/>
                                            <p:tgtEl>
                                              <p:spTgt spid="58"/>
                                            </p:tgtEl>
                                          </p:cBhvr>
                                        </p:animEffect>
                                      </p:childTnLst>
                                    </p:cTn>
                                  </p:par>
                                  <p:par>
                                    <p:cTn id="67" presetID="22" presetClass="entr" presetSubtype="2" fill="hold" grpId="0" nodeType="withEffect">
                                      <p:stCondLst>
                                        <p:cond delay="3250"/>
                                      </p:stCondLst>
                                      <p:childTnLst>
                                        <p:set>
                                          <p:cBhvr>
                                            <p:cTn id="68" dur="1" fill="hold">
                                              <p:stCondLst>
                                                <p:cond delay="0"/>
                                              </p:stCondLst>
                                            </p:cTn>
                                            <p:tgtEl>
                                              <p:spTgt spid="59"/>
                                            </p:tgtEl>
                                            <p:attrNameLst>
                                              <p:attrName>style.visibility</p:attrName>
                                            </p:attrNameLst>
                                          </p:cBhvr>
                                          <p:to>
                                            <p:strVal val="visible"/>
                                          </p:to>
                                        </p:set>
                                        <p:animEffect transition="in" filter="wipe(right)">
                                          <p:cBhvr>
                                            <p:cTn id="69" dur="1000"/>
                                            <p:tgtEl>
                                              <p:spTgt spid="59"/>
                                            </p:tgtEl>
                                          </p:cBhvr>
                                        </p:animEffect>
                                      </p:childTnLst>
                                    </p:cTn>
                                  </p:par>
                                  <p:par>
                                    <p:cTn id="70" presetID="22" presetClass="entr" presetSubtype="2" fill="hold" grpId="0" nodeType="withEffect">
                                      <p:stCondLst>
                                        <p:cond delay="3250"/>
                                      </p:stCondLst>
                                      <p:childTnLst>
                                        <p:set>
                                          <p:cBhvr>
                                            <p:cTn id="71" dur="1" fill="hold">
                                              <p:stCondLst>
                                                <p:cond delay="0"/>
                                              </p:stCondLst>
                                            </p:cTn>
                                            <p:tgtEl>
                                              <p:spTgt spid="60"/>
                                            </p:tgtEl>
                                            <p:attrNameLst>
                                              <p:attrName>style.visibility</p:attrName>
                                            </p:attrNameLst>
                                          </p:cBhvr>
                                          <p:to>
                                            <p:strVal val="visible"/>
                                          </p:to>
                                        </p:set>
                                        <p:animEffect transition="in" filter="wipe(right)">
                                          <p:cBhvr>
                                            <p:cTn id="72" dur="1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9" grpId="0" animBg="1"/>
          <p:bldP spid="31" grpId="0" animBg="1"/>
          <p:bldP spid="33" grpId="0" animBg="1"/>
          <p:bldP spid="43" grpId="0"/>
          <p:bldP spid="44" grpId="0"/>
          <p:bldP spid="45" grpId="0"/>
          <p:bldP spid="46" grpId="0"/>
          <p:bldP spid="47" grpId="0"/>
          <p:bldP spid="48" grpId="0"/>
          <p:bldP spid="49" grpId="0"/>
          <p:bldP spid="50" grpId="0"/>
          <p:bldP spid="52" grpId="0"/>
          <p:bldP spid="58" grpId="0"/>
          <p:bldP spid="59" grpId="0"/>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200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1000" fill="hold"/>
                                            <p:tgtEl>
                                              <p:spTgt spid="19"/>
                                            </p:tgtEl>
                                            <p:attrNameLst>
                                              <p:attrName>ppt_x</p:attrName>
                                            </p:attrNameLst>
                                          </p:cBhvr>
                                          <p:tavLst>
                                            <p:tav tm="0">
                                              <p:val>
                                                <p:strVal val="#ppt_x"/>
                                              </p:val>
                                            </p:tav>
                                            <p:tav tm="100000">
                                              <p:val>
                                                <p:strVal val="#ppt_x"/>
                                              </p:val>
                                            </p:tav>
                                          </p:tavLst>
                                        </p:anim>
                                        <p:anim calcmode="lin" valueType="num">
                                          <p:cBhvr additive="base">
                                            <p:cTn id="8" dur="10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225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1000" fill="hold"/>
                                            <p:tgtEl>
                                              <p:spTgt spid="29"/>
                                            </p:tgtEl>
                                            <p:attrNameLst>
                                              <p:attrName>ppt_x</p:attrName>
                                            </p:attrNameLst>
                                          </p:cBhvr>
                                          <p:tavLst>
                                            <p:tav tm="0">
                                              <p:val>
                                                <p:strVal val="#ppt_x"/>
                                              </p:val>
                                            </p:tav>
                                            <p:tav tm="100000">
                                              <p:val>
                                                <p:strVal val="#ppt_x"/>
                                              </p:val>
                                            </p:tav>
                                          </p:tavLst>
                                        </p:anim>
                                        <p:anim calcmode="lin" valueType="num">
                                          <p:cBhvr additive="base">
                                            <p:cTn id="12" dur="1000" fill="hold"/>
                                            <p:tgtEl>
                                              <p:spTgt spid="29"/>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250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1000" fill="hold"/>
                                            <p:tgtEl>
                                              <p:spTgt spid="31"/>
                                            </p:tgtEl>
                                            <p:attrNameLst>
                                              <p:attrName>ppt_x</p:attrName>
                                            </p:attrNameLst>
                                          </p:cBhvr>
                                          <p:tavLst>
                                            <p:tav tm="0">
                                              <p:val>
                                                <p:strVal val="#ppt_x"/>
                                              </p:val>
                                            </p:tav>
                                            <p:tav tm="100000">
                                              <p:val>
                                                <p:strVal val="#ppt_x"/>
                                              </p:val>
                                            </p:tav>
                                          </p:tavLst>
                                        </p:anim>
                                        <p:anim calcmode="lin" valueType="num">
                                          <p:cBhvr additive="base">
                                            <p:cTn id="16" dur="1000" fill="hold"/>
                                            <p:tgtEl>
                                              <p:spTgt spid="31"/>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275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1000" fill="hold"/>
                                            <p:tgtEl>
                                              <p:spTgt spid="33"/>
                                            </p:tgtEl>
                                            <p:attrNameLst>
                                              <p:attrName>ppt_x</p:attrName>
                                            </p:attrNameLst>
                                          </p:cBhvr>
                                          <p:tavLst>
                                            <p:tav tm="0">
                                              <p:val>
                                                <p:strVal val="#ppt_x"/>
                                              </p:val>
                                            </p:tav>
                                            <p:tav tm="100000">
                                              <p:val>
                                                <p:strVal val="#ppt_x"/>
                                              </p:val>
                                            </p:tav>
                                          </p:tavLst>
                                        </p:anim>
                                        <p:anim calcmode="lin" valueType="num">
                                          <p:cBhvr additive="base">
                                            <p:cTn id="20" dur="1000" fill="hold"/>
                                            <p:tgtEl>
                                              <p:spTgt spid="33"/>
                                            </p:tgtEl>
                                            <p:attrNameLst>
                                              <p:attrName>ppt_y</p:attrName>
                                            </p:attrNameLst>
                                          </p:cBhvr>
                                          <p:tavLst>
                                            <p:tav tm="0">
                                              <p:val>
                                                <p:strVal val="0-#ppt_h/2"/>
                                              </p:val>
                                            </p:tav>
                                            <p:tav tm="100000">
                                              <p:val>
                                                <p:strVal val="#ppt_y"/>
                                              </p:val>
                                            </p:tav>
                                          </p:tavLst>
                                        </p:anim>
                                      </p:childTnLst>
                                    </p:cTn>
                                  </p:par>
                                  <p:par>
                                    <p:cTn id="21" presetID="53" presetClass="entr" presetSubtype="16" fill="hold" grpId="0" nodeType="withEffect">
                                      <p:stCondLst>
                                        <p:cond delay="3250"/>
                                      </p:stCondLst>
                                      <p:childTnLst>
                                        <p:set>
                                          <p:cBhvr>
                                            <p:cTn id="22" dur="1" fill="hold">
                                              <p:stCondLst>
                                                <p:cond delay="0"/>
                                              </p:stCondLst>
                                            </p:cTn>
                                            <p:tgtEl>
                                              <p:spTgt spid="43"/>
                                            </p:tgtEl>
                                            <p:attrNameLst>
                                              <p:attrName>style.visibility</p:attrName>
                                            </p:attrNameLst>
                                          </p:cBhvr>
                                          <p:to>
                                            <p:strVal val="visible"/>
                                          </p:to>
                                        </p:set>
                                        <p:anim calcmode="lin" valueType="num">
                                          <p:cBhvr>
                                            <p:cTn id="23" dur="500" fill="hold"/>
                                            <p:tgtEl>
                                              <p:spTgt spid="43"/>
                                            </p:tgtEl>
                                            <p:attrNameLst>
                                              <p:attrName>ppt_w</p:attrName>
                                            </p:attrNameLst>
                                          </p:cBhvr>
                                          <p:tavLst>
                                            <p:tav tm="0">
                                              <p:val>
                                                <p:fltVal val="0"/>
                                              </p:val>
                                            </p:tav>
                                            <p:tav tm="100000">
                                              <p:val>
                                                <p:strVal val="#ppt_w"/>
                                              </p:val>
                                            </p:tav>
                                          </p:tavLst>
                                        </p:anim>
                                        <p:anim calcmode="lin" valueType="num">
                                          <p:cBhvr>
                                            <p:cTn id="24" dur="500" fill="hold"/>
                                            <p:tgtEl>
                                              <p:spTgt spid="43"/>
                                            </p:tgtEl>
                                            <p:attrNameLst>
                                              <p:attrName>ppt_h</p:attrName>
                                            </p:attrNameLst>
                                          </p:cBhvr>
                                          <p:tavLst>
                                            <p:tav tm="0">
                                              <p:val>
                                                <p:fltVal val="0"/>
                                              </p:val>
                                            </p:tav>
                                            <p:tav tm="100000">
                                              <p:val>
                                                <p:strVal val="#ppt_h"/>
                                              </p:val>
                                            </p:tav>
                                          </p:tavLst>
                                        </p:anim>
                                        <p:animEffect transition="in" filter="fade">
                                          <p:cBhvr>
                                            <p:cTn id="25" dur="500"/>
                                            <p:tgtEl>
                                              <p:spTgt spid="43"/>
                                            </p:tgtEl>
                                          </p:cBhvr>
                                        </p:animEffect>
                                      </p:childTnLst>
                                    </p:cTn>
                                  </p:par>
                                  <p:par>
                                    <p:cTn id="26" presetID="53" presetClass="entr" presetSubtype="16" fill="hold" grpId="0" nodeType="withEffect">
                                      <p:stCondLst>
                                        <p:cond delay="3250"/>
                                      </p:stCondLst>
                                      <p:childTnLst>
                                        <p:set>
                                          <p:cBhvr>
                                            <p:cTn id="27" dur="1" fill="hold">
                                              <p:stCondLst>
                                                <p:cond delay="0"/>
                                              </p:stCondLst>
                                            </p:cTn>
                                            <p:tgtEl>
                                              <p:spTgt spid="44"/>
                                            </p:tgtEl>
                                            <p:attrNameLst>
                                              <p:attrName>style.visibility</p:attrName>
                                            </p:attrNameLst>
                                          </p:cBhvr>
                                          <p:to>
                                            <p:strVal val="visible"/>
                                          </p:to>
                                        </p:set>
                                        <p:anim calcmode="lin" valueType="num">
                                          <p:cBhvr>
                                            <p:cTn id="28" dur="500" fill="hold"/>
                                            <p:tgtEl>
                                              <p:spTgt spid="44"/>
                                            </p:tgtEl>
                                            <p:attrNameLst>
                                              <p:attrName>ppt_w</p:attrName>
                                            </p:attrNameLst>
                                          </p:cBhvr>
                                          <p:tavLst>
                                            <p:tav tm="0">
                                              <p:val>
                                                <p:fltVal val="0"/>
                                              </p:val>
                                            </p:tav>
                                            <p:tav tm="100000">
                                              <p:val>
                                                <p:strVal val="#ppt_w"/>
                                              </p:val>
                                            </p:tav>
                                          </p:tavLst>
                                        </p:anim>
                                        <p:anim calcmode="lin" valueType="num">
                                          <p:cBhvr>
                                            <p:cTn id="29" dur="500" fill="hold"/>
                                            <p:tgtEl>
                                              <p:spTgt spid="44"/>
                                            </p:tgtEl>
                                            <p:attrNameLst>
                                              <p:attrName>ppt_h</p:attrName>
                                            </p:attrNameLst>
                                          </p:cBhvr>
                                          <p:tavLst>
                                            <p:tav tm="0">
                                              <p:val>
                                                <p:fltVal val="0"/>
                                              </p:val>
                                            </p:tav>
                                            <p:tav tm="100000">
                                              <p:val>
                                                <p:strVal val="#ppt_h"/>
                                              </p:val>
                                            </p:tav>
                                          </p:tavLst>
                                        </p:anim>
                                        <p:animEffect transition="in" filter="fade">
                                          <p:cBhvr>
                                            <p:cTn id="30" dur="500"/>
                                            <p:tgtEl>
                                              <p:spTgt spid="44"/>
                                            </p:tgtEl>
                                          </p:cBhvr>
                                        </p:animEffect>
                                      </p:childTnLst>
                                    </p:cTn>
                                  </p:par>
                                  <p:par>
                                    <p:cTn id="31" presetID="53" presetClass="entr" presetSubtype="16" fill="hold" grpId="0" nodeType="withEffect">
                                      <p:stCondLst>
                                        <p:cond delay="3250"/>
                                      </p:stCondLst>
                                      <p:childTnLst>
                                        <p:set>
                                          <p:cBhvr>
                                            <p:cTn id="32" dur="1" fill="hold">
                                              <p:stCondLst>
                                                <p:cond delay="0"/>
                                              </p:stCondLst>
                                            </p:cTn>
                                            <p:tgtEl>
                                              <p:spTgt spid="45"/>
                                            </p:tgtEl>
                                            <p:attrNameLst>
                                              <p:attrName>style.visibility</p:attrName>
                                            </p:attrNameLst>
                                          </p:cBhvr>
                                          <p:to>
                                            <p:strVal val="visible"/>
                                          </p:to>
                                        </p:set>
                                        <p:anim calcmode="lin" valueType="num">
                                          <p:cBhvr>
                                            <p:cTn id="33" dur="500" fill="hold"/>
                                            <p:tgtEl>
                                              <p:spTgt spid="45"/>
                                            </p:tgtEl>
                                            <p:attrNameLst>
                                              <p:attrName>ppt_w</p:attrName>
                                            </p:attrNameLst>
                                          </p:cBhvr>
                                          <p:tavLst>
                                            <p:tav tm="0">
                                              <p:val>
                                                <p:fltVal val="0"/>
                                              </p:val>
                                            </p:tav>
                                            <p:tav tm="100000">
                                              <p:val>
                                                <p:strVal val="#ppt_w"/>
                                              </p:val>
                                            </p:tav>
                                          </p:tavLst>
                                        </p:anim>
                                        <p:anim calcmode="lin" valueType="num">
                                          <p:cBhvr>
                                            <p:cTn id="34" dur="500" fill="hold"/>
                                            <p:tgtEl>
                                              <p:spTgt spid="45"/>
                                            </p:tgtEl>
                                            <p:attrNameLst>
                                              <p:attrName>ppt_h</p:attrName>
                                            </p:attrNameLst>
                                          </p:cBhvr>
                                          <p:tavLst>
                                            <p:tav tm="0">
                                              <p:val>
                                                <p:fltVal val="0"/>
                                              </p:val>
                                            </p:tav>
                                            <p:tav tm="100000">
                                              <p:val>
                                                <p:strVal val="#ppt_h"/>
                                              </p:val>
                                            </p:tav>
                                          </p:tavLst>
                                        </p:anim>
                                        <p:animEffect transition="in" filter="fade">
                                          <p:cBhvr>
                                            <p:cTn id="35" dur="500"/>
                                            <p:tgtEl>
                                              <p:spTgt spid="45"/>
                                            </p:tgtEl>
                                          </p:cBhvr>
                                        </p:animEffect>
                                      </p:childTnLst>
                                    </p:cTn>
                                  </p:par>
                                  <p:par>
                                    <p:cTn id="36" presetID="53" presetClass="entr" presetSubtype="16" fill="hold" grpId="0" nodeType="withEffect">
                                      <p:stCondLst>
                                        <p:cond delay="3250"/>
                                      </p:stCondLst>
                                      <p:childTnLst>
                                        <p:set>
                                          <p:cBhvr>
                                            <p:cTn id="37" dur="1" fill="hold">
                                              <p:stCondLst>
                                                <p:cond delay="0"/>
                                              </p:stCondLst>
                                            </p:cTn>
                                            <p:tgtEl>
                                              <p:spTgt spid="46"/>
                                            </p:tgtEl>
                                            <p:attrNameLst>
                                              <p:attrName>style.visibility</p:attrName>
                                            </p:attrNameLst>
                                          </p:cBhvr>
                                          <p:to>
                                            <p:strVal val="visible"/>
                                          </p:to>
                                        </p:set>
                                        <p:anim calcmode="lin" valueType="num">
                                          <p:cBhvr>
                                            <p:cTn id="38" dur="500" fill="hold"/>
                                            <p:tgtEl>
                                              <p:spTgt spid="46"/>
                                            </p:tgtEl>
                                            <p:attrNameLst>
                                              <p:attrName>ppt_w</p:attrName>
                                            </p:attrNameLst>
                                          </p:cBhvr>
                                          <p:tavLst>
                                            <p:tav tm="0">
                                              <p:val>
                                                <p:fltVal val="0"/>
                                              </p:val>
                                            </p:tav>
                                            <p:tav tm="100000">
                                              <p:val>
                                                <p:strVal val="#ppt_w"/>
                                              </p:val>
                                            </p:tav>
                                          </p:tavLst>
                                        </p:anim>
                                        <p:anim calcmode="lin" valueType="num">
                                          <p:cBhvr>
                                            <p:cTn id="39" dur="500" fill="hold"/>
                                            <p:tgtEl>
                                              <p:spTgt spid="46"/>
                                            </p:tgtEl>
                                            <p:attrNameLst>
                                              <p:attrName>ppt_h</p:attrName>
                                            </p:attrNameLst>
                                          </p:cBhvr>
                                          <p:tavLst>
                                            <p:tav tm="0">
                                              <p:val>
                                                <p:fltVal val="0"/>
                                              </p:val>
                                            </p:tav>
                                            <p:tav tm="100000">
                                              <p:val>
                                                <p:strVal val="#ppt_h"/>
                                              </p:val>
                                            </p:tav>
                                          </p:tavLst>
                                        </p:anim>
                                        <p:animEffect transition="in" filter="fade">
                                          <p:cBhvr>
                                            <p:cTn id="40" dur="500"/>
                                            <p:tgtEl>
                                              <p:spTgt spid="46"/>
                                            </p:tgtEl>
                                          </p:cBhvr>
                                        </p:animEffect>
                                      </p:childTnLst>
                                    </p:cTn>
                                  </p:par>
                                  <p:par>
                                    <p:cTn id="41" presetID="53" presetClass="entr" presetSubtype="16" fill="hold" grpId="0" nodeType="withEffect">
                                      <p:stCondLst>
                                        <p:cond delay="3250"/>
                                      </p:stCondLst>
                                      <p:childTnLst>
                                        <p:set>
                                          <p:cBhvr>
                                            <p:cTn id="42" dur="1" fill="hold">
                                              <p:stCondLst>
                                                <p:cond delay="0"/>
                                              </p:stCondLst>
                                            </p:cTn>
                                            <p:tgtEl>
                                              <p:spTgt spid="47"/>
                                            </p:tgtEl>
                                            <p:attrNameLst>
                                              <p:attrName>style.visibility</p:attrName>
                                            </p:attrNameLst>
                                          </p:cBhvr>
                                          <p:to>
                                            <p:strVal val="visible"/>
                                          </p:to>
                                        </p:set>
                                        <p:anim calcmode="lin" valueType="num">
                                          <p:cBhvr>
                                            <p:cTn id="43" dur="500" fill="hold"/>
                                            <p:tgtEl>
                                              <p:spTgt spid="47"/>
                                            </p:tgtEl>
                                            <p:attrNameLst>
                                              <p:attrName>ppt_w</p:attrName>
                                            </p:attrNameLst>
                                          </p:cBhvr>
                                          <p:tavLst>
                                            <p:tav tm="0">
                                              <p:val>
                                                <p:fltVal val="0"/>
                                              </p:val>
                                            </p:tav>
                                            <p:tav tm="100000">
                                              <p:val>
                                                <p:strVal val="#ppt_w"/>
                                              </p:val>
                                            </p:tav>
                                          </p:tavLst>
                                        </p:anim>
                                        <p:anim calcmode="lin" valueType="num">
                                          <p:cBhvr>
                                            <p:cTn id="44" dur="500" fill="hold"/>
                                            <p:tgtEl>
                                              <p:spTgt spid="47"/>
                                            </p:tgtEl>
                                            <p:attrNameLst>
                                              <p:attrName>ppt_h</p:attrName>
                                            </p:attrNameLst>
                                          </p:cBhvr>
                                          <p:tavLst>
                                            <p:tav tm="0">
                                              <p:val>
                                                <p:fltVal val="0"/>
                                              </p:val>
                                            </p:tav>
                                            <p:tav tm="100000">
                                              <p:val>
                                                <p:strVal val="#ppt_h"/>
                                              </p:val>
                                            </p:tav>
                                          </p:tavLst>
                                        </p:anim>
                                        <p:animEffect transition="in" filter="fade">
                                          <p:cBhvr>
                                            <p:cTn id="45" dur="500"/>
                                            <p:tgtEl>
                                              <p:spTgt spid="47"/>
                                            </p:tgtEl>
                                          </p:cBhvr>
                                        </p:animEffect>
                                      </p:childTnLst>
                                    </p:cTn>
                                  </p:par>
                                  <p:par>
                                    <p:cTn id="46" presetID="53" presetClass="entr" presetSubtype="16" fill="hold" grpId="0" nodeType="withEffect">
                                      <p:stCondLst>
                                        <p:cond delay="3250"/>
                                      </p:stCondLst>
                                      <p:childTnLst>
                                        <p:set>
                                          <p:cBhvr>
                                            <p:cTn id="47" dur="1" fill="hold">
                                              <p:stCondLst>
                                                <p:cond delay="0"/>
                                              </p:stCondLst>
                                            </p:cTn>
                                            <p:tgtEl>
                                              <p:spTgt spid="48"/>
                                            </p:tgtEl>
                                            <p:attrNameLst>
                                              <p:attrName>style.visibility</p:attrName>
                                            </p:attrNameLst>
                                          </p:cBhvr>
                                          <p:to>
                                            <p:strVal val="visible"/>
                                          </p:to>
                                        </p:set>
                                        <p:anim calcmode="lin" valueType="num">
                                          <p:cBhvr>
                                            <p:cTn id="48" dur="500" fill="hold"/>
                                            <p:tgtEl>
                                              <p:spTgt spid="48"/>
                                            </p:tgtEl>
                                            <p:attrNameLst>
                                              <p:attrName>ppt_w</p:attrName>
                                            </p:attrNameLst>
                                          </p:cBhvr>
                                          <p:tavLst>
                                            <p:tav tm="0">
                                              <p:val>
                                                <p:fltVal val="0"/>
                                              </p:val>
                                            </p:tav>
                                            <p:tav tm="100000">
                                              <p:val>
                                                <p:strVal val="#ppt_w"/>
                                              </p:val>
                                            </p:tav>
                                          </p:tavLst>
                                        </p:anim>
                                        <p:anim calcmode="lin" valueType="num">
                                          <p:cBhvr>
                                            <p:cTn id="49" dur="500" fill="hold"/>
                                            <p:tgtEl>
                                              <p:spTgt spid="48"/>
                                            </p:tgtEl>
                                            <p:attrNameLst>
                                              <p:attrName>ppt_h</p:attrName>
                                            </p:attrNameLst>
                                          </p:cBhvr>
                                          <p:tavLst>
                                            <p:tav tm="0">
                                              <p:val>
                                                <p:fltVal val="0"/>
                                              </p:val>
                                            </p:tav>
                                            <p:tav tm="100000">
                                              <p:val>
                                                <p:strVal val="#ppt_h"/>
                                              </p:val>
                                            </p:tav>
                                          </p:tavLst>
                                        </p:anim>
                                        <p:animEffect transition="in" filter="fade">
                                          <p:cBhvr>
                                            <p:cTn id="50" dur="500"/>
                                            <p:tgtEl>
                                              <p:spTgt spid="48"/>
                                            </p:tgtEl>
                                          </p:cBhvr>
                                        </p:animEffect>
                                      </p:childTnLst>
                                    </p:cTn>
                                  </p:par>
                                  <p:par>
                                    <p:cTn id="51" presetID="53" presetClass="entr" presetSubtype="16" fill="hold" grpId="0" nodeType="withEffect">
                                      <p:stCondLst>
                                        <p:cond delay="3250"/>
                                      </p:stCondLst>
                                      <p:childTnLst>
                                        <p:set>
                                          <p:cBhvr>
                                            <p:cTn id="52" dur="1" fill="hold">
                                              <p:stCondLst>
                                                <p:cond delay="0"/>
                                              </p:stCondLst>
                                            </p:cTn>
                                            <p:tgtEl>
                                              <p:spTgt spid="49"/>
                                            </p:tgtEl>
                                            <p:attrNameLst>
                                              <p:attrName>style.visibility</p:attrName>
                                            </p:attrNameLst>
                                          </p:cBhvr>
                                          <p:to>
                                            <p:strVal val="visible"/>
                                          </p:to>
                                        </p:set>
                                        <p:anim calcmode="lin" valueType="num">
                                          <p:cBhvr>
                                            <p:cTn id="53" dur="500" fill="hold"/>
                                            <p:tgtEl>
                                              <p:spTgt spid="49"/>
                                            </p:tgtEl>
                                            <p:attrNameLst>
                                              <p:attrName>ppt_w</p:attrName>
                                            </p:attrNameLst>
                                          </p:cBhvr>
                                          <p:tavLst>
                                            <p:tav tm="0">
                                              <p:val>
                                                <p:fltVal val="0"/>
                                              </p:val>
                                            </p:tav>
                                            <p:tav tm="100000">
                                              <p:val>
                                                <p:strVal val="#ppt_w"/>
                                              </p:val>
                                            </p:tav>
                                          </p:tavLst>
                                        </p:anim>
                                        <p:anim calcmode="lin" valueType="num">
                                          <p:cBhvr>
                                            <p:cTn id="54" dur="500" fill="hold"/>
                                            <p:tgtEl>
                                              <p:spTgt spid="49"/>
                                            </p:tgtEl>
                                            <p:attrNameLst>
                                              <p:attrName>ppt_h</p:attrName>
                                            </p:attrNameLst>
                                          </p:cBhvr>
                                          <p:tavLst>
                                            <p:tav tm="0">
                                              <p:val>
                                                <p:fltVal val="0"/>
                                              </p:val>
                                            </p:tav>
                                            <p:tav tm="100000">
                                              <p:val>
                                                <p:strVal val="#ppt_h"/>
                                              </p:val>
                                            </p:tav>
                                          </p:tavLst>
                                        </p:anim>
                                        <p:animEffect transition="in" filter="fade">
                                          <p:cBhvr>
                                            <p:cTn id="55" dur="500"/>
                                            <p:tgtEl>
                                              <p:spTgt spid="49"/>
                                            </p:tgtEl>
                                          </p:cBhvr>
                                        </p:animEffect>
                                      </p:childTnLst>
                                    </p:cTn>
                                  </p:par>
                                  <p:par>
                                    <p:cTn id="56" presetID="53" presetClass="entr" presetSubtype="16" fill="hold" grpId="0" nodeType="withEffect">
                                      <p:stCondLst>
                                        <p:cond delay="3250"/>
                                      </p:stCondLst>
                                      <p:childTnLst>
                                        <p:set>
                                          <p:cBhvr>
                                            <p:cTn id="57" dur="1" fill="hold">
                                              <p:stCondLst>
                                                <p:cond delay="0"/>
                                              </p:stCondLst>
                                            </p:cTn>
                                            <p:tgtEl>
                                              <p:spTgt spid="50"/>
                                            </p:tgtEl>
                                            <p:attrNameLst>
                                              <p:attrName>style.visibility</p:attrName>
                                            </p:attrNameLst>
                                          </p:cBhvr>
                                          <p:to>
                                            <p:strVal val="visible"/>
                                          </p:to>
                                        </p:set>
                                        <p:anim calcmode="lin" valueType="num">
                                          <p:cBhvr>
                                            <p:cTn id="58" dur="500" fill="hold"/>
                                            <p:tgtEl>
                                              <p:spTgt spid="50"/>
                                            </p:tgtEl>
                                            <p:attrNameLst>
                                              <p:attrName>ppt_w</p:attrName>
                                            </p:attrNameLst>
                                          </p:cBhvr>
                                          <p:tavLst>
                                            <p:tav tm="0">
                                              <p:val>
                                                <p:fltVal val="0"/>
                                              </p:val>
                                            </p:tav>
                                            <p:tav tm="100000">
                                              <p:val>
                                                <p:strVal val="#ppt_w"/>
                                              </p:val>
                                            </p:tav>
                                          </p:tavLst>
                                        </p:anim>
                                        <p:anim calcmode="lin" valueType="num">
                                          <p:cBhvr>
                                            <p:cTn id="59" dur="500" fill="hold"/>
                                            <p:tgtEl>
                                              <p:spTgt spid="50"/>
                                            </p:tgtEl>
                                            <p:attrNameLst>
                                              <p:attrName>ppt_h</p:attrName>
                                            </p:attrNameLst>
                                          </p:cBhvr>
                                          <p:tavLst>
                                            <p:tav tm="0">
                                              <p:val>
                                                <p:fltVal val="0"/>
                                              </p:val>
                                            </p:tav>
                                            <p:tav tm="100000">
                                              <p:val>
                                                <p:strVal val="#ppt_h"/>
                                              </p:val>
                                            </p:tav>
                                          </p:tavLst>
                                        </p:anim>
                                        <p:animEffect transition="in" filter="fade">
                                          <p:cBhvr>
                                            <p:cTn id="60" dur="500"/>
                                            <p:tgtEl>
                                              <p:spTgt spid="50"/>
                                            </p:tgtEl>
                                          </p:cBhvr>
                                        </p:animEffect>
                                      </p:childTnLst>
                                    </p:cTn>
                                  </p:par>
                                  <p:par>
                                    <p:cTn id="61" presetID="22" presetClass="entr" presetSubtype="2" fill="hold" grpId="0" nodeType="withEffect">
                                      <p:stCondLst>
                                        <p:cond delay="3250"/>
                                      </p:stCondLst>
                                      <p:childTnLst>
                                        <p:set>
                                          <p:cBhvr>
                                            <p:cTn id="62" dur="1" fill="hold">
                                              <p:stCondLst>
                                                <p:cond delay="0"/>
                                              </p:stCondLst>
                                            </p:cTn>
                                            <p:tgtEl>
                                              <p:spTgt spid="52"/>
                                            </p:tgtEl>
                                            <p:attrNameLst>
                                              <p:attrName>style.visibility</p:attrName>
                                            </p:attrNameLst>
                                          </p:cBhvr>
                                          <p:to>
                                            <p:strVal val="visible"/>
                                          </p:to>
                                        </p:set>
                                        <p:animEffect transition="in" filter="wipe(right)">
                                          <p:cBhvr>
                                            <p:cTn id="63" dur="1000"/>
                                            <p:tgtEl>
                                              <p:spTgt spid="52"/>
                                            </p:tgtEl>
                                          </p:cBhvr>
                                        </p:animEffect>
                                      </p:childTnLst>
                                    </p:cTn>
                                  </p:par>
                                  <p:par>
                                    <p:cTn id="64" presetID="22" presetClass="entr" presetSubtype="2" fill="hold" grpId="0" nodeType="withEffect">
                                      <p:stCondLst>
                                        <p:cond delay="3250"/>
                                      </p:stCondLst>
                                      <p:childTnLst>
                                        <p:set>
                                          <p:cBhvr>
                                            <p:cTn id="65" dur="1" fill="hold">
                                              <p:stCondLst>
                                                <p:cond delay="0"/>
                                              </p:stCondLst>
                                            </p:cTn>
                                            <p:tgtEl>
                                              <p:spTgt spid="58"/>
                                            </p:tgtEl>
                                            <p:attrNameLst>
                                              <p:attrName>style.visibility</p:attrName>
                                            </p:attrNameLst>
                                          </p:cBhvr>
                                          <p:to>
                                            <p:strVal val="visible"/>
                                          </p:to>
                                        </p:set>
                                        <p:animEffect transition="in" filter="wipe(right)">
                                          <p:cBhvr>
                                            <p:cTn id="66" dur="1000"/>
                                            <p:tgtEl>
                                              <p:spTgt spid="58"/>
                                            </p:tgtEl>
                                          </p:cBhvr>
                                        </p:animEffect>
                                      </p:childTnLst>
                                    </p:cTn>
                                  </p:par>
                                  <p:par>
                                    <p:cTn id="67" presetID="22" presetClass="entr" presetSubtype="2" fill="hold" grpId="0" nodeType="withEffect">
                                      <p:stCondLst>
                                        <p:cond delay="3250"/>
                                      </p:stCondLst>
                                      <p:childTnLst>
                                        <p:set>
                                          <p:cBhvr>
                                            <p:cTn id="68" dur="1" fill="hold">
                                              <p:stCondLst>
                                                <p:cond delay="0"/>
                                              </p:stCondLst>
                                            </p:cTn>
                                            <p:tgtEl>
                                              <p:spTgt spid="59"/>
                                            </p:tgtEl>
                                            <p:attrNameLst>
                                              <p:attrName>style.visibility</p:attrName>
                                            </p:attrNameLst>
                                          </p:cBhvr>
                                          <p:to>
                                            <p:strVal val="visible"/>
                                          </p:to>
                                        </p:set>
                                        <p:animEffect transition="in" filter="wipe(right)">
                                          <p:cBhvr>
                                            <p:cTn id="69" dur="1000"/>
                                            <p:tgtEl>
                                              <p:spTgt spid="59"/>
                                            </p:tgtEl>
                                          </p:cBhvr>
                                        </p:animEffect>
                                      </p:childTnLst>
                                    </p:cTn>
                                  </p:par>
                                  <p:par>
                                    <p:cTn id="70" presetID="22" presetClass="entr" presetSubtype="2" fill="hold" grpId="0" nodeType="withEffect">
                                      <p:stCondLst>
                                        <p:cond delay="3250"/>
                                      </p:stCondLst>
                                      <p:childTnLst>
                                        <p:set>
                                          <p:cBhvr>
                                            <p:cTn id="71" dur="1" fill="hold">
                                              <p:stCondLst>
                                                <p:cond delay="0"/>
                                              </p:stCondLst>
                                            </p:cTn>
                                            <p:tgtEl>
                                              <p:spTgt spid="60"/>
                                            </p:tgtEl>
                                            <p:attrNameLst>
                                              <p:attrName>style.visibility</p:attrName>
                                            </p:attrNameLst>
                                          </p:cBhvr>
                                          <p:to>
                                            <p:strVal val="visible"/>
                                          </p:to>
                                        </p:set>
                                        <p:animEffect transition="in" filter="wipe(right)">
                                          <p:cBhvr>
                                            <p:cTn id="72" dur="1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9" grpId="0" animBg="1"/>
          <p:bldP spid="31" grpId="0" animBg="1"/>
          <p:bldP spid="33" grpId="0" animBg="1"/>
          <p:bldP spid="43" grpId="0"/>
          <p:bldP spid="44" grpId="0"/>
          <p:bldP spid="45" grpId="0"/>
          <p:bldP spid="46" grpId="0"/>
          <p:bldP spid="47" grpId="0"/>
          <p:bldP spid="48" grpId="0"/>
          <p:bldP spid="49" grpId="0"/>
          <p:bldP spid="50" grpId="0"/>
          <p:bldP spid="52" grpId="0"/>
          <p:bldP spid="58" grpId="0"/>
          <p:bldP spid="59" grpId="0"/>
          <p:bldP spid="60" grpId="0"/>
        </p:bldLst>
      </p:timing>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80330F47-CD13-4DC9-B2F1-B6AE5CB09E1E"/>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简约质感商业计划书PPT模板"/>
  <p:tag name="ISPRING_SCORM_ENDPOINT" val="&lt;endpoint&gt;&lt;enable&gt;0&lt;/enable&gt;&lt;lrs&gt;http://&lt;/lrs&gt;&lt;auth&gt;0&lt;/auth&gt;&lt;login&gt;&lt;/login&gt;&lt;password&gt;&lt;/password&gt;&lt;key&gt;&lt;/key&gt;&lt;name&gt;&lt;/name&gt;&lt;email&gt;&lt;/email&gt;&lt;/endpoint&gt;&#10;"/>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AUTOCOLOR" val="TRUE"/>
  <p:tag name="MH_TYPE" val="CONTENTS"/>
  <p:tag name="ID" val="547146"/>
</p:tagLst>
</file>

<file path=ppt/tags/tag6.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ENTRY"/>
  <p:tag name="ID" val="547146"/>
  <p:tag name="MH_ORDER" val="1"/>
  <p:tag name="PA" val="v3.2.0"/>
</p:tagLst>
</file>

<file path=ppt/tags/tag7.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ENTRY"/>
  <p:tag name="ID" val="547146"/>
  <p:tag name="MH_ORDER" val="2"/>
  <p:tag name="PA" val="v3.2.0"/>
</p:tagLst>
</file>

<file path=ppt/tags/tag8.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ENTRY"/>
  <p:tag name="ID" val="547146"/>
  <p:tag name="MH_ORDER" val="3"/>
  <p:tag name="PA" val="v3.2.0"/>
</p:tagLst>
</file>

<file path=ppt/tags/tag9.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ENTRY"/>
  <p:tag name="ID" val="547146"/>
  <p:tag name="MH_ORDER" val="4"/>
  <p:tag name="PA" val="v3.2.0"/>
</p:tagLst>
</file>

<file path=ppt/tags/tag10.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OTHERS"/>
  <p:tag name="ID" val="547146"/>
  <p:tag name="PA" val="v3.2.0"/>
</p:tagLst>
</file>

<file path=ppt/tags/tag11.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OTHERS"/>
  <p:tag name="ID" val="547146"/>
  <p:tag name="PA" val="v3.2.0"/>
</p:tagLst>
</file>

<file path=ppt/tags/tag12.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ENTRY"/>
  <p:tag name="ID" val="547146"/>
  <p:tag name="MH_ORDER" val="4"/>
  <p:tag name="PA" val="v3.2.0"/>
</p:tagLst>
</file>

<file path=ppt/tags/tag13.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NUMBER"/>
  <p:tag name="ID" val="547146"/>
  <p:tag name="MH_ORDER" val="1"/>
  <p:tag name="PA" val="v3.2.0"/>
</p:tagLst>
</file>

<file path=ppt/tags/tag14.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NUMBER"/>
  <p:tag name="ID" val="547146"/>
  <p:tag name="MH_ORDER" val="1"/>
  <p:tag name="PA" val="v3.2.0"/>
</p:tagLst>
</file>

<file path=ppt/tags/tag15.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NUMBER"/>
  <p:tag name="ID" val="547146"/>
  <p:tag name="MH_ORDER" val="1"/>
  <p:tag name="PA" val="v3.2.0"/>
</p:tagLst>
</file>

<file path=ppt/tags/tag16.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NUMBER"/>
  <p:tag name="ID" val="547146"/>
  <p:tag name="MH_ORDER" val="1"/>
  <p:tag name="PA" val="v3.2.0"/>
</p:tagLst>
</file>

<file path=ppt/tags/tag17.xml><?xml version="1.0" encoding="utf-8"?>
<p:tagLst xmlns:a="http://schemas.openxmlformats.org/drawingml/2006/main" xmlns:r="http://schemas.openxmlformats.org/officeDocument/2006/relationships" xmlns:p="http://schemas.openxmlformats.org/presentationml/2006/main">
  <p:tag name="MH" val="20171015152015"/>
  <p:tag name="MH_LIBRARY" val="CONTENTS"/>
  <p:tag name="MH_TYPE" val="NUMBER"/>
  <p:tag name="ID" val="547146"/>
  <p:tag name="MH_ORDER" val="1"/>
  <p:tag name="PA" val="v3.2.0"/>
</p:tagLst>
</file>

<file path=ppt/tags/tag18.xml><?xml version="1.0" encoding="utf-8"?>
<p:tagLst xmlns:a="http://schemas.openxmlformats.org/drawingml/2006/main" xmlns:r="http://schemas.openxmlformats.org/officeDocument/2006/relationships" xmlns:p="http://schemas.openxmlformats.org/presentationml/2006/main">
  <p:tag name="MH" val="20171015153257"/>
  <p:tag name="MH_LIBRARY" val="GRAPHIC"/>
</p:tagLst>
</file>

<file path=ppt/tags/tag19.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Rectangle 2"/>
  <p:tag name="PA" val="v3.2.0"/>
</p:tagLst>
</file>

<file path=ppt/tags/tag20.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TextBox 3"/>
  <p:tag name="PA" val="v3.2.0"/>
</p:tagLst>
</file>

<file path=ppt/tags/tag21.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TextBox 4"/>
  <p:tag name="PA" val="v3.2.0"/>
</p:tagLst>
</file>

<file path=ppt/tags/tag22.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Straight Connector 9"/>
  <p:tag name="PA" val="v3.2.0"/>
</p:tagLst>
</file>

<file path=ppt/tags/tag23.xml><?xml version="1.0" encoding="utf-8"?>
<p:tagLst xmlns:a="http://schemas.openxmlformats.org/drawingml/2006/main" xmlns:r="http://schemas.openxmlformats.org/officeDocument/2006/relationships" xmlns:p="http://schemas.openxmlformats.org/presentationml/2006/main">
  <p:tag name="PA" val="v3.2.0"/>
</p:tagLst>
</file>

<file path=ppt/tags/tag24.xml><?xml version="1.0" encoding="utf-8"?>
<p:tagLst xmlns:a="http://schemas.openxmlformats.org/drawingml/2006/main" xmlns:r="http://schemas.openxmlformats.org/officeDocument/2006/relationships" xmlns:p="http://schemas.openxmlformats.org/presentationml/2006/main">
  <p:tag name="PA" val="v3.2.0"/>
</p:tagLst>
</file>

<file path=ppt/tags/tag25.xml><?xml version="1.0" encoding="utf-8"?>
<p:tagLst xmlns:a="http://schemas.openxmlformats.org/drawingml/2006/main" xmlns:r="http://schemas.openxmlformats.org/officeDocument/2006/relationships" xmlns:p="http://schemas.openxmlformats.org/presentationml/2006/main">
  <p:tag name="MH" val="20171015153257"/>
  <p:tag name="MH_LIBRARY" val="GRAPHIC"/>
</p:tagLst>
</file>

<file path=ppt/tags/tag26.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Rectangle 2"/>
  <p:tag name="PA" val="v3.2.0"/>
</p:tagLst>
</file>

<file path=ppt/tags/tag27.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TextBox 3"/>
  <p:tag name="PA" val="v3.2.0"/>
</p:tagLst>
</file>

<file path=ppt/tags/tag28.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TextBox 4"/>
  <p:tag name="PA" val="v3.2.0"/>
</p:tagLst>
</file>

<file path=ppt/tags/tag29.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Straight Connector 9"/>
  <p:tag name="PA" val="v3.2.0"/>
</p:tagLst>
</file>

<file path=ppt/tags/tag30.xml><?xml version="1.0" encoding="utf-8"?>
<p:tagLst xmlns:a="http://schemas.openxmlformats.org/drawingml/2006/main" xmlns:r="http://schemas.openxmlformats.org/officeDocument/2006/relationships" xmlns:p="http://schemas.openxmlformats.org/presentationml/2006/main">
  <p:tag name="PA" val="v3.2.0"/>
</p:tagLst>
</file>

<file path=ppt/tags/tag31.xml><?xml version="1.0" encoding="utf-8"?>
<p:tagLst xmlns:a="http://schemas.openxmlformats.org/drawingml/2006/main" xmlns:r="http://schemas.openxmlformats.org/officeDocument/2006/relationships" xmlns:p="http://schemas.openxmlformats.org/presentationml/2006/main">
  <p:tag name="PA" val="v3.2.0"/>
</p:tagLst>
</file>

<file path=ppt/tags/tag32.xml><?xml version="1.0" encoding="utf-8"?>
<p:tagLst xmlns:a="http://schemas.openxmlformats.org/drawingml/2006/main" xmlns:r="http://schemas.openxmlformats.org/officeDocument/2006/relationships" xmlns:p="http://schemas.openxmlformats.org/presentationml/2006/main">
  <p:tag name="PA" val="v3.2.0"/>
</p:tagLst>
</file>

<file path=ppt/tags/tag33.xml><?xml version="1.0" encoding="utf-8"?>
<p:tagLst xmlns:a="http://schemas.openxmlformats.org/drawingml/2006/main" xmlns:r="http://schemas.openxmlformats.org/officeDocument/2006/relationships" xmlns:p="http://schemas.openxmlformats.org/presentationml/2006/main">
  <p:tag name="PA" val="v3.2.0"/>
</p:tagLst>
</file>

<file path=ppt/tags/tag34.xml><?xml version="1.0" encoding="utf-8"?>
<p:tagLst xmlns:a="http://schemas.openxmlformats.org/drawingml/2006/main" xmlns:r="http://schemas.openxmlformats.org/officeDocument/2006/relationships" xmlns:p="http://schemas.openxmlformats.org/presentationml/2006/main">
  <p:tag name="MH" val="20171015153257"/>
  <p:tag name="MH_LIBRARY" val="GRAPHIC"/>
</p:tagLst>
</file>

<file path=ppt/tags/tag35.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Rectangle 2"/>
  <p:tag name="PA" val="v3.2.0"/>
</p:tagLst>
</file>

<file path=ppt/tags/tag36.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TextBox 3"/>
  <p:tag name="PA" val="v3.2.0"/>
</p:tagLst>
</file>

<file path=ppt/tags/tag37.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TextBox 4"/>
  <p:tag name="PA" val="v3.2.0"/>
</p:tagLst>
</file>

<file path=ppt/tags/tag38.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Straight Connector 9"/>
  <p:tag name="PA" val="v3.2.0"/>
</p:tagLst>
</file>

<file path=ppt/tags/tag39.xml><?xml version="1.0" encoding="utf-8"?>
<p:tagLst xmlns:a="http://schemas.openxmlformats.org/drawingml/2006/main" xmlns:r="http://schemas.openxmlformats.org/officeDocument/2006/relationships" xmlns:p="http://schemas.openxmlformats.org/presentationml/2006/main">
  <p:tag name="PA" val="v3.2.0"/>
</p:tagLst>
</file>

<file path=ppt/tags/tag40.xml><?xml version="1.0" encoding="utf-8"?>
<p:tagLst xmlns:a="http://schemas.openxmlformats.org/drawingml/2006/main" xmlns:r="http://schemas.openxmlformats.org/officeDocument/2006/relationships" xmlns:p="http://schemas.openxmlformats.org/presentationml/2006/main">
  <p:tag name="PA" val="v3.2.0"/>
</p:tagLst>
</file>

<file path=ppt/tags/tag41.xml><?xml version="1.0" encoding="utf-8"?>
<p:tagLst xmlns:a="http://schemas.openxmlformats.org/drawingml/2006/main" xmlns:r="http://schemas.openxmlformats.org/officeDocument/2006/relationships" xmlns:p="http://schemas.openxmlformats.org/presentationml/2006/main">
  <p:tag name="PA" val="v3.2.0"/>
</p:tagLst>
</file>

<file path=ppt/tags/tag42.xml><?xml version="1.0" encoding="utf-8"?>
<p:tagLst xmlns:a="http://schemas.openxmlformats.org/drawingml/2006/main" xmlns:r="http://schemas.openxmlformats.org/officeDocument/2006/relationships" xmlns:p="http://schemas.openxmlformats.org/presentationml/2006/main">
  <p:tag name="PA" val="v3.2.0"/>
</p:tagLst>
</file>

<file path=ppt/tags/tag43.xml><?xml version="1.0" encoding="utf-8"?>
<p:tagLst xmlns:a="http://schemas.openxmlformats.org/drawingml/2006/main" xmlns:r="http://schemas.openxmlformats.org/officeDocument/2006/relationships" xmlns:p="http://schemas.openxmlformats.org/presentationml/2006/main">
  <p:tag name="PA" val="v3.2.0"/>
</p:tagLst>
</file>

<file path=ppt/tags/tag44.xml><?xml version="1.0" encoding="utf-8"?>
<p:tagLst xmlns:a="http://schemas.openxmlformats.org/drawingml/2006/main" xmlns:r="http://schemas.openxmlformats.org/officeDocument/2006/relationships" xmlns:p="http://schemas.openxmlformats.org/presentationml/2006/main">
  <p:tag name="MH" val="20171015153257"/>
  <p:tag name="MH_LIBRARY" val="GRAPHIC"/>
</p:tagLst>
</file>

<file path=ppt/tags/tag45.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Rectangle 2"/>
  <p:tag name="PA" val="v3.2.0"/>
</p:tagLst>
</file>

<file path=ppt/tags/tag46.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TextBox 3"/>
  <p:tag name="PA" val="v3.2.0"/>
</p:tagLst>
</file>

<file path=ppt/tags/tag47.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TextBox 4"/>
  <p:tag name="PA" val="v3.2.0"/>
</p:tagLst>
</file>

<file path=ppt/tags/tag48.xml><?xml version="1.0" encoding="utf-8"?>
<p:tagLst xmlns:a="http://schemas.openxmlformats.org/drawingml/2006/main" xmlns:r="http://schemas.openxmlformats.org/officeDocument/2006/relationships" xmlns:p="http://schemas.openxmlformats.org/presentationml/2006/main">
  <p:tag name="MH" val="20171015153257"/>
  <p:tag name="MH_LIBRARY" val="GRAPHIC"/>
  <p:tag name="MH_ORDER" val="Straight Connector 9"/>
  <p:tag name="PA" val="v3.2.0"/>
</p:tagLst>
</file>

<file path=ppt/tags/tag49.xml><?xml version="1.0" encoding="utf-8"?>
<p:tagLst xmlns:a="http://schemas.openxmlformats.org/drawingml/2006/main" xmlns:r="http://schemas.openxmlformats.org/officeDocument/2006/relationships" xmlns:p="http://schemas.openxmlformats.org/presentationml/2006/main">
  <p:tag name="PA" val="v3.2.0"/>
</p:tagLst>
</file>

<file path=ppt/tags/tag50.xml><?xml version="1.0" encoding="utf-8"?>
<p:tagLst xmlns:a="http://schemas.openxmlformats.org/drawingml/2006/main" xmlns:r="http://schemas.openxmlformats.org/officeDocument/2006/relationships" xmlns:p="http://schemas.openxmlformats.org/presentationml/2006/main">
  <p:tag name="PA" val="v3.2.0"/>
</p:tagLst>
</file>

<file path=ppt/theme/theme1.xml><?xml version="1.0" encoding="utf-8"?>
<a:theme xmlns:a="http://schemas.openxmlformats.org/drawingml/2006/main" name="Office 主题">
  <a:themeElements>
    <a:clrScheme name="简约质感">
      <a:dk1>
        <a:sysClr val="windowText" lastClr="000000"/>
      </a:dk1>
      <a:lt1>
        <a:sysClr val="window" lastClr="FFFFFF"/>
      </a:lt1>
      <a:dk2>
        <a:srgbClr val="44546A"/>
      </a:dk2>
      <a:lt2>
        <a:srgbClr val="E7E6E6"/>
      </a:lt2>
      <a:accent1>
        <a:srgbClr val="27506E"/>
      </a:accent1>
      <a:accent2>
        <a:srgbClr val="ED7D31"/>
      </a:accent2>
      <a:accent3>
        <a:srgbClr val="A5A5A5"/>
      </a:accent3>
      <a:accent4>
        <a:srgbClr val="FFC000"/>
      </a:accent4>
      <a:accent5>
        <a:srgbClr val="4472C4"/>
      </a:accent5>
      <a:accent6>
        <a:srgbClr val="70AD47"/>
      </a:accent6>
      <a:hlink>
        <a:srgbClr val="000000"/>
      </a:hlink>
      <a:folHlink>
        <a:srgbClr val="954F72"/>
      </a:folHlink>
    </a:clrScheme>
    <a:fontScheme name="常用3">
      <a:majorFont>
        <a:latin typeface="Arial"/>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蓝色沉稳">
      <a:dk1>
        <a:sysClr val="windowText" lastClr="000000"/>
      </a:dk1>
      <a:lt1>
        <a:sysClr val="window" lastClr="FFFFFF"/>
      </a:lt1>
      <a:dk2>
        <a:srgbClr val="44546A"/>
      </a:dk2>
      <a:lt2>
        <a:srgbClr val="E7E6E6"/>
      </a:lt2>
      <a:accent1>
        <a:srgbClr val="1F4E79"/>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常用1">
      <a:majorFont>
        <a:latin typeface="Calibri"/>
        <a:ea typeface="微软雅黑"/>
        <a:cs typeface=""/>
      </a:majorFont>
      <a:minorFont>
        <a:latin typeface="Calibri Light"/>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063D54"/>
      </a:accent1>
      <a:accent2>
        <a:srgbClr val="ED7D31"/>
      </a:accent2>
      <a:accent3>
        <a:srgbClr val="A5A5A5"/>
      </a:accent3>
      <a:accent4>
        <a:srgbClr val="FFC000"/>
      </a:accent4>
      <a:accent5>
        <a:srgbClr val="E2E2E2"/>
      </a:accent5>
      <a:accent6>
        <a:srgbClr val="70AD47"/>
      </a:accent6>
      <a:hlink>
        <a:srgbClr val="D3D4D4"/>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44546A"/>
    </a:dk2>
    <a:lt2>
      <a:srgbClr val="E7E6E6"/>
    </a:lt2>
    <a:accent1>
      <a:srgbClr val="063D54"/>
    </a:accent1>
    <a:accent2>
      <a:srgbClr val="ED7D31"/>
    </a:accent2>
    <a:accent3>
      <a:srgbClr val="A5A5A5"/>
    </a:accent3>
    <a:accent4>
      <a:srgbClr val="FFC000"/>
    </a:accent4>
    <a:accent5>
      <a:srgbClr val="E2E2E2"/>
    </a:accent5>
    <a:accent6>
      <a:srgbClr val="70AD47"/>
    </a:accent6>
    <a:hlink>
      <a:srgbClr val="D3D4D4"/>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Office Theme</Template>
  <TotalTime>430</TotalTime>
  <Words>801</Words>
  <Application>Microsoft Office PowerPoint</Application>
  <PresentationFormat>全屏显示(16:9)</PresentationFormat>
  <Paragraphs>92</Paragraphs>
  <Slides>15</Slides>
  <Notes>10</Notes>
  <HiddenSlides>0</HiddenSlides>
  <MMClips>0</MMClips>
  <ScaleCrop>false</ScaleCrop>
  <HeadingPairs>
    <vt:vector size="8" baseType="variant">
      <vt:variant>
        <vt:lpstr>已用的字体</vt:lpstr>
      </vt:variant>
      <vt:variant>
        <vt:i4>17</vt:i4>
      </vt:variant>
      <vt:variant>
        <vt:lpstr>主题</vt:lpstr>
      </vt:variant>
      <vt:variant>
        <vt:i4>3</vt:i4>
      </vt:variant>
      <vt:variant>
        <vt:lpstr>嵌入 OLE 服务器</vt:lpstr>
      </vt:variant>
      <vt:variant>
        <vt:i4>1</vt:i4>
      </vt:variant>
      <vt:variant>
        <vt:lpstr>幻灯片标题</vt:lpstr>
      </vt:variant>
      <vt:variant>
        <vt:i4>15</vt:i4>
      </vt:variant>
    </vt:vector>
  </HeadingPairs>
  <TitlesOfParts>
    <vt:vector size="36" baseType="lpstr">
      <vt:lpstr>Arial Unicode MS</vt:lpstr>
      <vt:lpstr>Dotum</vt:lpstr>
      <vt:lpstr>Gungsuh</vt:lpstr>
      <vt:lpstr>Lato</vt:lpstr>
      <vt:lpstr>Open Sans</vt:lpstr>
      <vt:lpstr>等线</vt:lpstr>
      <vt:lpstr>等线 Light</vt:lpstr>
      <vt:lpstr>方正兰亭黑_GBK</vt:lpstr>
      <vt:lpstr>华文细黑</vt:lpstr>
      <vt:lpstr>华文中宋</vt:lpstr>
      <vt:lpstr>微软雅黑</vt:lpstr>
      <vt:lpstr>微软雅黑 Light</vt:lpstr>
      <vt:lpstr>Arial</vt:lpstr>
      <vt:lpstr>Calibri</vt:lpstr>
      <vt:lpstr>Calibri Light</vt:lpstr>
      <vt:lpstr>Segoe UI Semilight</vt:lpstr>
      <vt:lpstr>Times New Roman</vt:lpstr>
      <vt:lpstr>Office 主题</vt:lpstr>
      <vt:lpstr>自定义设计方案</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简约质感商业计划书PPT模板</dc:title>
  <dc:creator>Administrator</dc:creator>
  <cp:keywords/>
  <dc:description/>
  <cp:lastModifiedBy>Ang</cp:lastModifiedBy>
  <cp:revision>1348</cp:revision>
  <dcterms:created xsi:type="dcterms:W3CDTF">2016-04-24T15:52:00Z</dcterms:created>
  <dcterms:modified xsi:type="dcterms:W3CDTF">2024-05-21T03:14:11Z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2052-10.1.0.6260</vt:lpwstr>
  </property>
</Properties>
</file>