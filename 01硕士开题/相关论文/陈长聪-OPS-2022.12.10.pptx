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7" r:id="rId2"/>
    <p:sldId id="461" r:id="rId3"/>
    <p:sldId id="471" r:id="rId4"/>
    <p:sldId id="472" r:id="rId5"/>
    <p:sldId id="474" r:id="rId6"/>
    <p:sldId id="537" r:id="rId7"/>
    <p:sldId id="538" r:id="rId8"/>
    <p:sldId id="256"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83605" autoAdjust="0"/>
  </p:normalViewPr>
  <p:slideViewPr>
    <p:cSldViewPr snapToGrid="0">
      <p:cViewPr varScale="1">
        <p:scale>
          <a:sx n="103" d="100"/>
          <a:sy n="103" d="100"/>
        </p:scale>
        <p:origin x="64"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FD4C7C-52F1-46DB-8768-F045233D8FEF}" type="datetimeFigureOut">
              <a:rPr lang="zh-CN" altLang="en-US" smtClean="0"/>
              <a:t>2024/6/7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2A86F1-18E6-4555-8BD9-43E0C62F15C3}" type="slidenum">
              <a:rPr lang="zh-CN" altLang="en-US" smtClean="0"/>
              <a:t>‹#›</a:t>
            </a:fld>
            <a:endParaRPr lang="zh-CN" altLang="en-US"/>
          </a:p>
        </p:txBody>
      </p:sp>
    </p:spTree>
    <p:extLst>
      <p:ext uri="{BB962C8B-B14F-4D97-AF65-F5344CB8AC3E}">
        <p14:creationId xmlns:p14="http://schemas.microsoft.com/office/powerpoint/2010/main" val="2136352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1</a:t>
            </a:fld>
            <a:endParaRPr lang="zh-CN" altLang="en-US"/>
          </a:p>
        </p:txBody>
      </p:sp>
    </p:spTree>
    <p:extLst>
      <p:ext uri="{BB962C8B-B14F-4D97-AF65-F5344CB8AC3E}">
        <p14:creationId xmlns:p14="http://schemas.microsoft.com/office/powerpoint/2010/main" val="3994987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2</a:t>
            </a:fld>
            <a:endParaRPr lang="zh-CN" altLang="en-US"/>
          </a:p>
        </p:txBody>
      </p:sp>
    </p:spTree>
    <p:extLst>
      <p:ext uri="{BB962C8B-B14F-4D97-AF65-F5344CB8AC3E}">
        <p14:creationId xmlns:p14="http://schemas.microsoft.com/office/powerpoint/2010/main" val="3432986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3</a:t>
            </a:fld>
            <a:endParaRPr lang="zh-CN" altLang="en-US"/>
          </a:p>
        </p:txBody>
      </p:sp>
    </p:spTree>
    <p:extLst>
      <p:ext uri="{BB962C8B-B14F-4D97-AF65-F5344CB8AC3E}">
        <p14:creationId xmlns:p14="http://schemas.microsoft.com/office/powerpoint/2010/main" val="2856406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4</a:t>
            </a:fld>
            <a:endParaRPr lang="zh-CN" altLang="en-US"/>
          </a:p>
        </p:txBody>
      </p:sp>
    </p:spTree>
    <p:extLst>
      <p:ext uri="{BB962C8B-B14F-4D97-AF65-F5344CB8AC3E}">
        <p14:creationId xmlns:p14="http://schemas.microsoft.com/office/powerpoint/2010/main" val="2575942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5</a:t>
            </a:fld>
            <a:endParaRPr lang="zh-CN" altLang="en-US"/>
          </a:p>
        </p:txBody>
      </p:sp>
    </p:spTree>
    <p:extLst>
      <p:ext uri="{BB962C8B-B14F-4D97-AF65-F5344CB8AC3E}">
        <p14:creationId xmlns:p14="http://schemas.microsoft.com/office/powerpoint/2010/main" val="390373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6</a:t>
            </a:fld>
            <a:endParaRPr lang="zh-CN" altLang="en-US"/>
          </a:p>
        </p:txBody>
      </p:sp>
    </p:spTree>
    <p:extLst>
      <p:ext uri="{BB962C8B-B14F-4D97-AF65-F5344CB8AC3E}">
        <p14:creationId xmlns:p14="http://schemas.microsoft.com/office/powerpoint/2010/main" val="3269197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7</a:t>
            </a:fld>
            <a:endParaRPr lang="zh-CN" altLang="en-US"/>
          </a:p>
        </p:txBody>
      </p:sp>
    </p:spTree>
    <p:extLst>
      <p:ext uri="{BB962C8B-B14F-4D97-AF65-F5344CB8AC3E}">
        <p14:creationId xmlns:p14="http://schemas.microsoft.com/office/powerpoint/2010/main" val="2247795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62A86F1-18E6-4555-8BD9-43E0C62F15C3}" type="slidenum">
              <a:rPr lang="zh-CN" altLang="en-US" smtClean="0"/>
              <a:t>8</a:t>
            </a:fld>
            <a:endParaRPr lang="zh-CN" altLang="en-US"/>
          </a:p>
        </p:txBody>
      </p:sp>
    </p:spTree>
    <p:extLst>
      <p:ext uri="{BB962C8B-B14F-4D97-AF65-F5344CB8AC3E}">
        <p14:creationId xmlns:p14="http://schemas.microsoft.com/office/powerpoint/2010/main" val="2072815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ACD166-AC30-4779-80B7-FB6494EEE9B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4AF2271-1650-4CAD-8017-CBF56060CF6F}"/>
              </a:ext>
            </a:extLst>
          </p:cNvPr>
          <p:cNvSpPr>
            <a:spLocks noGrp="1"/>
          </p:cNvSpPr>
          <p:nvPr>
            <p:ph type="subTitle" idx="1"/>
          </p:nvPr>
        </p:nvSpPr>
        <p:spPr>
          <a:xfrm>
            <a:off x="1524000" y="3602038"/>
            <a:ext cx="9144000" cy="1655762"/>
          </a:xfrm>
        </p:spPr>
        <p:txBody>
          <a:bodyPr/>
          <a:lstStyle>
            <a:lvl1pPr marL="0" indent="0" algn="ctr">
              <a:buNone/>
              <a:defRPr sz="240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BFE4E3B-8740-4554-B328-1BDCEB04DAB5}"/>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5" name="页脚占位符 4">
            <a:extLst>
              <a:ext uri="{FF2B5EF4-FFF2-40B4-BE49-F238E27FC236}">
                <a16:creationId xmlns:a16="http://schemas.microsoft.com/office/drawing/2014/main" id="{5DD5CD1B-8232-481D-8C98-DC5F75F0F4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49101E-5BE7-4359-A70D-659AE68E3C46}"/>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2846518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210ACE-606E-4C01-8AAA-2EEC394B1E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5945D91-572D-43E6-A243-D5B0AEA2B71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AF0F6D9-E1E4-4562-923F-DE99B9A9DECA}"/>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5" name="页脚占位符 4">
            <a:extLst>
              <a:ext uri="{FF2B5EF4-FFF2-40B4-BE49-F238E27FC236}">
                <a16:creationId xmlns:a16="http://schemas.microsoft.com/office/drawing/2014/main" id="{C1F88AFF-C8C8-4021-A839-4A3D588302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068B72-0F90-436B-9275-28A8137003F7}"/>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42311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E517F6-BE0F-4431-A133-46A4505AEFE1}"/>
              </a:ext>
            </a:extLst>
          </p:cNvPr>
          <p:cNvSpPr>
            <a:spLocks noGrp="1"/>
          </p:cNvSpPr>
          <p:nvPr>
            <p:ph type="title"/>
          </p:nvPr>
        </p:nvSpPr>
        <p:spPr>
          <a:xfrm>
            <a:off x="831851" y="1709750"/>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B766E26-0B0A-40DB-A163-0788DE2A38E3}"/>
              </a:ext>
            </a:extLst>
          </p:cNvPr>
          <p:cNvSpPr>
            <a:spLocks noGrp="1"/>
          </p:cNvSpPr>
          <p:nvPr>
            <p:ph type="body" idx="1"/>
          </p:nvPr>
        </p:nvSpPr>
        <p:spPr>
          <a:xfrm>
            <a:off x="831851" y="4589475"/>
            <a:ext cx="10515600" cy="1500187"/>
          </a:xfrm>
        </p:spPr>
        <p:txBody>
          <a:bodyPr/>
          <a:lstStyle>
            <a:lvl1pPr marL="0" indent="0">
              <a:buNone/>
              <a:defRPr sz="2400">
                <a:solidFill>
                  <a:schemeClr val="tx1">
                    <a:tint val="75000"/>
                  </a:schemeClr>
                </a:solidFill>
              </a:defRPr>
            </a:lvl1pPr>
            <a:lvl2pPr marL="457167" indent="0">
              <a:buNone/>
              <a:defRPr sz="2000">
                <a:solidFill>
                  <a:schemeClr val="tx1">
                    <a:tint val="75000"/>
                  </a:schemeClr>
                </a:solidFill>
              </a:defRPr>
            </a:lvl2pPr>
            <a:lvl3pPr marL="914332" indent="0">
              <a:buNone/>
              <a:defRPr sz="1800">
                <a:solidFill>
                  <a:schemeClr val="tx1">
                    <a:tint val="75000"/>
                  </a:schemeClr>
                </a:solidFill>
              </a:defRPr>
            </a:lvl3pPr>
            <a:lvl4pPr marL="1371498"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7"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BA6347A-E714-4B04-9324-1A270D0CF3BB}"/>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5" name="页脚占位符 4">
            <a:extLst>
              <a:ext uri="{FF2B5EF4-FFF2-40B4-BE49-F238E27FC236}">
                <a16:creationId xmlns:a16="http://schemas.microsoft.com/office/drawing/2014/main" id="{A7061C24-849C-4801-9A02-9F6A834335E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7A01102-9B3A-41FE-B75A-6312AA1ADCC6}"/>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962935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31B5A4-22F7-4760-BDD2-4817B75EFB8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637C109-E3EA-4FDF-AD6A-DA0D88A4CA7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A5A15CA-262B-4216-8DC6-DC5161F2D5B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9FECC0E-8F66-4353-86BC-DC3231766BCB}"/>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6" name="页脚占位符 5">
            <a:extLst>
              <a:ext uri="{FF2B5EF4-FFF2-40B4-BE49-F238E27FC236}">
                <a16:creationId xmlns:a16="http://schemas.microsoft.com/office/drawing/2014/main" id="{96D19C72-4440-45E8-BC24-627CC430E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573323-1499-4330-9061-783B580EDDF9}"/>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3508451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858A66-ECC4-450E-9C21-AD4E1BEDDD44}"/>
              </a:ext>
            </a:extLst>
          </p:cNvPr>
          <p:cNvSpPr>
            <a:spLocks noGrp="1"/>
          </p:cNvSpPr>
          <p:nvPr>
            <p:ph type="title"/>
          </p:nvPr>
        </p:nvSpPr>
        <p:spPr>
          <a:xfrm>
            <a:off x="839788" y="365129"/>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24813CD-99AB-46DA-832E-76E29EBAE52F}"/>
              </a:ext>
            </a:extLst>
          </p:cNvPr>
          <p:cNvSpPr>
            <a:spLocks noGrp="1"/>
          </p:cNvSpPr>
          <p:nvPr>
            <p:ph type="body" idx="1"/>
          </p:nvPr>
        </p:nvSpPr>
        <p:spPr>
          <a:xfrm>
            <a:off x="839789" y="1681163"/>
            <a:ext cx="5157787" cy="823912"/>
          </a:xfrm>
        </p:spPr>
        <p:txBody>
          <a:bodyPr anchor="b"/>
          <a:lstStyle>
            <a:lvl1pPr marL="0" indent="0">
              <a:buNone/>
              <a:defRPr sz="2400" b="1"/>
            </a:lvl1pPr>
            <a:lvl2pPr marL="457167" indent="0">
              <a:buNone/>
              <a:defRPr sz="2000" b="1"/>
            </a:lvl2pPr>
            <a:lvl3pPr marL="914332"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59C042C-E8AC-44B3-A2CF-C9CED6F28706}"/>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1330E30-DC93-46CB-ADC0-C1DEB4E7437E}"/>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167" indent="0">
              <a:buNone/>
              <a:defRPr sz="2000" b="1"/>
            </a:lvl2pPr>
            <a:lvl3pPr marL="914332"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C7E6C7F-99D4-45DA-AE1A-DDD579EFE8FC}"/>
              </a:ext>
            </a:extLst>
          </p:cNvPr>
          <p:cNvSpPr>
            <a:spLocks noGrp="1"/>
          </p:cNvSpPr>
          <p:nvPr>
            <p:ph sz="quarter" idx="4"/>
          </p:nvPr>
        </p:nvSpPr>
        <p:spPr>
          <a:xfrm>
            <a:off x="6172203"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86E20E6-71B9-44E1-87CD-6C4A015130EF}"/>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8" name="页脚占位符 7">
            <a:extLst>
              <a:ext uri="{FF2B5EF4-FFF2-40B4-BE49-F238E27FC236}">
                <a16:creationId xmlns:a16="http://schemas.microsoft.com/office/drawing/2014/main" id="{9A7133AC-0D33-492B-A936-7339426F9CE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94D380A-0B96-49AD-80DF-995CD01FF3DD}"/>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832590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E0A3D-E830-4150-A46C-F87EAC79792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09DE359-7CD1-41A1-90EA-9BD220F022B4}"/>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4" name="页脚占位符 3">
            <a:extLst>
              <a:ext uri="{FF2B5EF4-FFF2-40B4-BE49-F238E27FC236}">
                <a16:creationId xmlns:a16="http://schemas.microsoft.com/office/drawing/2014/main" id="{0E6FE115-088B-4BBD-BAAA-EB6F3B72599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9729B71-3528-4C7D-8DA7-B24D95318A10}"/>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3980338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A377CD-DABF-4E2E-AE4B-75A0348460A8}"/>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3" name="页脚占位符 2">
            <a:extLst>
              <a:ext uri="{FF2B5EF4-FFF2-40B4-BE49-F238E27FC236}">
                <a16:creationId xmlns:a16="http://schemas.microsoft.com/office/drawing/2014/main" id="{CF3EF919-2451-4706-92A2-F0C543AA1FA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B0ACDD6-4931-492D-9B75-AF07F242ECBB}"/>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1869858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1EDC1-9814-4BA3-83F5-508D60A2085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33421DD-EF64-4A00-A810-2D13A3F2AD37}"/>
              </a:ext>
            </a:extLst>
          </p:cNvPr>
          <p:cNvSpPr>
            <a:spLocks noGrp="1"/>
          </p:cNvSpPr>
          <p:nvPr>
            <p:ph idx="1"/>
          </p:nvPr>
        </p:nvSpPr>
        <p:spPr>
          <a:xfrm>
            <a:off x="5183188" y="98743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503A005-921F-4237-B818-A98E6A10F25B}"/>
              </a:ext>
            </a:extLst>
          </p:cNvPr>
          <p:cNvSpPr>
            <a:spLocks noGrp="1"/>
          </p:cNvSpPr>
          <p:nvPr>
            <p:ph type="body" sz="half" idx="2"/>
          </p:nvPr>
        </p:nvSpPr>
        <p:spPr>
          <a:xfrm>
            <a:off x="839788" y="2057400"/>
            <a:ext cx="3932237" cy="3811588"/>
          </a:xfrm>
        </p:spPr>
        <p:txBody>
          <a:bodyPr/>
          <a:lstStyle>
            <a:lvl1pPr marL="0" indent="0">
              <a:buNone/>
              <a:defRPr sz="1600"/>
            </a:lvl1pPr>
            <a:lvl2pPr marL="457167" indent="0">
              <a:buNone/>
              <a:defRPr sz="1400"/>
            </a:lvl2pPr>
            <a:lvl3pPr marL="914332" indent="0">
              <a:buNone/>
              <a:defRPr sz="1200"/>
            </a:lvl3pPr>
            <a:lvl4pPr marL="1371498" indent="0">
              <a:buNone/>
              <a:defRPr sz="1000"/>
            </a:lvl4pPr>
            <a:lvl5pPr marL="1828664" indent="0">
              <a:buNone/>
              <a:defRPr sz="1000"/>
            </a:lvl5pPr>
            <a:lvl6pPr marL="2285830" indent="0">
              <a:buNone/>
              <a:defRPr sz="1000"/>
            </a:lvl6pPr>
            <a:lvl7pPr marL="2742994" indent="0">
              <a:buNone/>
              <a:defRPr sz="1000"/>
            </a:lvl7pPr>
            <a:lvl8pPr marL="3200160" indent="0">
              <a:buNone/>
              <a:defRPr sz="1000"/>
            </a:lvl8pPr>
            <a:lvl9pPr marL="3657327"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E6B925B-0DA8-4F14-8E9C-B99FCAB173B3}"/>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6" name="页脚占位符 5">
            <a:extLst>
              <a:ext uri="{FF2B5EF4-FFF2-40B4-BE49-F238E27FC236}">
                <a16:creationId xmlns:a16="http://schemas.microsoft.com/office/drawing/2014/main" id="{2F704897-3F55-49C8-B0C4-6E54B66454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D763FE-AE36-494B-A763-51FBD92ECE9C}"/>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267912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554930-F98F-4021-A7FC-A606BD6157E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1E98813-6469-487C-8869-F19574E3B9BD}"/>
              </a:ext>
            </a:extLst>
          </p:cNvPr>
          <p:cNvSpPr>
            <a:spLocks noGrp="1"/>
          </p:cNvSpPr>
          <p:nvPr>
            <p:ph type="pic" idx="1"/>
          </p:nvPr>
        </p:nvSpPr>
        <p:spPr>
          <a:xfrm>
            <a:off x="5183188" y="987437"/>
            <a:ext cx="6172200" cy="4873625"/>
          </a:xfrm>
        </p:spPr>
        <p:txBody>
          <a:bodyPr/>
          <a:lstStyle>
            <a:lvl1pPr marL="0" indent="0">
              <a:buNone/>
              <a:defRPr sz="3200"/>
            </a:lvl1pPr>
            <a:lvl2pPr marL="457167" indent="0">
              <a:buNone/>
              <a:defRPr sz="2800"/>
            </a:lvl2pPr>
            <a:lvl3pPr marL="914332" indent="0">
              <a:buNone/>
              <a:defRPr sz="2400"/>
            </a:lvl3pPr>
            <a:lvl4pPr marL="1371498" indent="0">
              <a:buNone/>
              <a:defRPr sz="2000"/>
            </a:lvl4pPr>
            <a:lvl5pPr marL="1828664" indent="0">
              <a:buNone/>
              <a:defRPr sz="2000"/>
            </a:lvl5pPr>
            <a:lvl6pPr marL="2285830" indent="0">
              <a:buNone/>
              <a:defRPr sz="2000"/>
            </a:lvl6pPr>
            <a:lvl7pPr marL="2742994" indent="0">
              <a:buNone/>
              <a:defRPr sz="2000"/>
            </a:lvl7pPr>
            <a:lvl8pPr marL="3200160" indent="0">
              <a:buNone/>
              <a:defRPr sz="2000"/>
            </a:lvl8pPr>
            <a:lvl9pPr marL="3657327"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9BC271EC-3701-4B10-A073-616D8F8DC608}"/>
              </a:ext>
            </a:extLst>
          </p:cNvPr>
          <p:cNvSpPr>
            <a:spLocks noGrp="1"/>
          </p:cNvSpPr>
          <p:nvPr>
            <p:ph type="body" sz="half" idx="2"/>
          </p:nvPr>
        </p:nvSpPr>
        <p:spPr>
          <a:xfrm>
            <a:off x="839788" y="2057400"/>
            <a:ext cx="3932237" cy="3811588"/>
          </a:xfrm>
        </p:spPr>
        <p:txBody>
          <a:bodyPr/>
          <a:lstStyle>
            <a:lvl1pPr marL="0" indent="0">
              <a:buNone/>
              <a:defRPr sz="1600"/>
            </a:lvl1pPr>
            <a:lvl2pPr marL="457167" indent="0">
              <a:buNone/>
              <a:defRPr sz="1400"/>
            </a:lvl2pPr>
            <a:lvl3pPr marL="914332" indent="0">
              <a:buNone/>
              <a:defRPr sz="1200"/>
            </a:lvl3pPr>
            <a:lvl4pPr marL="1371498" indent="0">
              <a:buNone/>
              <a:defRPr sz="1000"/>
            </a:lvl4pPr>
            <a:lvl5pPr marL="1828664" indent="0">
              <a:buNone/>
              <a:defRPr sz="1000"/>
            </a:lvl5pPr>
            <a:lvl6pPr marL="2285830" indent="0">
              <a:buNone/>
              <a:defRPr sz="1000"/>
            </a:lvl6pPr>
            <a:lvl7pPr marL="2742994" indent="0">
              <a:buNone/>
              <a:defRPr sz="1000"/>
            </a:lvl7pPr>
            <a:lvl8pPr marL="3200160" indent="0">
              <a:buNone/>
              <a:defRPr sz="1000"/>
            </a:lvl8pPr>
            <a:lvl9pPr marL="3657327"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95A6B23-A941-4CF6-9C51-FCF3F661112E}"/>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6" name="页脚占位符 5">
            <a:extLst>
              <a:ext uri="{FF2B5EF4-FFF2-40B4-BE49-F238E27FC236}">
                <a16:creationId xmlns:a16="http://schemas.microsoft.com/office/drawing/2014/main" id="{57F8FC5D-2346-4EDF-8076-A85C29788D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503267-DA10-4F95-8047-2AE4D56EFD9A}"/>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3521048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CB7F4B-E5FD-4479-9028-D31E3F757EC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8BBE39-49CA-4E24-9462-F6BB51095F2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621CA6-B4C9-45A7-B30A-A6B543BE5FDD}"/>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5" name="页脚占位符 4">
            <a:extLst>
              <a:ext uri="{FF2B5EF4-FFF2-40B4-BE49-F238E27FC236}">
                <a16:creationId xmlns:a16="http://schemas.microsoft.com/office/drawing/2014/main" id="{A7295DB9-6379-460F-A961-C54F86AB32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0F4BA3-0BD1-4CCC-8E0A-DCC83DEC07C7}"/>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2137483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AF757B7-6972-415C-8CDA-DB77C5F62DE9}"/>
              </a:ext>
            </a:extLst>
          </p:cNvPr>
          <p:cNvSpPr>
            <a:spLocks noGrp="1"/>
          </p:cNvSpPr>
          <p:nvPr>
            <p:ph type="title" orient="vert"/>
          </p:nvPr>
        </p:nvSpPr>
        <p:spPr>
          <a:xfrm>
            <a:off x="8724902"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5C885E-33BA-4D31-B85A-C6D1374D0D6A}"/>
              </a:ext>
            </a:extLst>
          </p:cNvPr>
          <p:cNvSpPr>
            <a:spLocks noGrp="1"/>
          </p:cNvSpPr>
          <p:nvPr>
            <p:ph type="body" orient="vert" idx="1"/>
          </p:nvPr>
        </p:nvSpPr>
        <p:spPr>
          <a:xfrm>
            <a:off x="838203"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15DA99-7F63-44A7-9B33-830CD1EE4BBB}"/>
              </a:ext>
            </a:extLst>
          </p:cNvPr>
          <p:cNvSpPr>
            <a:spLocks noGrp="1"/>
          </p:cNvSpPr>
          <p:nvPr>
            <p:ph type="dt" sz="half" idx="10"/>
          </p:nvPr>
        </p:nvSpPr>
        <p:spPr/>
        <p:txBody>
          <a:bodyPr/>
          <a:lstStyle/>
          <a:p>
            <a:fld id="{753559B7-C7A3-4158-82E6-7BD337B1A817}" type="datetimeFigureOut">
              <a:rPr lang="zh-CN" altLang="en-US" smtClean="0"/>
              <a:t>2024/6/7</a:t>
            </a:fld>
            <a:endParaRPr lang="zh-CN" altLang="en-US"/>
          </a:p>
        </p:txBody>
      </p:sp>
      <p:sp>
        <p:nvSpPr>
          <p:cNvPr id="5" name="页脚占位符 4">
            <a:extLst>
              <a:ext uri="{FF2B5EF4-FFF2-40B4-BE49-F238E27FC236}">
                <a16:creationId xmlns:a16="http://schemas.microsoft.com/office/drawing/2014/main" id="{E8F665CC-1023-4E17-9748-74AE63EBF3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18772C-6FA4-479C-86D3-9842D168D32B}"/>
              </a:ext>
            </a:extLst>
          </p:cNvPr>
          <p:cNvSpPr>
            <a:spLocks noGrp="1"/>
          </p:cNvSpPr>
          <p:nvPr>
            <p:ph type="sldNum" sz="quarter" idx="12"/>
          </p:nvPr>
        </p:nvSpPr>
        <p:spPr/>
        <p:txBody>
          <a:body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597753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B349C99-3B19-4D10-A77C-4509E9D094EA}"/>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90D6661-3E7C-4311-BEF5-624105D09A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3F07607-283C-4068-B4A8-FDDFFC3858C1}"/>
              </a:ext>
            </a:extLst>
          </p:cNvPr>
          <p:cNvSpPr>
            <a:spLocks noGrp="1"/>
          </p:cNvSpPr>
          <p:nvPr>
            <p:ph type="dt" sz="half" idx="2"/>
          </p:nvPr>
        </p:nvSpPr>
        <p:spPr>
          <a:xfrm>
            <a:off x="838200" y="635636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3559B7-C7A3-4158-82E6-7BD337B1A817}" type="datetimeFigureOut">
              <a:rPr lang="zh-CN" altLang="en-US" smtClean="0"/>
              <a:t>2024/6/7</a:t>
            </a:fld>
            <a:endParaRPr lang="zh-CN" altLang="en-US"/>
          </a:p>
        </p:txBody>
      </p:sp>
      <p:sp>
        <p:nvSpPr>
          <p:cNvPr id="5" name="页脚占位符 4">
            <a:extLst>
              <a:ext uri="{FF2B5EF4-FFF2-40B4-BE49-F238E27FC236}">
                <a16:creationId xmlns:a16="http://schemas.microsoft.com/office/drawing/2014/main" id="{EA367F91-9E74-46BF-A231-3B897D39AA11}"/>
              </a:ext>
            </a:extLst>
          </p:cNvPr>
          <p:cNvSpPr>
            <a:spLocks noGrp="1"/>
          </p:cNvSpPr>
          <p:nvPr>
            <p:ph type="ftr" sz="quarter" idx="3"/>
          </p:nvPr>
        </p:nvSpPr>
        <p:spPr>
          <a:xfrm>
            <a:off x="4038600" y="635636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F2AEA45-F8FC-441A-94EE-2DA088BA5FDB}"/>
              </a:ext>
            </a:extLst>
          </p:cNvPr>
          <p:cNvSpPr>
            <a:spLocks noGrp="1"/>
          </p:cNvSpPr>
          <p:nvPr>
            <p:ph type="sldNum" sz="quarter" idx="4"/>
          </p:nvPr>
        </p:nvSpPr>
        <p:spPr>
          <a:xfrm>
            <a:off x="8610600" y="635636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8781CA-31DC-46F5-87F2-1054C564B859}" type="slidenum">
              <a:rPr lang="zh-CN" altLang="en-US" smtClean="0"/>
              <a:t>‹#›</a:t>
            </a:fld>
            <a:endParaRPr lang="zh-CN" altLang="en-US"/>
          </a:p>
        </p:txBody>
      </p:sp>
    </p:spTree>
    <p:extLst>
      <p:ext uri="{BB962C8B-B14F-4D97-AF65-F5344CB8AC3E}">
        <p14:creationId xmlns:p14="http://schemas.microsoft.com/office/powerpoint/2010/main" val="39575718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3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2B53E04-9151-4190-960A-7662368C7BCA}"/>
              </a:ext>
            </a:extLst>
          </p:cNvPr>
          <p:cNvSpPr txBox="1"/>
          <p:nvPr/>
        </p:nvSpPr>
        <p:spPr>
          <a:xfrm>
            <a:off x="1538579" y="2129894"/>
            <a:ext cx="9114841" cy="559769"/>
          </a:xfrm>
          <a:prstGeom prst="rect">
            <a:avLst/>
          </a:prstGeom>
          <a:noFill/>
        </p:spPr>
        <p:txBody>
          <a:bodyPr wrap="square" rtlCol="0">
            <a:spAutoFit/>
          </a:bodyPr>
          <a:lstStyle/>
          <a:p>
            <a:pPr algn="ctr">
              <a:lnSpc>
                <a:spcPct val="150000"/>
              </a:lnSpc>
            </a:pPr>
            <a:r>
              <a:rPr lang="zh-CN" altLang="en-US" sz="2400" spc="100" dirty="0">
                <a:solidFill>
                  <a:schemeClr val="tx1"/>
                </a:solidFill>
                <a:latin typeface="楷体" panose="02010609060101010101" pitchFamily="49" charset="-122"/>
                <a:ea typeface="楷体" panose="02010609060101010101" pitchFamily="49" charset="-122"/>
              </a:rPr>
              <a:t>资源计划与合同计划</a:t>
            </a:r>
            <a:endParaRPr lang="en-US" altLang="zh-CN" sz="2400" spc="100" dirty="0">
              <a:solidFill>
                <a:schemeClr val="tx1"/>
              </a:solidFill>
              <a:latin typeface="楷体" panose="02010609060101010101" pitchFamily="49" charset="-122"/>
              <a:ea typeface="楷体" panose="02010609060101010101" pitchFamily="49" charset="-122"/>
            </a:endParaRPr>
          </a:p>
        </p:txBody>
      </p:sp>
      <p:sp>
        <p:nvSpPr>
          <p:cNvPr id="7" name="文本框 6">
            <a:extLst>
              <a:ext uri="{FF2B5EF4-FFF2-40B4-BE49-F238E27FC236}">
                <a16:creationId xmlns:a16="http://schemas.microsoft.com/office/drawing/2014/main" id="{B8886AC1-7D1A-484B-8C5E-62E3D82AE2C6}"/>
              </a:ext>
            </a:extLst>
          </p:cNvPr>
          <p:cNvSpPr txBox="1"/>
          <p:nvPr/>
        </p:nvSpPr>
        <p:spPr>
          <a:xfrm>
            <a:off x="5021956" y="4263255"/>
            <a:ext cx="2440457" cy="1289905"/>
          </a:xfrm>
          <a:prstGeom prst="rect">
            <a:avLst/>
          </a:prstGeom>
          <a:noFill/>
        </p:spPr>
        <p:txBody>
          <a:bodyPr wrap="square" rtlCol="0">
            <a:spAutoFit/>
          </a:bodyPr>
          <a:lstStyle/>
          <a:p>
            <a:pPr>
              <a:lnSpc>
                <a:spcPct val="150000"/>
              </a:lnSpc>
            </a:pPr>
            <a:r>
              <a:rPr lang="zh-CN" altLang="en-US" spc="100" dirty="0">
                <a:latin typeface="微软雅黑" panose="020B0503020204020204" pitchFamily="34" charset="-122"/>
                <a:ea typeface="微软雅黑" panose="020B0503020204020204" pitchFamily="34" charset="-122"/>
              </a:rPr>
              <a:t>汇报人</a:t>
            </a:r>
            <a:r>
              <a:rPr lang="zh-CN" altLang="en-US" dirty="0">
                <a:latin typeface="微软雅黑" panose="020B0503020204020204" pitchFamily="34" charset="-122"/>
                <a:ea typeface="微软雅黑" panose="020B0503020204020204" pitchFamily="34" charset="-122"/>
              </a:rPr>
              <a:t>：陈长聪</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学    号：</a:t>
            </a:r>
            <a:r>
              <a:rPr lang="en-US" altLang="zh-CN" dirty="0">
                <a:latin typeface="微软雅黑" panose="020B0503020204020204" pitchFamily="34" charset="-122"/>
                <a:ea typeface="微软雅黑" panose="020B0503020204020204" pitchFamily="34" charset="-122"/>
              </a:rPr>
              <a:t>2100718</a:t>
            </a:r>
          </a:p>
          <a:p>
            <a:pPr>
              <a:lnSpc>
                <a:spcPct val="150000"/>
              </a:lnSpc>
            </a:pPr>
            <a:r>
              <a:rPr lang="zh-CN" altLang="en-US" dirty="0">
                <a:latin typeface="微软雅黑" panose="020B0503020204020204" pitchFamily="34" charset="-122"/>
                <a:ea typeface="微软雅黑" panose="020B0503020204020204" pitchFamily="34" charset="-122"/>
              </a:rPr>
              <a:t>日    期：</a:t>
            </a:r>
            <a:r>
              <a:rPr lang="en-US" altLang="zh-CN" dirty="0">
                <a:latin typeface="微软雅黑" panose="020B0503020204020204" pitchFamily="34" charset="-122"/>
                <a:ea typeface="微软雅黑" panose="020B0503020204020204" pitchFamily="34" charset="-122"/>
              </a:rPr>
              <a:t>2022.11.19</a:t>
            </a:r>
          </a:p>
        </p:txBody>
      </p:sp>
    </p:spTree>
    <p:extLst>
      <p:ext uri="{BB962C8B-B14F-4D97-AF65-F5344CB8AC3E}">
        <p14:creationId xmlns:p14="http://schemas.microsoft.com/office/powerpoint/2010/main" val="911155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58AE03E-273E-847C-1529-8431C686720F}"/>
              </a:ext>
            </a:extLst>
          </p:cNvPr>
          <p:cNvSpPr txBox="1"/>
          <p:nvPr/>
        </p:nvSpPr>
        <p:spPr>
          <a:xfrm>
            <a:off x="647034" y="2576425"/>
            <a:ext cx="9146690" cy="458908"/>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缴库计划到虚拟合同（每个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OPS</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钢种归集为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个合同）</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9" name="直接箭头连接符 8">
            <a:extLst>
              <a:ext uri="{FF2B5EF4-FFF2-40B4-BE49-F238E27FC236}">
                <a16:creationId xmlns:a16="http://schemas.microsoft.com/office/drawing/2014/main" id="{37E76D39-D67B-82AD-677E-EC96829B4DEF}"/>
              </a:ext>
            </a:extLst>
          </p:cNvPr>
          <p:cNvCxnSpPr>
            <a:cxnSpLocks/>
          </p:cNvCxnSpPr>
          <p:nvPr/>
        </p:nvCxnSpPr>
        <p:spPr>
          <a:xfrm>
            <a:off x="2319209" y="3110078"/>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DB34B7EF-983D-451D-BBE1-54037F564AFC}"/>
              </a:ext>
            </a:extLst>
          </p:cNvPr>
          <p:cNvSpPr txBox="1"/>
          <p:nvPr/>
        </p:nvSpPr>
        <p:spPr>
          <a:xfrm>
            <a:off x="647034" y="3507242"/>
            <a:ext cx="9146690" cy="458908"/>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STEP2: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更新虚拟合同时间窗（交期固定，后续更新最晚生产时间）</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FF5B82CC-F834-2B73-5C5F-47273A3ACF65}"/>
              </a:ext>
            </a:extLst>
          </p:cNvPr>
          <p:cNvCxnSpPr>
            <a:cxnSpLocks/>
          </p:cNvCxnSpPr>
          <p:nvPr/>
        </p:nvCxnSpPr>
        <p:spPr>
          <a:xfrm>
            <a:off x="2273503" y="4026470"/>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18BFA78-AEB4-D39F-36D8-81AC0ABB28C3}"/>
              </a:ext>
            </a:extLst>
          </p:cNvPr>
          <p:cNvSpPr txBox="1"/>
          <p:nvPr/>
        </p:nvSpPr>
        <p:spPr>
          <a:xfrm>
            <a:off x="647034" y="4423634"/>
            <a:ext cx="3166430" cy="458908"/>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STEP3: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初始化工序集批时间</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B87AFDB0-8327-DC75-4B37-33E9B655CF68}"/>
              </a:ext>
            </a:extLst>
          </p:cNvPr>
          <p:cNvCxnSpPr>
            <a:cxnSpLocks/>
          </p:cNvCxnSpPr>
          <p:nvPr/>
        </p:nvCxnSpPr>
        <p:spPr>
          <a:xfrm>
            <a:off x="2273503" y="4882542"/>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4BDEA941-65EB-936E-1A6D-7FE327086302}"/>
              </a:ext>
            </a:extLst>
          </p:cNvPr>
          <p:cNvSpPr txBox="1"/>
          <p:nvPr/>
        </p:nvSpPr>
        <p:spPr>
          <a:xfrm>
            <a:off x="647034" y="1792805"/>
            <a:ext cx="9146690" cy="45890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产能分配模型：以炼钢为例</a:t>
            </a:r>
            <a:endParaRPr lang="en-US" altLang="zh-CN"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8B97E13-EB28-1A4F-9C3E-5A51EEC97B1D}"/>
              </a:ext>
            </a:extLst>
          </p:cNvPr>
          <p:cNvSpPr txBox="1"/>
          <p:nvPr/>
        </p:nvSpPr>
        <p:spPr>
          <a:xfrm>
            <a:off x="647033" y="5340026"/>
            <a:ext cx="7592955" cy="458715"/>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STEP4: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拆分合同为炉重，不同钢种炉重不同，为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178</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吨或</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174</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F8D37882-3207-198A-33FD-71059D54DF1E}"/>
              </a:ext>
            </a:extLst>
          </p:cNvPr>
          <p:cNvCxnSpPr>
            <a:cxnSpLocks/>
          </p:cNvCxnSpPr>
          <p:nvPr/>
        </p:nvCxnSpPr>
        <p:spPr>
          <a:xfrm>
            <a:off x="2273503" y="5798934"/>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973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58AE03E-273E-847C-1529-8431C686720F}"/>
              </a:ext>
            </a:extLst>
          </p:cNvPr>
          <p:cNvSpPr txBox="1"/>
          <p:nvPr/>
        </p:nvSpPr>
        <p:spPr>
          <a:xfrm>
            <a:off x="605470" y="1713979"/>
            <a:ext cx="10408893" cy="874407"/>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STEP5: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由于研磨前库保温罩库存较小，需要周期性的排产超纯钢，利用超纯与非超纯钢产能差值计算排产超纯的周期数</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FF5B82CC-F834-2B73-5C5F-47273A3ACF65}"/>
              </a:ext>
            </a:extLst>
          </p:cNvPr>
          <p:cNvCxnSpPr>
            <a:cxnSpLocks/>
          </p:cNvCxnSpPr>
          <p:nvPr/>
        </p:nvCxnSpPr>
        <p:spPr>
          <a:xfrm>
            <a:off x="2231939" y="2676911"/>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18BFA78-AEB4-D39F-36D8-81AC0ABB28C3}"/>
              </a:ext>
            </a:extLst>
          </p:cNvPr>
          <p:cNvSpPr txBox="1"/>
          <p:nvPr/>
        </p:nvSpPr>
        <p:spPr>
          <a:xfrm>
            <a:off x="605468" y="3074075"/>
            <a:ext cx="10699839" cy="458715"/>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STEP6: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根据周期数计算需要垫坯的非超纯的量（垫坯的量固定为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炉，若量不够就不垫），并作为留料。</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B87AFDB0-8327-DC75-4B37-33E9B655CF68}"/>
              </a:ext>
            </a:extLst>
          </p:cNvPr>
          <p:cNvCxnSpPr>
            <a:cxnSpLocks/>
          </p:cNvCxnSpPr>
          <p:nvPr/>
        </p:nvCxnSpPr>
        <p:spPr>
          <a:xfrm>
            <a:off x="2231939" y="3559764"/>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4BDEA941-65EB-936E-1A6D-7FE327086302}"/>
              </a:ext>
            </a:extLst>
          </p:cNvPr>
          <p:cNvSpPr txBox="1"/>
          <p:nvPr/>
        </p:nvSpPr>
        <p:spPr>
          <a:xfrm>
            <a:off x="605471" y="930359"/>
            <a:ext cx="9146690" cy="45890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产能分配模型</a:t>
            </a:r>
            <a:endParaRPr lang="en-US" altLang="zh-CN"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8B97E13-EB28-1A4F-9C3E-5A51EEC97B1D}"/>
              </a:ext>
            </a:extLst>
          </p:cNvPr>
          <p:cNvSpPr txBox="1"/>
          <p:nvPr/>
        </p:nvSpPr>
        <p:spPr>
          <a:xfrm>
            <a:off x="611718" y="4076719"/>
            <a:ext cx="10396396" cy="1289905"/>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STEP7: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形成一次集批：分为几个步骤，首先确定本次加工什么类型的集批，其次确定集批的开始时间，之后确定集批的持续时间（根据可加工工单重以及产能），以及在本次集批中可加工的工单（符合钢种，工序，到料时间，非留料等要求）</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F8D37882-3207-198A-33FD-71059D54DF1E}"/>
              </a:ext>
            </a:extLst>
          </p:cNvPr>
          <p:cNvCxnSpPr>
            <a:cxnSpLocks/>
          </p:cNvCxnSpPr>
          <p:nvPr/>
        </p:nvCxnSpPr>
        <p:spPr>
          <a:xfrm>
            <a:off x="2231939" y="5486415"/>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1936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58AE03E-273E-847C-1529-8431C686720F}"/>
              </a:ext>
            </a:extLst>
          </p:cNvPr>
          <p:cNvSpPr txBox="1"/>
          <p:nvPr/>
        </p:nvSpPr>
        <p:spPr>
          <a:xfrm>
            <a:off x="605470" y="1543404"/>
            <a:ext cx="10408893" cy="1289905"/>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STEP8: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考虑当前集批状态，当前若正在停机，则选择最早到料的工单进行集批，若当前正在集批，找已到料的同钢种工单进行集批，若无则选择已到料的不同钢种进行切换，若仍无已到料工单，则找后续最先到料的并开始停机</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FF5B82CC-F834-2B73-5C5F-47273A3ACF65}"/>
              </a:ext>
            </a:extLst>
          </p:cNvPr>
          <p:cNvCxnSpPr>
            <a:cxnSpLocks/>
          </p:cNvCxnSpPr>
          <p:nvPr/>
        </p:nvCxnSpPr>
        <p:spPr>
          <a:xfrm>
            <a:off x="2264672" y="2833309"/>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18BFA78-AEB4-D39F-36D8-81AC0ABB28C3}"/>
              </a:ext>
            </a:extLst>
          </p:cNvPr>
          <p:cNvSpPr txBox="1"/>
          <p:nvPr/>
        </p:nvSpPr>
        <p:spPr>
          <a:xfrm>
            <a:off x="605469" y="4886711"/>
            <a:ext cx="10699839" cy="1289905"/>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STEP10:</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确定集批的开始时间，首先需要看本次集批能集多久，为了集中生产，若第一个工单生产后另一个同钢种工单仍未到料，则倾向于在第一个工单前进行停机，使得两个工单集中生产，同时对停机的天数进行了限制。</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文本框 19">
            <a:extLst>
              <a:ext uri="{FF2B5EF4-FFF2-40B4-BE49-F238E27FC236}">
                <a16:creationId xmlns:a16="http://schemas.microsoft.com/office/drawing/2014/main" id="{4BDEA941-65EB-936E-1A6D-7FE327086302}"/>
              </a:ext>
            </a:extLst>
          </p:cNvPr>
          <p:cNvSpPr txBox="1"/>
          <p:nvPr/>
        </p:nvSpPr>
        <p:spPr>
          <a:xfrm>
            <a:off x="605471" y="930359"/>
            <a:ext cx="9146690" cy="45890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产能分配模型</a:t>
            </a:r>
            <a:endParaRPr lang="en-US" altLang="zh-CN" dirty="0">
              <a:latin typeface="微软雅黑" panose="020B0503020204020204" pitchFamily="34" charset="-122"/>
              <a:ea typeface="微软雅黑" panose="020B0503020204020204" pitchFamily="34" charset="-122"/>
            </a:endParaRPr>
          </a:p>
        </p:txBody>
      </p:sp>
      <p:cxnSp>
        <p:nvCxnSpPr>
          <p:cNvPr id="22" name="直接箭头连接符 21">
            <a:extLst>
              <a:ext uri="{FF2B5EF4-FFF2-40B4-BE49-F238E27FC236}">
                <a16:creationId xmlns:a16="http://schemas.microsoft.com/office/drawing/2014/main" id="{F8D37882-3207-198A-33FD-71059D54DF1E}"/>
              </a:ext>
            </a:extLst>
          </p:cNvPr>
          <p:cNvCxnSpPr>
            <a:cxnSpLocks/>
          </p:cNvCxnSpPr>
          <p:nvPr/>
        </p:nvCxnSpPr>
        <p:spPr>
          <a:xfrm>
            <a:off x="2264672" y="4554202"/>
            <a:ext cx="0" cy="3971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EF35E268-1616-A5E0-7D7E-05EC7C8DDD31}"/>
              </a:ext>
            </a:extLst>
          </p:cNvPr>
          <p:cNvSpPr txBox="1"/>
          <p:nvPr/>
        </p:nvSpPr>
        <p:spPr>
          <a:xfrm>
            <a:off x="605468" y="3248807"/>
            <a:ext cx="10699839" cy="874407"/>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STEP9: </a:t>
            </a:r>
            <a:r>
              <a:rPr lang="zh-CN" altLang="en-US"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热轧工序前库较大，但研磨后库库存有上限，为本身的库存</a:t>
            </a:r>
            <a:r>
              <a:rPr lang="en-US" altLang="zh-CN"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3500</a:t>
            </a:r>
            <a:r>
              <a:rPr lang="zh-CN" altLang="en-US"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吨加上前库的富余量最多可用于存放制成品</a:t>
            </a:r>
            <a:r>
              <a:rPr lang="en-US" altLang="zh-CN"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800</a:t>
            </a:r>
            <a:r>
              <a:rPr lang="zh-CN" altLang="en-US"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吨，为尽可能集中生产，在研磨后库达到一定库存水平后，热轧开始集批。</a:t>
            </a:r>
            <a:endParaRPr lang="en-US" altLang="zh-CN"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11241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4BDEA941-65EB-936E-1A6D-7FE327086302}"/>
              </a:ext>
            </a:extLst>
          </p:cNvPr>
          <p:cNvSpPr txBox="1"/>
          <p:nvPr/>
        </p:nvSpPr>
        <p:spPr>
          <a:xfrm>
            <a:off x="540815" y="1459553"/>
            <a:ext cx="9146690" cy="45890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产能分配模型</a:t>
            </a:r>
            <a:endParaRPr lang="en-US" altLang="zh-CN"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EF35E268-1616-A5E0-7D7E-05EC7C8DDD31}"/>
              </a:ext>
            </a:extLst>
          </p:cNvPr>
          <p:cNvSpPr txBox="1"/>
          <p:nvPr/>
        </p:nvSpPr>
        <p:spPr>
          <a:xfrm>
            <a:off x="540816" y="2292742"/>
            <a:ext cx="10699839" cy="1289905"/>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STEP11: </a:t>
            </a:r>
            <a:r>
              <a:rPr lang="zh-CN" altLang="en-US"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确定集批开始时间后往里逐个填入工单，同时更新各个工序的库存信息，在炼钢时，超纯按周期排产，之后研磨与炼钢交替排，若研磨前库库存满了，则停机，开始排炼钢后一个周期的超纯钢，并重复上述确定集批开始时间的流程。而在热轧，则关注研磨后库，当到达上限时，重新寻找最佳集批时间</a:t>
            </a:r>
            <a:endParaRPr lang="en-US" altLang="zh-CN"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A0408AA0-53A1-8FDB-7450-692D09870736}"/>
              </a:ext>
            </a:extLst>
          </p:cNvPr>
          <p:cNvSpPr txBox="1"/>
          <p:nvPr/>
        </p:nvSpPr>
        <p:spPr>
          <a:xfrm>
            <a:off x="540815" y="4186382"/>
            <a:ext cx="10699839" cy="458715"/>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STEP12: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根据是否跨天对合同进行拆分，并更新每个工单的到料时间，最晚生产时间</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353880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414712D6-CE16-946D-BFEE-C3447DA44DC2}"/>
              </a:ext>
            </a:extLst>
          </p:cNvPr>
          <p:cNvSpPr txBox="1"/>
          <p:nvPr/>
        </p:nvSpPr>
        <p:spPr>
          <a:xfrm>
            <a:off x="2106376" y="197346"/>
            <a:ext cx="9146690" cy="45890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福欣</a:t>
            </a:r>
            <a:r>
              <a:rPr lang="en-US" altLang="zh-CN" dirty="0">
                <a:latin typeface="微软雅黑" panose="020B0503020204020204" pitchFamily="34" charset="-122"/>
                <a:ea typeface="微软雅黑" panose="020B0503020204020204" pitchFamily="34" charset="-122"/>
              </a:rPr>
              <a:t>OPS</a:t>
            </a:r>
            <a:r>
              <a:rPr lang="zh-CN" altLang="en-US" dirty="0">
                <a:latin typeface="微软雅黑" panose="020B0503020204020204" pitchFamily="34" charset="-122"/>
                <a:ea typeface="微软雅黑" panose="020B0503020204020204" pitchFamily="34" charset="-122"/>
              </a:rPr>
              <a:t>合同优化排产</a:t>
            </a:r>
            <a:endParaRPr lang="en-US" altLang="zh-CN"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DC1A123-12F6-CF00-795B-258F57253B34}"/>
              </a:ext>
            </a:extLst>
          </p:cNvPr>
          <p:cNvSpPr txBox="1"/>
          <p:nvPr/>
        </p:nvSpPr>
        <p:spPr>
          <a:xfrm>
            <a:off x="508484" y="883414"/>
            <a:ext cx="9146690" cy="45890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合同优化排产总体流程：</a:t>
            </a:r>
            <a:endParaRPr lang="en-US" altLang="zh-CN"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3DBD9079-82D9-4759-2774-98B78896727D}"/>
              </a:ext>
            </a:extLst>
          </p:cNvPr>
          <p:cNvSpPr txBox="1"/>
          <p:nvPr/>
        </p:nvSpPr>
        <p:spPr>
          <a:xfrm>
            <a:off x="508484" y="1497323"/>
            <a:ext cx="10467775" cy="2120902"/>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一：根据排产范围确定待排合同：</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交期在本月之后及本月前但需人工确定的合同</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物料匹配过的合同，带有结案标记的合同皆不排</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 只排具有炼钢标记的合同</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订货量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最后一道工序的通过量</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订货量</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公差</a:t>
            </a:r>
          </a:p>
        </p:txBody>
      </p:sp>
      <p:sp>
        <p:nvSpPr>
          <p:cNvPr id="3" name="文本框 2">
            <a:extLst>
              <a:ext uri="{FF2B5EF4-FFF2-40B4-BE49-F238E27FC236}">
                <a16:creationId xmlns:a16="http://schemas.microsoft.com/office/drawing/2014/main" id="{BCDE9396-4E42-9878-BD2C-2C6BDE7FC735}"/>
              </a:ext>
            </a:extLst>
          </p:cNvPr>
          <p:cNvSpPr txBox="1"/>
          <p:nvPr/>
        </p:nvSpPr>
        <p:spPr>
          <a:xfrm>
            <a:off x="508484" y="3815175"/>
            <a:ext cx="10467775" cy="2536400"/>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二：根据合同优先级顺序读取实际合同：</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紧急合同（二值）</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工序时间窗</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下发时间（下发越早越优先）</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大客户集批（客户名称相同）、</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同合约（合同号的前</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位）集批</a:t>
            </a:r>
          </a:p>
        </p:txBody>
      </p:sp>
      <p:pic>
        <p:nvPicPr>
          <p:cNvPr id="10" name="图片 9">
            <a:extLst>
              <a:ext uri="{FF2B5EF4-FFF2-40B4-BE49-F238E27FC236}">
                <a16:creationId xmlns:a16="http://schemas.microsoft.com/office/drawing/2014/main" id="{E543BF03-71E5-50BD-1AF6-1246879C097B}"/>
              </a:ext>
            </a:extLst>
          </p:cNvPr>
          <p:cNvPicPr>
            <a:picLocks noChangeAspect="1"/>
          </p:cNvPicPr>
          <p:nvPr/>
        </p:nvPicPr>
        <p:blipFill>
          <a:blip r:embed="rId3"/>
          <a:stretch>
            <a:fillRect/>
          </a:stretch>
        </p:blipFill>
        <p:spPr>
          <a:xfrm>
            <a:off x="6096000" y="2846401"/>
            <a:ext cx="6032685" cy="3660175"/>
          </a:xfrm>
          <a:prstGeom prst="rect">
            <a:avLst/>
          </a:prstGeom>
        </p:spPr>
      </p:pic>
    </p:spTree>
    <p:extLst>
      <p:ext uri="{BB962C8B-B14F-4D97-AF65-F5344CB8AC3E}">
        <p14:creationId xmlns:p14="http://schemas.microsoft.com/office/powerpoint/2010/main" val="277491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414712D6-CE16-946D-BFEE-C3447DA44DC2}"/>
              </a:ext>
            </a:extLst>
          </p:cNvPr>
          <p:cNvSpPr txBox="1"/>
          <p:nvPr/>
        </p:nvSpPr>
        <p:spPr>
          <a:xfrm>
            <a:off x="305285" y="991569"/>
            <a:ext cx="9146690" cy="45890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福欣</a:t>
            </a:r>
            <a:r>
              <a:rPr lang="en-US" altLang="zh-CN" dirty="0">
                <a:latin typeface="微软雅黑" panose="020B0503020204020204" pitchFamily="34" charset="-122"/>
                <a:ea typeface="微软雅黑" panose="020B0503020204020204" pitchFamily="34" charset="-122"/>
              </a:rPr>
              <a:t>OPS</a:t>
            </a:r>
            <a:r>
              <a:rPr lang="zh-CN" altLang="en-US" dirty="0">
                <a:latin typeface="微软雅黑" panose="020B0503020204020204" pitchFamily="34" charset="-122"/>
                <a:ea typeface="微软雅黑" panose="020B0503020204020204" pitchFamily="34" charset="-122"/>
              </a:rPr>
              <a:t>合同优化排产</a:t>
            </a:r>
            <a:endParaRPr lang="en-US" altLang="zh-CN"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DC1A123-12F6-CF00-795B-258F57253B34}"/>
              </a:ext>
            </a:extLst>
          </p:cNvPr>
          <p:cNvSpPr txBox="1"/>
          <p:nvPr/>
        </p:nvSpPr>
        <p:spPr>
          <a:xfrm>
            <a:off x="369940" y="1588365"/>
            <a:ext cx="9146690" cy="45890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合同优化排产总体流程：</a:t>
            </a:r>
            <a:endParaRPr lang="en-US" altLang="zh-CN"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A5EDFA5-EA8F-6826-937D-FFC8D4DB553F}"/>
              </a:ext>
            </a:extLst>
          </p:cNvPr>
          <p:cNvSpPr txBox="1"/>
          <p:nvPr/>
        </p:nvSpPr>
        <p:spPr>
          <a:xfrm>
            <a:off x="305285" y="2185161"/>
            <a:ext cx="10467775"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三：读取当月最新版本产能分配结果，包括集批信息，各个集批内虚拟合同与虚拟工单信息，并优先</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将已指定日期的合同与对应时间段的产能进行匹配。</a:t>
            </a:r>
          </a:p>
        </p:txBody>
      </p:sp>
      <p:sp>
        <p:nvSpPr>
          <p:cNvPr id="6" name="文本框 5">
            <a:extLst>
              <a:ext uri="{FF2B5EF4-FFF2-40B4-BE49-F238E27FC236}">
                <a16:creationId xmlns:a16="http://schemas.microsoft.com/office/drawing/2014/main" id="{61C86C47-0F59-1478-42FA-12925F674F7C}"/>
              </a:ext>
            </a:extLst>
          </p:cNvPr>
          <p:cNvSpPr txBox="1"/>
          <p:nvPr/>
        </p:nvSpPr>
        <p:spPr>
          <a:xfrm>
            <a:off x="305284" y="3341903"/>
            <a:ext cx="10467775" cy="295189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四：获取每个集批的虚拟工单，在工单与实体合同匹配后即可获得每个集批的实体合同。</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实体合同与虚拟合同匹配的原则：</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优先看</a:t>
            </a:r>
            <a:r>
              <a:rPr lang="en-US" altLang="zh-CN" dirty="0">
                <a:latin typeface="微软雅黑" panose="020B0503020204020204" pitchFamily="34" charset="-122"/>
                <a:ea typeface="微软雅黑" panose="020B0503020204020204" pitchFamily="34" charset="-122"/>
              </a:rPr>
              <a:t>OPS</a:t>
            </a:r>
            <a:r>
              <a:rPr lang="zh-CN" altLang="en-US" dirty="0">
                <a:latin typeface="微软雅黑" panose="020B0503020204020204" pitchFamily="34" charset="-122"/>
                <a:ea typeface="微软雅黑" panose="020B0503020204020204" pitchFamily="34" charset="-122"/>
              </a:rPr>
              <a:t>钢种归集、合同类型（缴库或者炼钢）、工艺，三种若皆符合则匹配上了；</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当该类型的</a:t>
            </a:r>
            <a:r>
              <a:rPr lang="en-US" altLang="zh-CN" dirty="0">
                <a:latin typeface="微软雅黑" panose="020B0503020204020204" pitchFamily="34" charset="-122"/>
                <a:ea typeface="微软雅黑" panose="020B0503020204020204" pitchFamily="34" charset="-122"/>
              </a:rPr>
              <a:t>OPS</a:t>
            </a:r>
            <a:r>
              <a:rPr lang="zh-CN" altLang="en-US" dirty="0">
                <a:latin typeface="微软雅黑" panose="020B0503020204020204" pitchFamily="34" charset="-122"/>
                <a:ea typeface="微软雅黑" panose="020B0503020204020204" pitchFamily="34" charset="-122"/>
              </a:rPr>
              <a:t>钢种归集产能不足时，优先与同钢系的虚拟合同匹配；</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若非研磨的产能不足时可将其与研磨的虚拟合同进行匹配；</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同一个虚拟合同只能与一个实体合同匹配；当实体合同的量小于虚拟合同的量时需对虚拟合同进行拆分并将拆分后的新合同加入集批用于后续的匹配。</a:t>
            </a:r>
          </a:p>
        </p:txBody>
      </p:sp>
    </p:spTree>
    <p:extLst>
      <p:ext uri="{BB962C8B-B14F-4D97-AF65-F5344CB8AC3E}">
        <p14:creationId xmlns:p14="http://schemas.microsoft.com/office/powerpoint/2010/main" val="1951680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ED1E4C01-9068-4817-A55C-EF06A327A033}"/>
              </a:ext>
            </a:extLst>
          </p:cNvPr>
          <p:cNvGrpSpPr/>
          <p:nvPr/>
        </p:nvGrpSpPr>
        <p:grpSpPr>
          <a:xfrm>
            <a:off x="222631" y="141405"/>
            <a:ext cx="1645584" cy="549256"/>
            <a:chOff x="3060851" y="2479334"/>
            <a:chExt cx="5672678" cy="1893404"/>
          </a:xfrm>
          <a:solidFill>
            <a:srgbClr val="2A458C">
              <a:alpha val="84000"/>
            </a:srgbClr>
          </a:solidFill>
        </p:grpSpPr>
        <p:sp>
          <p:nvSpPr>
            <p:cNvPr id="5" name="íśļîde">
              <a:extLst>
                <a:ext uri="{FF2B5EF4-FFF2-40B4-BE49-F238E27FC236}">
                  <a16:creationId xmlns:a16="http://schemas.microsoft.com/office/drawing/2014/main" id="{BC528AF7-47BB-4761-8E84-46057E04F60D}"/>
                </a:ext>
              </a:extLst>
            </p:cNvPr>
            <p:cNvSpPr/>
            <p:nvPr/>
          </p:nvSpPr>
          <p:spPr bwMode="auto">
            <a:xfrm>
              <a:off x="3060851" y="2479334"/>
              <a:ext cx="1892108" cy="1893404"/>
            </a:xfrm>
            <a:custGeom>
              <a:avLst/>
              <a:gdLst>
                <a:gd name="T0" fmla="*/ 91 w 703"/>
                <a:gd name="T1" fmla="*/ 244 h 702"/>
                <a:gd name="T2" fmla="*/ 73 w 703"/>
                <a:gd name="T3" fmla="*/ 303 h 702"/>
                <a:gd name="T4" fmla="*/ 57 w 703"/>
                <a:gd name="T5" fmla="*/ 303 h 702"/>
                <a:gd name="T6" fmla="*/ 52 w 703"/>
                <a:gd name="T7" fmla="*/ 338 h 702"/>
                <a:gd name="T8" fmla="*/ 56 w 703"/>
                <a:gd name="T9" fmla="*/ 325 h 702"/>
                <a:gd name="T10" fmla="*/ 72 w 703"/>
                <a:gd name="T11" fmla="*/ 383 h 702"/>
                <a:gd name="T12" fmla="*/ 43 w 703"/>
                <a:gd name="T13" fmla="*/ 420 h 702"/>
                <a:gd name="T14" fmla="*/ 65 w 703"/>
                <a:gd name="T15" fmla="*/ 439 h 702"/>
                <a:gd name="T16" fmla="*/ 60 w 703"/>
                <a:gd name="T17" fmla="*/ 474 h 702"/>
                <a:gd name="T18" fmla="*/ 103 w 703"/>
                <a:gd name="T19" fmla="*/ 529 h 702"/>
                <a:gd name="T20" fmla="*/ 117 w 703"/>
                <a:gd name="T21" fmla="*/ 504 h 702"/>
                <a:gd name="T22" fmla="*/ 89 w 703"/>
                <a:gd name="T23" fmla="*/ 517 h 702"/>
                <a:gd name="T24" fmla="*/ 128 w 703"/>
                <a:gd name="T25" fmla="*/ 573 h 702"/>
                <a:gd name="T26" fmla="*/ 158 w 703"/>
                <a:gd name="T27" fmla="*/ 600 h 702"/>
                <a:gd name="T28" fmla="*/ 178 w 703"/>
                <a:gd name="T29" fmla="*/ 600 h 702"/>
                <a:gd name="T30" fmla="*/ 188 w 703"/>
                <a:gd name="T31" fmla="*/ 584 h 702"/>
                <a:gd name="T32" fmla="*/ 193 w 703"/>
                <a:gd name="T33" fmla="*/ 624 h 702"/>
                <a:gd name="T34" fmla="*/ 327 w 703"/>
                <a:gd name="T35" fmla="*/ 661 h 702"/>
                <a:gd name="T36" fmla="*/ 339 w 703"/>
                <a:gd name="T37" fmla="*/ 634 h 702"/>
                <a:gd name="T38" fmla="*/ 327 w 703"/>
                <a:gd name="T39" fmla="*/ 648 h 702"/>
                <a:gd name="T40" fmla="*/ 370 w 703"/>
                <a:gd name="T41" fmla="*/ 635 h 702"/>
                <a:gd name="T42" fmla="*/ 383 w 703"/>
                <a:gd name="T43" fmla="*/ 661 h 702"/>
                <a:gd name="T44" fmla="*/ 414 w 703"/>
                <a:gd name="T45" fmla="*/ 634 h 702"/>
                <a:gd name="T46" fmla="*/ 420 w 703"/>
                <a:gd name="T47" fmla="*/ 643 h 702"/>
                <a:gd name="T48" fmla="*/ 485 w 703"/>
                <a:gd name="T49" fmla="*/ 631 h 702"/>
                <a:gd name="T50" fmla="*/ 517 w 703"/>
                <a:gd name="T51" fmla="*/ 578 h 702"/>
                <a:gd name="T52" fmla="*/ 579 w 703"/>
                <a:gd name="T53" fmla="*/ 569 h 702"/>
                <a:gd name="T54" fmla="*/ 610 w 703"/>
                <a:gd name="T55" fmla="*/ 459 h 702"/>
                <a:gd name="T56" fmla="*/ 623 w 703"/>
                <a:gd name="T57" fmla="*/ 422 h 702"/>
                <a:gd name="T58" fmla="*/ 641 w 703"/>
                <a:gd name="T59" fmla="*/ 430 h 702"/>
                <a:gd name="T60" fmla="*/ 635 w 703"/>
                <a:gd name="T61" fmla="*/ 437 h 702"/>
                <a:gd name="T62" fmla="*/ 644 w 703"/>
                <a:gd name="T63" fmla="*/ 387 h 702"/>
                <a:gd name="T64" fmla="*/ 642 w 703"/>
                <a:gd name="T65" fmla="*/ 383 h 702"/>
                <a:gd name="T66" fmla="*/ 632 w 703"/>
                <a:gd name="T67" fmla="*/ 333 h 702"/>
                <a:gd name="T68" fmla="*/ 634 w 703"/>
                <a:gd name="T69" fmla="*/ 246 h 702"/>
                <a:gd name="T70" fmla="*/ 351 w 703"/>
                <a:gd name="T71" fmla="*/ 597 h 702"/>
                <a:gd name="T72" fmla="*/ 351 w 703"/>
                <a:gd name="T73" fmla="*/ 6 h 702"/>
                <a:gd name="T74" fmla="*/ 299 w 703"/>
                <a:gd name="T75" fmla="*/ 53 h 702"/>
                <a:gd name="T76" fmla="*/ 280 w 703"/>
                <a:gd name="T77" fmla="*/ 87 h 702"/>
                <a:gd name="T78" fmla="*/ 328 w 703"/>
                <a:gd name="T79" fmla="*/ 72 h 702"/>
                <a:gd name="T80" fmla="*/ 429 w 703"/>
                <a:gd name="T81" fmla="*/ 73 h 702"/>
                <a:gd name="T82" fmla="*/ 442 w 703"/>
                <a:gd name="T83" fmla="*/ 84 h 702"/>
                <a:gd name="T84" fmla="*/ 161 w 703"/>
                <a:gd name="T85" fmla="*/ 105 h 702"/>
                <a:gd name="T86" fmla="*/ 168 w 703"/>
                <a:gd name="T87" fmla="*/ 139 h 702"/>
                <a:gd name="T88" fmla="*/ 190 w 703"/>
                <a:gd name="T89" fmla="*/ 145 h 702"/>
                <a:gd name="T90" fmla="*/ 209 w 703"/>
                <a:gd name="T91" fmla="*/ 117 h 702"/>
                <a:gd name="T92" fmla="*/ 175 w 703"/>
                <a:gd name="T93" fmla="*/ 120 h 702"/>
                <a:gd name="T94" fmla="*/ 179 w 703"/>
                <a:gd name="T95" fmla="*/ 121 h 702"/>
                <a:gd name="T96" fmla="*/ 549 w 703"/>
                <a:gd name="T97" fmla="*/ 96 h 702"/>
                <a:gd name="T98" fmla="*/ 538 w 703"/>
                <a:gd name="T99" fmla="*/ 116 h 702"/>
                <a:gd name="T100" fmla="*/ 566 w 703"/>
                <a:gd name="T101" fmla="*/ 137 h 702"/>
                <a:gd name="T102" fmla="*/ 555 w 703"/>
                <a:gd name="T103" fmla="*/ 118 h 702"/>
                <a:gd name="T104" fmla="*/ 548 w 703"/>
                <a:gd name="T105" fmla="*/ 105 h 702"/>
                <a:gd name="T106" fmla="*/ 552 w 703"/>
                <a:gd name="T107" fmla="*/ 109 h 702"/>
                <a:gd name="T108" fmla="*/ 534 w 703"/>
                <a:gd name="T109" fmla="*/ 137 h 702"/>
                <a:gd name="T110" fmla="*/ 542 w 703"/>
                <a:gd name="T111" fmla="*/ 144 h 702"/>
                <a:gd name="T112" fmla="*/ 351 w 703"/>
                <a:gd name="T113" fmla="*/ 584 h 702"/>
                <a:gd name="T114" fmla="*/ 239 w 703"/>
                <a:gd name="T115" fmla="*/ 457 h 702"/>
                <a:gd name="T116" fmla="*/ 390 w 703"/>
                <a:gd name="T117" fmla="*/ 527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03" h="702">
                  <a:moveTo>
                    <a:pt x="351" y="118"/>
                  </a:moveTo>
                  <a:cubicBezTo>
                    <a:pt x="480" y="118"/>
                    <a:pt x="584" y="223"/>
                    <a:pt x="584" y="351"/>
                  </a:cubicBezTo>
                  <a:cubicBezTo>
                    <a:pt x="584" y="367"/>
                    <a:pt x="583" y="382"/>
                    <a:pt x="580" y="397"/>
                  </a:cubicBezTo>
                  <a:cubicBezTo>
                    <a:pt x="454" y="209"/>
                    <a:pt x="454" y="209"/>
                    <a:pt x="454" y="209"/>
                  </a:cubicBezTo>
                  <a:cubicBezTo>
                    <a:pt x="406" y="257"/>
                    <a:pt x="406" y="257"/>
                    <a:pt x="406" y="257"/>
                  </a:cubicBezTo>
                  <a:cubicBezTo>
                    <a:pt x="357" y="177"/>
                    <a:pt x="357" y="177"/>
                    <a:pt x="357" y="177"/>
                  </a:cubicBezTo>
                  <a:cubicBezTo>
                    <a:pt x="309" y="257"/>
                    <a:pt x="309" y="257"/>
                    <a:pt x="309" y="257"/>
                  </a:cubicBezTo>
                  <a:cubicBezTo>
                    <a:pt x="262" y="210"/>
                    <a:pt x="262" y="210"/>
                    <a:pt x="262" y="210"/>
                  </a:cubicBezTo>
                  <a:cubicBezTo>
                    <a:pt x="125" y="404"/>
                    <a:pt x="125" y="404"/>
                    <a:pt x="125" y="404"/>
                  </a:cubicBezTo>
                  <a:cubicBezTo>
                    <a:pt x="121" y="387"/>
                    <a:pt x="119" y="369"/>
                    <a:pt x="119" y="351"/>
                  </a:cubicBezTo>
                  <a:cubicBezTo>
                    <a:pt x="119" y="223"/>
                    <a:pt x="223" y="118"/>
                    <a:pt x="351" y="118"/>
                  </a:cubicBezTo>
                  <a:close/>
                  <a:moveTo>
                    <a:pt x="58" y="233"/>
                  </a:moveTo>
                  <a:cubicBezTo>
                    <a:pt x="91" y="244"/>
                    <a:pt x="91" y="244"/>
                    <a:pt x="91" y="244"/>
                  </a:cubicBezTo>
                  <a:cubicBezTo>
                    <a:pt x="89" y="249"/>
                    <a:pt x="89" y="249"/>
                    <a:pt x="89" y="249"/>
                  </a:cubicBezTo>
                  <a:cubicBezTo>
                    <a:pt x="58" y="257"/>
                    <a:pt x="58" y="257"/>
                    <a:pt x="58" y="257"/>
                  </a:cubicBezTo>
                  <a:cubicBezTo>
                    <a:pt x="83" y="266"/>
                    <a:pt x="83" y="266"/>
                    <a:pt x="83" y="266"/>
                  </a:cubicBezTo>
                  <a:cubicBezTo>
                    <a:pt x="82" y="270"/>
                    <a:pt x="82" y="270"/>
                    <a:pt x="82" y="270"/>
                  </a:cubicBezTo>
                  <a:cubicBezTo>
                    <a:pt x="49" y="259"/>
                    <a:pt x="49" y="259"/>
                    <a:pt x="49" y="259"/>
                  </a:cubicBezTo>
                  <a:cubicBezTo>
                    <a:pt x="51" y="254"/>
                    <a:pt x="51" y="254"/>
                    <a:pt x="51" y="254"/>
                  </a:cubicBezTo>
                  <a:cubicBezTo>
                    <a:pt x="82" y="246"/>
                    <a:pt x="82" y="246"/>
                    <a:pt x="82" y="246"/>
                  </a:cubicBezTo>
                  <a:cubicBezTo>
                    <a:pt x="57" y="237"/>
                    <a:pt x="57" y="237"/>
                    <a:pt x="57" y="237"/>
                  </a:cubicBezTo>
                  <a:cubicBezTo>
                    <a:pt x="58" y="233"/>
                    <a:pt x="58" y="233"/>
                    <a:pt x="58" y="233"/>
                  </a:cubicBezTo>
                  <a:close/>
                  <a:moveTo>
                    <a:pt x="61" y="275"/>
                  </a:moveTo>
                  <a:cubicBezTo>
                    <a:pt x="67" y="276"/>
                    <a:pt x="71" y="279"/>
                    <a:pt x="74" y="282"/>
                  </a:cubicBezTo>
                  <a:cubicBezTo>
                    <a:pt x="76" y="286"/>
                    <a:pt x="77" y="290"/>
                    <a:pt x="76" y="295"/>
                  </a:cubicBezTo>
                  <a:cubicBezTo>
                    <a:pt x="76" y="298"/>
                    <a:pt x="75" y="301"/>
                    <a:pt x="73" y="303"/>
                  </a:cubicBezTo>
                  <a:cubicBezTo>
                    <a:pt x="71" y="305"/>
                    <a:pt x="68" y="307"/>
                    <a:pt x="65" y="308"/>
                  </a:cubicBezTo>
                  <a:cubicBezTo>
                    <a:pt x="62" y="309"/>
                    <a:pt x="59" y="309"/>
                    <a:pt x="56" y="308"/>
                  </a:cubicBezTo>
                  <a:cubicBezTo>
                    <a:pt x="52" y="307"/>
                    <a:pt x="49" y="306"/>
                    <a:pt x="47" y="304"/>
                  </a:cubicBezTo>
                  <a:cubicBezTo>
                    <a:pt x="45" y="303"/>
                    <a:pt x="43" y="300"/>
                    <a:pt x="42" y="297"/>
                  </a:cubicBezTo>
                  <a:cubicBezTo>
                    <a:pt x="41" y="295"/>
                    <a:pt x="41" y="292"/>
                    <a:pt x="41" y="289"/>
                  </a:cubicBezTo>
                  <a:cubicBezTo>
                    <a:pt x="42" y="286"/>
                    <a:pt x="43" y="283"/>
                    <a:pt x="45" y="281"/>
                  </a:cubicBezTo>
                  <a:cubicBezTo>
                    <a:pt x="47" y="278"/>
                    <a:pt x="50" y="277"/>
                    <a:pt x="52" y="276"/>
                  </a:cubicBezTo>
                  <a:cubicBezTo>
                    <a:pt x="55" y="275"/>
                    <a:pt x="58" y="275"/>
                    <a:pt x="61" y="275"/>
                  </a:cubicBezTo>
                  <a:close/>
                  <a:moveTo>
                    <a:pt x="60" y="280"/>
                  </a:moveTo>
                  <a:cubicBezTo>
                    <a:pt x="56" y="279"/>
                    <a:pt x="53" y="280"/>
                    <a:pt x="50" y="282"/>
                  </a:cubicBezTo>
                  <a:cubicBezTo>
                    <a:pt x="47" y="283"/>
                    <a:pt x="46" y="286"/>
                    <a:pt x="45" y="289"/>
                  </a:cubicBezTo>
                  <a:cubicBezTo>
                    <a:pt x="44" y="293"/>
                    <a:pt x="45" y="296"/>
                    <a:pt x="47" y="298"/>
                  </a:cubicBezTo>
                  <a:cubicBezTo>
                    <a:pt x="49" y="301"/>
                    <a:pt x="52" y="303"/>
                    <a:pt x="57" y="303"/>
                  </a:cubicBezTo>
                  <a:cubicBezTo>
                    <a:pt x="60" y="304"/>
                    <a:pt x="62" y="304"/>
                    <a:pt x="64" y="303"/>
                  </a:cubicBezTo>
                  <a:cubicBezTo>
                    <a:pt x="66" y="303"/>
                    <a:pt x="68" y="302"/>
                    <a:pt x="70" y="300"/>
                  </a:cubicBezTo>
                  <a:cubicBezTo>
                    <a:pt x="71" y="298"/>
                    <a:pt x="72" y="297"/>
                    <a:pt x="73" y="294"/>
                  </a:cubicBezTo>
                  <a:cubicBezTo>
                    <a:pt x="73" y="291"/>
                    <a:pt x="73" y="288"/>
                    <a:pt x="71" y="285"/>
                  </a:cubicBezTo>
                  <a:cubicBezTo>
                    <a:pt x="69" y="283"/>
                    <a:pt x="65" y="281"/>
                    <a:pt x="60" y="280"/>
                  </a:cubicBezTo>
                  <a:close/>
                  <a:moveTo>
                    <a:pt x="38" y="318"/>
                  </a:moveTo>
                  <a:cubicBezTo>
                    <a:pt x="72" y="321"/>
                    <a:pt x="72" y="321"/>
                    <a:pt x="72" y="321"/>
                  </a:cubicBezTo>
                  <a:cubicBezTo>
                    <a:pt x="71" y="337"/>
                    <a:pt x="71" y="337"/>
                    <a:pt x="71" y="337"/>
                  </a:cubicBezTo>
                  <a:cubicBezTo>
                    <a:pt x="70" y="340"/>
                    <a:pt x="70" y="342"/>
                    <a:pt x="69" y="344"/>
                  </a:cubicBezTo>
                  <a:cubicBezTo>
                    <a:pt x="68" y="345"/>
                    <a:pt x="67" y="346"/>
                    <a:pt x="65" y="347"/>
                  </a:cubicBezTo>
                  <a:cubicBezTo>
                    <a:pt x="64" y="348"/>
                    <a:pt x="62" y="348"/>
                    <a:pt x="60" y="348"/>
                  </a:cubicBezTo>
                  <a:cubicBezTo>
                    <a:pt x="58" y="348"/>
                    <a:pt x="56" y="347"/>
                    <a:pt x="54" y="345"/>
                  </a:cubicBezTo>
                  <a:cubicBezTo>
                    <a:pt x="53" y="344"/>
                    <a:pt x="52" y="341"/>
                    <a:pt x="52" y="338"/>
                  </a:cubicBezTo>
                  <a:cubicBezTo>
                    <a:pt x="51" y="339"/>
                    <a:pt x="50" y="340"/>
                    <a:pt x="50" y="340"/>
                  </a:cubicBezTo>
                  <a:cubicBezTo>
                    <a:pt x="48" y="341"/>
                    <a:pt x="47" y="343"/>
                    <a:pt x="45" y="344"/>
                  </a:cubicBezTo>
                  <a:cubicBezTo>
                    <a:pt x="35" y="349"/>
                    <a:pt x="35" y="349"/>
                    <a:pt x="35" y="349"/>
                  </a:cubicBezTo>
                  <a:cubicBezTo>
                    <a:pt x="35" y="343"/>
                    <a:pt x="35" y="343"/>
                    <a:pt x="35" y="343"/>
                  </a:cubicBezTo>
                  <a:cubicBezTo>
                    <a:pt x="43" y="339"/>
                    <a:pt x="43" y="339"/>
                    <a:pt x="43" y="339"/>
                  </a:cubicBezTo>
                  <a:cubicBezTo>
                    <a:pt x="45" y="338"/>
                    <a:pt x="47" y="337"/>
                    <a:pt x="48" y="336"/>
                  </a:cubicBezTo>
                  <a:cubicBezTo>
                    <a:pt x="49" y="336"/>
                    <a:pt x="50" y="335"/>
                    <a:pt x="50" y="334"/>
                  </a:cubicBezTo>
                  <a:cubicBezTo>
                    <a:pt x="51" y="334"/>
                    <a:pt x="51" y="333"/>
                    <a:pt x="52" y="332"/>
                  </a:cubicBezTo>
                  <a:cubicBezTo>
                    <a:pt x="52" y="332"/>
                    <a:pt x="52" y="331"/>
                    <a:pt x="52" y="330"/>
                  </a:cubicBezTo>
                  <a:cubicBezTo>
                    <a:pt x="52" y="324"/>
                    <a:pt x="52" y="324"/>
                    <a:pt x="52" y="324"/>
                  </a:cubicBezTo>
                  <a:cubicBezTo>
                    <a:pt x="37" y="323"/>
                    <a:pt x="37" y="323"/>
                    <a:pt x="37" y="323"/>
                  </a:cubicBezTo>
                  <a:cubicBezTo>
                    <a:pt x="38" y="318"/>
                    <a:pt x="38" y="318"/>
                    <a:pt x="38" y="318"/>
                  </a:cubicBezTo>
                  <a:close/>
                  <a:moveTo>
                    <a:pt x="56" y="325"/>
                  </a:moveTo>
                  <a:cubicBezTo>
                    <a:pt x="56" y="335"/>
                    <a:pt x="56" y="335"/>
                    <a:pt x="56" y="335"/>
                  </a:cubicBezTo>
                  <a:cubicBezTo>
                    <a:pt x="55" y="337"/>
                    <a:pt x="55" y="338"/>
                    <a:pt x="56" y="339"/>
                  </a:cubicBezTo>
                  <a:cubicBezTo>
                    <a:pt x="56" y="341"/>
                    <a:pt x="57" y="342"/>
                    <a:pt x="58" y="342"/>
                  </a:cubicBezTo>
                  <a:cubicBezTo>
                    <a:pt x="58" y="343"/>
                    <a:pt x="59" y="343"/>
                    <a:pt x="61" y="343"/>
                  </a:cubicBezTo>
                  <a:cubicBezTo>
                    <a:pt x="62" y="344"/>
                    <a:pt x="64" y="343"/>
                    <a:pt x="65" y="342"/>
                  </a:cubicBezTo>
                  <a:cubicBezTo>
                    <a:pt x="66" y="341"/>
                    <a:pt x="67" y="339"/>
                    <a:pt x="67" y="337"/>
                  </a:cubicBezTo>
                  <a:cubicBezTo>
                    <a:pt x="68" y="326"/>
                    <a:pt x="68" y="326"/>
                    <a:pt x="68" y="326"/>
                  </a:cubicBezTo>
                  <a:cubicBezTo>
                    <a:pt x="56" y="325"/>
                    <a:pt x="56" y="325"/>
                    <a:pt x="56" y="325"/>
                  </a:cubicBezTo>
                  <a:close/>
                  <a:moveTo>
                    <a:pt x="36" y="369"/>
                  </a:moveTo>
                  <a:cubicBezTo>
                    <a:pt x="67" y="367"/>
                    <a:pt x="67" y="367"/>
                    <a:pt x="67" y="367"/>
                  </a:cubicBezTo>
                  <a:cubicBezTo>
                    <a:pt x="66" y="356"/>
                    <a:pt x="66" y="356"/>
                    <a:pt x="66" y="356"/>
                  </a:cubicBezTo>
                  <a:cubicBezTo>
                    <a:pt x="70" y="355"/>
                    <a:pt x="70" y="355"/>
                    <a:pt x="70" y="355"/>
                  </a:cubicBezTo>
                  <a:cubicBezTo>
                    <a:pt x="72" y="383"/>
                    <a:pt x="72" y="383"/>
                    <a:pt x="72" y="383"/>
                  </a:cubicBezTo>
                  <a:cubicBezTo>
                    <a:pt x="68" y="383"/>
                    <a:pt x="68" y="383"/>
                    <a:pt x="68" y="383"/>
                  </a:cubicBezTo>
                  <a:cubicBezTo>
                    <a:pt x="67" y="372"/>
                    <a:pt x="67" y="372"/>
                    <a:pt x="67" y="372"/>
                  </a:cubicBezTo>
                  <a:cubicBezTo>
                    <a:pt x="36" y="374"/>
                    <a:pt x="36" y="374"/>
                    <a:pt x="36" y="374"/>
                  </a:cubicBezTo>
                  <a:cubicBezTo>
                    <a:pt x="36" y="369"/>
                    <a:pt x="36" y="369"/>
                    <a:pt x="36" y="369"/>
                  </a:cubicBezTo>
                  <a:close/>
                  <a:moveTo>
                    <a:pt x="39" y="398"/>
                  </a:moveTo>
                  <a:cubicBezTo>
                    <a:pt x="74" y="392"/>
                    <a:pt x="74" y="392"/>
                    <a:pt x="74" y="392"/>
                  </a:cubicBezTo>
                  <a:cubicBezTo>
                    <a:pt x="74" y="397"/>
                    <a:pt x="74" y="397"/>
                    <a:pt x="74" y="397"/>
                  </a:cubicBezTo>
                  <a:cubicBezTo>
                    <a:pt x="60" y="399"/>
                    <a:pt x="60" y="399"/>
                    <a:pt x="60" y="399"/>
                  </a:cubicBezTo>
                  <a:cubicBezTo>
                    <a:pt x="63" y="417"/>
                    <a:pt x="63" y="417"/>
                    <a:pt x="63" y="417"/>
                  </a:cubicBezTo>
                  <a:cubicBezTo>
                    <a:pt x="77" y="415"/>
                    <a:pt x="77" y="415"/>
                    <a:pt x="77" y="415"/>
                  </a:cubicBezTo>
                  <a:cubicBezTo>
                    <a:pt x="78" y="419"/>
                    <a:pt x="78" y="419"/>
                    <a:pt x="78" y="419"/>
                  </a:cubicBezTo>
                  <a:cubicBezTo>
                    <a:pt x="44" y="424"/>
                    <a:pt x="44" y="424"/>
                    <a:pt x="44" y="424"/>
                  </a:cubicBezTo>
                  <a:cubicBezTo>
                    <a:pt x="43" y="420"/>
                    <a:pt x="43" y="420"/>
                    <a:pt x="43" y="420"/>
                  </a:cubicBezTo>
                  <a:cubicBezTo>
                    <a:pt x="59" y="417"/>
                    <a:pt x="59" y="417"/>
                    <a:pt x="59" y="417"/>
                  </a:cubicBezTo>
                  <a:cubicBezTo>
                    <a:pt x="56" y="400"/>
                    <a:pt x="56" y="400"/>
                    <a:pt x="56" y="400"/>
                  </a:cubicBezTo>
                  <a:cubicBezTo>
                    <a:pt x="40" y="402"/>
                    <a:pt x="40" y="402"/>
                    <a:pt x="40" y="402"/>
                  </a:cubicBezTo>
                  <a:cubicBezTo>
                    <a:pt x="39" y="398"/>
                    <a:pt x="39" y="398"/>
                    <a:pt x="39" y="398"/>
                  </a:cubicBezTo>
                  <a:close/>
                  <a:moveTo>
                    <a:pt x="48" y="440"/>
                  </a:moveTo>
                  <a:cubicBezTo>
                    <a:pt x="81" y="429"/>
                    <a:pt x="81" y="429"/>
                    <a:pt x="81" y="429"/>
                  </a:cubicBezTo>
                  <a:cubicBezTo>
                    <a:pt x="89" y="453"/>
                    <a:pt x="89" y="453"/>
                    <a:pt x="89" y="453"/>
                  </a:cubicBezTo>
                  <a:cubicBezTo>
                    <a:pt x="85" y="454"/>
                    <a:pt x="85" y="454"/>
                    <a:pt x="85" y="454"/>
                  </a:cubicBezTo>
                  <a:cubicBezTo>
                    <a:pt x="79" y="434"/>
                    <a:pt x="79" y="434"/>
                    <a:pt x="79" y="434"/>
                  </a:cubicBezTo>
                  <a:cubicBezTo>
                    <a:pt x="69" y="438"/>
                    <a:pt x="69" y="438"/>
                    <a:pt x="69" y="438"/>
                  </a:cubicBezTo>
                  <a:cubicBezTo>
                    <a:pt x="75" y="456"/>
                    <a:pt x="75" y="456"/>
                    <a:pt x="75" y="456"/>
                  </a:cubicBezTo>
                  <a:cubicBezTo>
                    <a:pt x="71" y="457"/>
                    <a:pt x="71" y="457"/>
                    <a:pt x="71" y="457"/>
                  </a:cubicBezTo>
                  <a:cubicBezTo>
                    <a:pt x="65" y="439"/>
                    <a:pt x="65" y="439"/>
                    <a:pt x="65" y="439"/>
                  </a:cubicBezTo>
                  <a:cubicBezTo>
                    <a:pt x="54" y="443"/>
                    <a:pt x="54" y="443"/>
                    <a:pt x="54" y="443"/>
                  </a:cubicBezTo>
                  <a:cubicBezTo>
                    <a:pt x="60" y="463"/>
                    <a:pt x="60" y="463"/>
                    <a:pt x="60" y="463"/>
                  </a:cubicBezTo>
                  <a:cubicBezTo>
                    <a:pt x="56" y="464"/>
                    <a:pt x="56" y="464"/>
                    <a:pt x="56" y="464"/>
                  </a:cubicBezTo>
                  <a:cubicBezTo>
                    <a:pt x="48" y="440"/>
                    <a:pt x="48" y="440"/>
                    <a:pt x="48" y="440"/>
                  </a:cubicBezTo>
                  <a:close/>
                  <a:moveTo>
                    <a:pt x="60" y="474"/>
                  </a:moveTo>
                  <a:cubicBezTo>
                    <a:pt x="97" y="470"/>
                    <a:pt x="97" y="470"/>
                    <a:pt x="97" y="470"/>
                  </a:cubicBezTo>
                  <a:cubicBezTo>
                    <a:pt x="99" y="474"/>
                    <a:pt x="99" y="474"/>
                    <a:pt x="99" y="474"/>
                  </a:cubicBezTo>
                  <a:cubicBezTo>
                    <a:pt x="74" y="502"/>
                    <a:pt x="74" y="502"/>
                    <a:pt x="74" y="502"/>
                  </a:cubicBezTo>
                  <a:cubicBezTo>
                    <a:pt x="72" y="498"/>
                    <a:pt x="72" y="498"/>
                    <a:pt x="72" y="498"/>
                  </a:cubicBezTo>
                  <a:cubicBezTo>
                    <a:pt x="80" y="489"/>
                    <a:pt x="80" y="489"/>
                    <a:pt x="80" y="489"/>
                  </a:cubicBezTo>
                  <a:cubicBezTo>
                    <a:pt x="73" y="476"/>
                    <a:pt x="73" y="476"/>
                    <a:pt x="73" y="476"/>
                  </a:cubicBezTo>
                  <a:cubicBezTo>
                    <a:pt x="62" y="478"/>
                    <a:pt x="62" y="478"/>
                    <a:pt x="62" y="478"/>
                  </a:cubicBezTo>
                  <a:cubicBezTo>
                    <a:pt x="60" y="474"/>
                    <a:pt x="60" y="474"/>
                    <a:pt x="60" y="474"/>
                  </a:cubicBezTo>
                  <a:close/>
                  <a:moveTo>
                    <a:pt x="77" y="476"/>
                  </a:moveTo>
                  <a:cubicBezTo>
                    <a:pt x="82" y="486"/>
                    <a:pt x="82" y="486"/>
                    <a:pt x="82" y="486"/>
                  </a:cubicBezTo>
                  <a:cubicBezTo>
                    <a:pt x="89" y="479"/>
                    <a:pt x="89" y="479"/>
                    <a:pt x="89" y="479"/>
                  </a:cubicBezTo>
                  <a:cubicBezTo>
                    <a:pt x="91" y="477"/>
                    <a:pt x="93" y="475"/>
                    <a:pt x="94" y="473"/>
                  </a:cubicBezTo>
                  <a:cubicBezTo>
                    <a:pt x="92" y="474"/>
                    <a:pt x="90" y="474"/>
                    <a:pt x="88" y="475"/>
                  </a:cubicBezTo>
                  <a:cubicBezTo>
                    <a:pt x="77" y="476"/>
                    <a:pt x="77" y="476"/>
                    <a:pt x="77" y="476"/>
                  </a:cubicBezTo>
                  <a:close/>
                  <a:moveTo>
                    <a:pt x="89" y="505"/>
                  </a:moveTo>
                  <a:cubicBezTo>
                    <a:pt x="87" y="507"/>
                    <a:pt x="86" y="508"/>
                    <a:pt x="85" y="510"/>
                  </a:cubicBezTo>
                  <a:cubicBezTo>
                    <a:pt x="84" y="512"/>
                    <a:pt x="84" y="514"/>
                    <a:pt x="84" y="517"/>
                  </a:cubicBezTo>
                  <a:cubicBezTo>
                    <a:pt x="84" y="519"/>
                    <a:pt x="85" y="521"/>
                    <a:pt x="87" y="524"/>
                  </a:cubicBezTo>
                  <a:cubicBezTo>
                    <a:pt x="88" y="526"/>
                    <a:pt x="90" y="528"/>
                    <a:pt x="92" y="529"/>
                  </a:cubicBezTo>
                  <a:cubicBezTo>
                    <a:pt x="94" y="530"/>
                    <a:pt x="95" y="531"/>
                    <a:pt x="97" y="531"/>
                  </a:cubicBezTo>
                  <a:cubicBezTo>
                    <a:pt x="99" y="531"/>
                    <a:pt x="101" y="530"/>
                    <a:pt x="103" y="529"/>
                  </a:cubicBezTo>
                  <a:cubicBezTo>
                    <a:pt x="104" y="528"/>
                    <a:pt x="105" y="527"/>
                    <a:pt x="106" y="525"/>
                  </a:cubicBezTo>
                  <a:cubicBezTo>
                    <a:pt x="107" y="524"/>
                    <a:pt x="107" y="522"/>
                    <a:pt x="107" y="520"/>
                  </a:cubicBezTo>
                  <a:cubicBezTo>
                    <a:pt x="106" y="518"/>
                    <a:pt x="106" y="516"/>
                    <a:pt x="104" y="512"/>
                  </a:cubicBezTo>
                  <a:cubicBezTo>
                    <a:pt x="103" y="509"/>
                    <a:pt x="103" y="506"/>
                    <a:pt x="103" y="505"/>
                  </a:cubicBezTo>
                  <a:cubicBezTo>
                    <a:pt x="103" y="504"/>
                    <a:pt x="104" y="503"/>
                    <a:pt x="105" y="502"/>
                  </a:cubicBezTo>
                  <a:cubicBezTo>
                    <a:pt x="106" y="502"/>
                    <a:pt x="107" y="501"/>
                    <a:pt x="109" y="502"/>
                  </a:cubicBezTo>
                  <a:cubicBezTo>
                    <a:pt x="110" y="502"/>
                    <a:pt x="112" y="504"/>
                    <a:pt x="113" y="506"/>
                  </a:cubicBezTo>
                  <a:cubicBezTo>
                    <a:pt x="115" y="509"/>
                    <a:pt x="115" y="511"/>
                    <a:pt x="115" y="512"/>
                  </a:cubicBezTo>
                  <a:cubicBezTo>
                    <a:pt x="115" y="514"/>
                    <a:pt x="114" y="516"/>
                    <a:pt x="112" y="517"/>
                  </a:cubicBezTo>
                  <a:cubicBezTo>
                    <a:pt x="115" y="520"/>
                    <a:pt x="115" y="520"/>
                    <a:pt x="115" y="520"/>
                  </a:cubicBezTo>
                  <a:cubicBezTo>
                    <a:pt x="117" y="519"/>
                    <a:pt x="118" y="518"/>
                    <a:pt x="119" y="516"/>
                  </a:cubicBezTo>
                  <a:cubicBezTo>
                    <a:pt x="119" y="514"/>
                    <a:pt x="120" y="512"/>
                    <a:pt x="119" y="510"/>
                  </a:cubicBezTo>
                  <a:cubicBezTo>
                    <a:pt x="119" y="508"/>
                    <a:pt x="118" y="506"/>
                    <a:pt x="117" y="504"/>
                  </a:cubicBezTo>
                  <a:cubicBezTo>
                    <a:pt x="115" y="502"/>
                    <a:pt x="114" y="500"/>
                    <a:pt x="112" y="499"/>
                  </a:cubicBezTo>
                  <a:cubicBezTo>
                    <a:pt x="111" y="498"/>
                    <a:pt x="109" y="497"/>
                    <a:pt x="107" y="497"/>
                  </a:cubicBezTo>
                  <a:cubicBezTo>
                    <a:pt x="105" y="497"/>
                    <a:pt x="104" y="498"/>
                    <a:pt x="102" y="499"/>
                  </a:cubicBezTo>
                  <a:cubicBezTo>
                    <a:pt x="101" y="500"/>
                    <a:pt x="100" y="501"/>
                    <a:pt x="99" y="502"/>
                  </a:cubicBezTo>
                  <a:cubicBezTo>
                    <a:pt x="99" y="503"/>
                    <a:pt x="98" y="505"/>
                    <a:pt x="98" y="507"/>
                  </a:cubicBezTo>
                  <a:cubicBezTo>
                    <a:pt x="99" y="508"/>
                    <a:pt x="99" y="511"/>
                    <a:pt x="100" y="514"/>
                  </a:cubicBezTo>
                  <a:cubicBezTo>
                    <a:pt x="101" y="517"/>
                    <a:pt x="102" y="519"/>
                    <a:pt x="102" y="520"/>
                  </a:cubicBezTo>
                  <a:cubicBezTo>
                    <a:pt x="102" y="521"/>
                    <a:pt x="102" y="523"/>
                    <a:pt x="102" y="523"/>
                  </a:cubicBezTo>
                  <a:cubicBezTo>
                    <a:pt x="102" y="524"/>
                    <a:pt x="101" y="525"/>
                    <a:pt x="100" y="526"/>
                  </a:cubicBezTo>
                  <a:cubicBezTo>
                    <a:pt x="99" y="526"/>
                    <a:pt x="98" y="527"/>
                    <a:pt x="97" y="527"/>
                  </a:cubicBezTo>
                  <a:cubicBezTo>
                    <a:pt x="96" y="526"/>
                    <a:pt x="95" y="526"/>
                    <a:pt x="94" y="525"/>
                  </a:cubicBezTo>
                  <a:cubicBezTo>
                    <a:pt x="92" y="524"/>
                    <a:pt x="91" y="523"/>
                    <a:pt x="90" y="522"/>
                  </a:cubicBezTo>
                  <a:cubicBezTo>
                    <a:pt x="89" y="520"/>
                    <a:pt x="89" y="518"/>
                    <a:pt x="89" y="517"/>
                  </a:cubicBezTo>
                  <a:cubicBezTo>
                    <a:pt x="88" y="515"/>
                    <a:pt x="88" y="513"/>
                    <a:pt x="89" y="512"/>
                  </a:cubicBezTo>
                  <a:cubicBezTo>
                    <a:pt x="89" y="511"/>
                    <a:pt x="90" y="510"/>
                    <a:pt x="92" y="509"/>
                  </a:cubicBezTo>
                  <a:cubicBezTo>
                    <a:pt x="89" y="505"/>
                    <a:pt x="89" y="505"/>
                    <a:pt x="89" y="505"/>
                  </a:cubicBezTo>
                  <a:close/>
                  <a:moveTo>
                    <a:pt x="109" y="552"/>
                  </a:moveTo>
                  <a:cubicBezTo>
                    <a:pt x="132" y="532"/>
                    <a:pt x="132" y="532"/>
                    <a:pt x="132" y="532"/>
                  </a:cubicBezTo>
                  <a:cubicBezTo>
                    <a:pt x="124" y="523"/>
                    <a:pt x="124" y="523"/>
                    <a:pt x="124" y="523"/>
                  </a:cubicBezTo>
                  <a:cubicBezTo>
                    <a:pt x="127" y="521"/>
                    <a:pt x="127" y="521"/>
                    <a:pt x="127" y="521"/>
                  </a:cubicBezTo>
                  <a:cubicBezTo>
                    <a:pt x="145" y="541"/>
                    <a:pt x="145" y="541"/>
                    <a:pt x="145" y="541"/>
                  </a:cubicBezTo>
                  <a:cubicBezTo>
                    <a:pt x="142" y="544"/>
                    <a:pt x="142" y="544"/>
                    <a:pt x="142" y="544"/>
                  </a:cubicBezTo>
                  <a:cubicBezTo>
                    <a:pt x="135" y="536"/>
                    <a:pt x="135" y="536"/>
                    <a:pt x="135" y="536"/>
                  </a:cubicBezTo>
                  <a:cubicBezTo>
                    <a:pt x="112" y="556"/>
                    <a:pt x="112" y="556"/>
                    <a:pt x="112" y="556"/>
                  </a:cubicBezTo>
                  <a:cubicBezTo>
                    <a:pt x="109" y="552"/>
                    <a:pt x="109" y="552"/>
                    <a:pt x="109" y="552"/>
                  </a:cubicBezTo>
                  <a:close/>
                  <a:moveTo>
                    <a:pt x="128" y="573"/>
                  </a:moveTo>
                  <a:cubicBezTo>
                    <a:pt x="146" y="591"/>
                    <a:pt x="146" y="591"/>
                    <a:pt x="146" y="591"/>
                  </a:cubicBezTo>
                  <a:cubicBezTo>
                    <a:pt x="149" y="588"/>
                    <a:pt x="149" y="588"/>
                    <a:pt x="149" y="588"/>
                  </a:cubicBezTo>
                  <a:cubicBezTo>
                    <a:pt x="134" y="574"/>
                    <a:pt x="134" y="574"/>
                    <a:pt x="134" y="574"/>
                  </a:cubicBezTo>
                  <a:cubicBezTo>
                    <a:pt x="142" y="565"/>
                    <a:pt x="142" y="565"/>
                    <a:pt x="142" y="565"/>
                  </a:cubicBezTo>
                  <a:cubicBezTo>
                    <a:pt x="156" y="578"/>
                    <a:pt x="156" y="578"/>
                    <a:pt x="156" y="578"/>
                  </a:cubicBezTo>
                  <a:cubicBezTo>
                    <a:pt x="159" y="575"/>
                    <a:pt x="159" y="575"/>
                    <a:pt x="159" y="575"/>
                  </a:cubicBezTo>
                  <a:cubicBezTo>
                    <a:pt x="145" y="562"/>
                    <a:pt x="145" y="562"/>
                    <a:pt x="145" y="562"/>
                  </a:cubicBezTo>
                  <a:cubicBezTo>
                    <a:pt x="152" y="555"/>
                    <a:pt x="152" y="555"/>
                    <a:pt x="152" y="555"/>
                  </a:cubicBezTo>
                  <a:cubicBezTo>
                    <a:pt x="167" y="569"/>
                    <a:pt x="167" y="569"/>
                    <a:pt x="167" y="569"/>
                  </a:cubicBezTo>
                  <a:cubicBezTo>
                    <a:pt x="170" y="566"/>
                    <a:pt x="170" y="566"/>
                    <a:pt x="170" y="566"/>
                  </a:cubicBezTo>
                  <a:cubicBezTo>
                    <a:pt x="152" y="548"/>
                    <a:pt x="152" y="548"/>
                    <a:pt x="152" y="548"/>
                  </a:cubicBezTo>
                  <a:cubicBezTo>
                    <a:pt x="128" y="573"/>
                    <a:pt x="128" y="573"/>
                    <a:pt x="128" y="573"/>
                  </a:cubicBezTo>
                  <a:close/>
                  <a:moveTo>
                    <a:pt x="158" y="600"/>
                  </a:moveTo>
                  <a:cubicBezTo>
                    <a:pt x="178" y="572"/>
                    <a:pt x="178" y="572"/>
                    <a:pt x="178" y="572"/>
                  </a:cubicBezTo>
                  <a:cubicBezTo>
                    <a:pt x="190" y="581"/>
                    <a:pt x="190" y="581"/>
                    <a:pt x="190" y="581"/>
                  </a:cubicBezTo>
                  <a:cubicBezTo>
                    <a:pt x="193" y="583"/>
                    <a:pt x="195" y="584"/>
                    <a:pt x="195" y="586"/>
                  </a:cubicBezTo>
                  <a:cubicBezTo>
                    <a:pt x="196" y="587"/>
                    <a:pt x="197" y="589"/>
                    <a:pt x="197" y="591"/>
                  </a:cubicBezTo>
                  <a:cubicBezTo>
                    <a:pt x="197" y="593"/>
                    <a:pt x="196" y="594"/>
                    <a:pt x="195" y="596"/>
                  </a:cubicBezTo>
                  <a:cubicBezTo>
                    <a:pt x="193" y="598"/>
                    <a:pt x="191" y="599"/>
                    <a:pt x="189" y="599"/>
                  </a:cubicBezTo>
                  <a:cubicBezTo>
                    <a:pt x="187" y="600"/>
                    <a:pt x="184" y="599"/>
                    <a:pt x="181" y="598"/>
                  </a:cubicBezTo>
                  <a:cubicBezTo>
                    <a:pt x="182" y="599"/>
                    <a:pt x="182" y="600"/>
                    <a:pt x="183" y="601"/>
                  </a:cubicBezTo>
                  <a:cubicBezTo>
                    <a:pt x="183" y="603"/>
                    <a:pt x="183" y="605"/>
                    <a:pt x="183" y="607"/>
                  </a:cubicBezTo>
                  <a:cubicBezTo>
                    <a:pt x="182" y="618"/>
                    <a:pt x="182" y="618"/>
                    <a:pt x="182" y="618"/>
                  </a:cubicBezTo>
                  <a:cubicBezTo>
                    <a:pt x="178" y="614"/>
                    <a:pt x="178" y="614"/>
                    <a:pt x="178" y="614"/>
                  </a:cubicBezTo>
                  <a:cubicBezTo>
                    <a:pt x="178" y="606"/>
                    <a:pt x="178" y="606"/>
                    <a:pt x="178" y="606"/>
                  </a:cubicBezTo>
                  <a:cubicBezTo>
                    <a:pt x="178" y="603"/>
                    <a:pt x="178" y="602"/>
                    <a:pt x="178" y="600"/>
                  </a:cubicBezTo>
                  <a:cubicBezTo>
                    <a:pt x="178" y="599"/>
                    <a:pt x="178" y="598"/>
                    <a:pt x="178" y="597"/>
                  </a:cubicBezTo>
                  <a:cubicBezTo>
                    <a:pt x="177" y="596"/>
                    <a:pt x="177" y="596"/>
                    <a:pt x="177" y="595"/>
                  </a:cubicBezTo>
                  <a:cubicBezTo>
                    <a:pt x="176" y="595"/>
                    <a:pt x="176" y="594"/>
                    <a:pt x="175" y="593"/>
                  </a:cubicBezTo>
                  <a:cubicBezTo>
                    <a:pt x="170" y="590"/>
                    <a:pt x="170" y="590"/>
                    <a:pt x="170" y="590"/>
                  </a:cubicBezTo>
                  <a:cubicBezTo>
                    <a:pt x="161" y="603"/>
                    <a:pt x="161" y="603"/>
                    <a:pt x="161" y="603"/>
                  </a:cubicBezTo>
                  <a:cubicBezTo>
                    <a:pt x="158" y="600"/>
                    <a:pt x="158" y="600"/>
                    <a:pt x="158" y="600"/>
                  </a:cubicBezTo>
                  <a:close/>
                  <a:moveTo>
                    <a:pt x="173" y="587"/>
                  </a:moveTo>
                  <a:cubicBezTo>
                    <a:pt x="181" y="593"/>
                    <a:pt x="181" y="593"/>
                    <a:pt x="181" y="593"/>
                  </a:cubicBezTo>
                  <a:cubicBezTo>
                    <a:pt x="182" y="594"/>
                    <a:pt x="184" y="595"/>
                    <a:pt x="185" y="595"/>
                  </a:cubicBezTo>
                  <a:cubicBezTo>
                    <a:pt x="186" y="595"/>
                    <a:pt x="187" y="595"/>
                    <a:pt x="188" y="595"/>
                  </a:cubicBezTo>
                  <a:cubicBezTo>
                    <a:pt x="189" y="595"/>
                    <a:pt x="190" y="594"/>
                    <a:pt x="191" y="593"/>
                  </a:cubicBezTo>
                  <a:cubicBezTo>
                    <a:pt x="192" y="592"/>
                    <a:pt x="192" y="590"/>
                    <a:pt x="192" y="589"/>
                  </a:cubicBezTo>
                  <a:cubicBezTo>
                    <a:pt x="192" y="587"/>
                    <a:pt x="190" y="586"/>
                    <a:pt x="188" y="584"/>
                  </a:cubicBezTo>
                  <a:cubicBezTo>
                    <a:pt x="179" y="578"/>
                    <a:pt x="179" y="578"/>
                    <a:pt x="179" y="578"/>
                  </a:cubicBezTo>
                  <a:cubicBezTo>
                    <a:pt x="173" y="587"/>
                    <a:pt x="173" y="587"/>
                    <a:pt x="173" y="587"/>
                  </a:cubicBezTo>
                  <a:close/>
                  <a:moveTo>
                    <a:pt x="193" y="624"/>
                  </a:moveTo>
                  <a:cubicBezTo>
                    <a:pt x="197" y="626"/>
                    <a:pt x="197" y="626"/>
                    <a:pt x="197" y="626"/>
                  </a:cubicBezTo>
                  <a:cubicBezTo>
                    <a:pt x="209" y="602"/>
                    <a:pt x="209" y="602"/>
                    <a:pt x="209" y="602"/>
                  </a:cubicBezTo>
                  <a:cubicBezTo>
                    <a:pt x="213" y="635"/>
                    <a:pt x="213" y="635"/>
                    <a:pt x="213" y="635"/>
                  </a:cubicBezTo>
                  <a:cubicBezTo>
                    <a:pt x="217" y="637"/>
                    <a:pt x="217" y="637"/>
                    <a:pt x="217" y="637"/>
                  </a:cubicBezTo>
                  <a:cubicBezTo>
                    <a:pt x="233" y="606"/>
                    <a:pt x="233" y="606"/>
                    <a:pt x="233" y="606"/>
                  </a:cubicBezTo>
                  <a:cubicBezTo>
                    <a:pt x="229" y="604"/>
                    <a:pt x="229" y="604"/>
                    <a:pt x="229" y="604"/>
                  </a:cubicBezTo>
                  <a:cubicBezTo>
                    <a:pt x="216" y="628"/>
                    <a:pt x="216" y="628"/>
                    <a:pt x="216" y="628"/>
                  </a:cubicBezTo>
                  <a:cubicBezTo>
                    <a:pt x="213" y="596"/>
                    <a:pt x="213" y="596"/>
                    <a:pt x="213" y="596"/>
                  </a:cubicBezTo>
                  <a:cubicBezTo>
                    <a:pt x="209" y="594"/>
                    <a:pt x="209" y="594"/>
                    <a:pt x="209" y="594"/>
                  </a:cubicBezTo>
                  <a:cubicBezTo>
                    <a:pt x="193" y="624"/>
                    <a:pt x="193" y="624"/>
                    <a:pt x="193" y="624"/>
                  </a:cubicBezTo>
                  <a:close/>
                  <a:moveTo>
                    <a:pt x="294" y="662"/>
                  </a:moveTo>
                  <a:cubicBezTo>
                    <a:pt x="290" y="661"/>
                    <a:pt x="290" y="661"/>
                    <a:pt x="290" y="661"/>
                  </a:cubicBezTo>
                  <a:cubicBezTo>
                    <a:pt x="295" y="634"/>
                    <a:pt x="295" y="634"/>
                    <a:pt x="295" y="634"/>
                  </a:cubicBezTo>
                  <a:cubicBezTo>
                    <a:pt x="294" y="635"/>
                    <a:pt x="292" y="636"/>
                    <a:pt x="290" y="636"/>
                  </a:cubicBezTo>
                  <a:cubicBezTo>
                    <a:pt x="289" y="637"/>
                    <a:pt x="287" y="637"/>
                    <a:pt x="286" y="638"/>
                  </a:cubicBezTo>
                  <a:cubicBezTo>
                    <a:pt x="286" y="634"/>
                    <a:pt x="286" y="634"/>
                    <a:pt x="286" y="634"/>
                  </a:cubicBezTo>
                  <a:cubicBezTo>
                    <a:pt x="289" y="633"/>
                    <a:pt x="291" y="632"/>
                    <a:pt x="293" y="631"/>
                  </a:cubicBezTo>
                  <a:cubicBezTo>
                    <a:pt x="295" y="630"/>
                    <a:pt x="297" y="628"/>
                    <a:pt x="298" y="627"/>
                  </a:cubicBezTo>
                  <a:cubicBezTo>
                    <a:pt x="300" y="627"/>
                    <a:pt x="300" y="627"/>
                    <a:pt x="300" y="627"/>
                  </a:cubicBezTo>
                  <a:cubicBezTo>
                    <a:pt x="294" y="662"/>
                    <a:pt x="294" y="662"/>
                    <a:pt x="294" y="662"/>
                  </a:cubicBezTo>
                  <a:close/>
                  <a:moveTo>
                    <a:pt x="321" y="657"/>
                  </a:moveTo>
                  <a:cubicBezTo>
                    <a:pt x="325" y="657"/>
                    <a:pt x="325" y="657"/>
                    <a:pt x="325" y="657"/>
                  </a:cubicBezTo>
                  <a:cubicBezTo>
                    <a:pt x="325" y="659"/>
                    <a:pt x="326" y="660"/>
                    <a:pt x="327" y="661"/>
                  </a:cubicBezTo>
                  <a:cubicBezTo>
                    <a:pt x="328" y="662"/>
                    <a:pt x="329" y="663"/>
                    <a:pt x="330" y="663"/>
                  </a:cubicBezTo>
                  <a:cubicBezTo>
                    <a:pt x="332" y="663"/>
                    <a:pt x="333" y="663"/>
                    <a:pt x="334" y="662"/>
                  </a:cubicBezTo>
                  <a:cubicBezTo>
                    <a:pt x="335" y="662"/>
                    <a:pt x="336" y="661"/>
                    <a:pt x="336" y="660"/>
                  </a:cubicBezTo>
                  <a:cubicBezTo>
                    <a:pt x="337" y="659"/>
                    <a:pt x="338" y="658"/>
                    <a:pt x="338" y="656"/>
                  </a:cubicBezTo>
                  <a:cubicBezTo>
                    <a:pt x="339" y="655"/>
                    <a:pt x="339" y="653"/>
                    <a:pt x="339" y="651"/>
                  </a:cubicBezTo>
                  <a:cubicBezTo>
                    <a:pt x="339" y="651"/>
                    <a:pt x="339" y="651"/>
                    <a:pt x="339" y="650"/>
                  </a:cubicBezTo>
                  <a:cubicBezTo>
                    <a:pt x="338" y="652"/>
                    <a:pt x="337" y="653"/>
                    <a:pt x="336" y="653"/>
                  </a:cubicBezTo>
                  <a:cubicBezTo>
                    <a:pt x="334" y="654"/>
                    <a:pt x="333" y="654"/>
                    <a:pt x="331" y="654"/>
                  </a:cubicBezTo>
                  <a:cubicBezTo>
                    <a:pt x="328" y="654"/>
                    <a:pt x="326" y="653"/>
                    <a:pt x="324" y="650"/>
                  </a:cubicBezTo>
                  <a:cubicBezTo>
                    <a:pt x="322" y="648"/>
                    <a:pt x="321" y="645"/>
                    <a:pt x="322" y="642"/>
                  </a:cubicBezTo>
                  <a:cubicBezTo>
                    <a:pt x="322" y="638"/>
                    <a:pt x="323" y="636"/>
                    <a:pt x="325" y="634"/>
                  </a:cubicBezTo>
                  <a:cubicBezTo>
                    <a:pt x="328" y="632"/>
                    <a:pt x="330" y="631"/>
                    <a:pt x="333" y="631"/>
                  </a:cubicBezTo>
                  <a:cubicBezTo>
                    <a:pt x="336" y="631"/>
                    <a:pt x="338" y="632"/>
                    <a:pt x="339" y="634"/>
                  </a:cubicBezTo>
                  <a:cubicBezTo>
                    <a:pt x="341" y="635"/>
                    <a:pt x="342" y="637"/>
                    <a:pt x="343" y="639"/>
                  </a:cubicBezTo>
                  <a:cubicBezTo>
                    <a:pt x="344" y="641"/>
                    <a:pt x="344" y="645"/>
                    <a:pt x="344" y="649"/>
                  </a:cubicBezTo>
                  <a:cubicBezTo>
                    <a:pt x="343" y="653"/>
                    <a:pt x="343" y="657"/>
                    <a:pt x="341" y="659"/>
                  </a:cubicBezTo>
                  <a:cubicBezTo>
                    <a:pt x="340" y="662"/>
                    <a:pt x="339" y="664"/>
                    <a:pt x="337" y="665"/>
                  </a:cubicBezTo>
                  <a:cubicBezTo>
                    <a:pt x="335" y="666"/>
                    <a:pt x="332" y="667"/>
                    <a:pt x="330" y="666"/>
                  </a:cubicBezTo>
                  <a:cubicBezTo>
                    <a:pt x="327" y="666"/>
                    <a:pt x="325" y="665"/>
                    <a:pt x="323" y="664"/>
                  </a:cubicBezTo>
                  <a:cubicBezTo>
                    <a:pt x="322" y="662"/>
                    <a:pt x="321" y="660"/>
                    <a:pt x="321" y="657"/>
                  </a:cubicBezTo>
                  <a:close/>
                  <a:moveTo>
                    <a:pt x="340" y="643"/>
                  </a:moveTo>
                  <a:cubicBezTo>
                    <a:pt x="340" y="641"/>
                    <a:pt x="339" y="639"/>
                    <a:pt x="338" y="637"/>
                  </a:cubicBezTo>
                  <a:cubicBezTo>
                    <a:pt x="337" y="636"/>
                    <a:pt x="335" y="635"/>
                    <a:pt x="334" y="635"/>
                  </a:cubicBezTo>
                  <a:cubicBezTo>
                    <a:pt x="332" y="635"/>
                    <a:pt x="330" y="635"/>
                    <a:pt x="329" y="637"/>
                  </a:cubicBezTo>
                  <a:cubicBezTo>
                    <a:pt x="327" y="638"/>
                    <a:pt x="326" y="640"/>
                    <a:pt x="326" y="642"/>
                  </a:cubicBezTo>
                  <a:cubicBezTo>
                    <a:pt x="326" y="645"/>
                    <a:pt x="326" y="646"/>
                    <a:pt x="327" y="648"/>
                  </a:cubicBezTo>
                  <a:cubicBezTo>
                    <a:pt x="329" y="649"/>
                    <a:pt x="330" y="650"/>
                    <a:pt x="332" y="650"/>
                  </a:cubicBezTo>
                  <a:cubicBezTo>
                    <a:pt x="334" y="651"/>
                    <a:pt x="336" y="650"/>
                    <a:pt x="337" y="649"/>
                  </a:cubicBezTo>
                  <a:cubicBezTo>
                    <a:pt x="339" y="648"/>
                    <a:pt x="339" y="646"/>
                    <a:pt x="340" y="643"/>
                  </a:cubicBezTo>
                  <a:close/>
                  <a:moveTo>
                    <a:pt x="383" y="661"/>
                  </a:moveTo>
                  <a:cubicBezTo>
                    <a:pt x="383" y="665"/>
                    <a:pt x="383" y="665"/>
                    <a:pt x="383" y="665"/>
                  </a:cubicBezTo>
                  <a:cubicBezTo>
                    <a:pt x="360" y="667"/>
                    <a:pt x="360" y="667"/>
                    <a:pt x="360" y="667"/>
                  </a:cubicBezTo>
                  <a:cubicBezTo>
                    <a:pt x="360" y="666"/>
                    <a:pt x="360" y="665"/>
                    <a:pt x="361" y="664"/>
                  </a:cubicBezTo>
                  <a:cubicBezTo>
                    <a:pt x="361" y="662"/>
                    <a:pt x="362" y="661"/>
                    <a:pt x="363" y="659"/>
                  </a:cubicBezTo>
                  <a:cubicBezTo>
                    <a:pt x="364" y="658"/>
                    <a:pt x="366" y="656"/>
                    <a:pt x="368" y="653"/>
                  </a:cubicBezTo>
                  <a:cubicBezTo>
                    <a:pt x="372" y="650"/>
                    <a:pt x="374" y="647"/>
                    <a:pt x="375" y="646"/>
                  </a:cubicBezTo>
                  <a:cubicBezTo>
                    <a:pt x="376" y="644"/>
                    <a:pt x="377" y="642"/>
                    <a:pt x="377" y="640"/>
                  </a:cubicBezTo>
                  <a:cubicBezTo>
                    <a:pt x="376" y="639"/>
                    <a:pt x="376" y="637"/>
                    <a:pt x="374" y="636"/>
                  </a:cubicBezTo>
                  <a:cubicBezTo>
                    <a:pt x="373" y="635"/>
                    <a:pt x="372" y="635"/>
                    <a:pt x="370" y="635"/>
                  </a:cubicBezTo>
                  <a:cubicBezTo>
                    <a:pt x="368" y="635"/>
                    <a:pt x="366" y="636"/>
                    <a:pt x="365" y="637"/>
                  </a:cubicBezTo>
                  <a:cubicBezTo>
                    <a:pt x="364" y="638"/>
                    <a:pt x="363" y="640"/>
                    <a:pt x="363" y="642"/>
                  </a:cubicBezTo>
                  <a:cubicBezTo>
                    <a:pt x="359" y="642"/>
                    <a:pt x="359" y="642"/>
                    <a:pt x="359" y="642"/>
                  </a:cubicBezTo>
                  <a:cubicBezTo>
                    <a:pt x="359" y="639"/>
                    <a:pt x="360" y="636"/>
                    <a:pt x="362" y="635"/>
                  </a:cubicBezTo>
                  <a:cubicBezTo>
                    <a:pt x="364" y="633"/>
                    <a:pt x="366" y="632"/>
                    <a:pt x="369" y="631"/>
                  </a:cubicBezTo>
                  <a:cubicBezTo>
                    <a:pt x="373" y="631"/>
                    <a:pt x="375" y="632"/>
                    <a:pt x="378" y="633"/>
                  </a:cubicBezTo>
                  <a:cubicBezTo>
                    <a:pt x="380" y="635"/>
                    <a:pt x="381" y="637"/>
                    <a:pt x="381" y="640"/>
                  </a:cubicBezTo>
                  <a:cubicBezTo>
                    <a:pt x="381" y="641"/>
                    <a:pt x="381" y="643"/>
                    <a:pt x="381" y="644"/>
                  </a:cubicBezTo>
                  <a:cubicBezTo>
                    <a:pt x="380" y="645"/>
                    <a:pt x="379" y="647"/>
                    <a:pt x="378" y="649"/>
                  </a:cubicBezTo>
                  <a:cubicBezTo>
                    <a:pt x="377" y="650"/>
                    <a:pt x="375" y="652"/>
                    <a:pt x="372" y="655"/>
                  </a:cubicBezTo>
                  <a:cubicBezTo>
                    <a:pt x="370" y="658"/>
                    <a:pt x="368" y="659"/>
                    <a:pt x="368" y="660"/>
                  </a:cubicBezTo>
                  <a:cubicBezTo>
                    <a:pt x="367" y="661"/>
                    <a:pt x="366" y="662"/>
                    <a:pt x="366" y="662"/>
                  </a:cubicBezTo>
                  <a:cubicBezTo>
                    <a:pt x="383" y="661"/>
                    <a:pt x="383" y="661"/>
                    <a:pt x="383" y="661"/>
                  </a:cubicBezTo>
                  <a:close/>
                  <a:moveTo>
                    <a:pt x="401" y="653"/>
                  </a:moveTo>
                  <a:cubicBezTo>
                    <a:pt x="405" y="652"/>
                    <a:pt x="405" y="652"/>
                    <a:pt x="405" y="652"/>
                  </a:cubicBezTo>
                  <a:cubicBezTo>
                    <a:pt x="406" y="654"/>
                    <a:pt x="407" y="656"/>
                    <a:pt x="408" y="657"/>
                  </a:cubicBezTo>
                  <a:cubicBezTo>
                    <a:pt x="410" y="658"/>
                    <a:pt x="411" y="658"/>
                    <a:pt x="413" y="658"/>
                  </a:cubicBezTo>
                  <a:cubicBezTo>
                    <a:pt x="415" y="657"/>
                    <a:pt x="416" y="656"/>
                    <a:pt x="417" y="655"/>
                  </a:cubicBezTo>
                  <a:cubicBezTo>
                    <a:pt x="418" y="653"/>
                    <a:pt x="419" y="651"/>
                    <a:pt x="419" y="649"/>
                  </a:cubicBezTo>
                  <a:cubicBezTo>
                    <a:pt x="418" y="647"/>
                    <a:pt x="417" y="646"/>
                    <a:pt x="416" y="645"/>
                  </a:cubicBezTo>
                  <a:cubicBezTo>
                    <a:pt x="414" y="644"/>
                    <a:pt x="413" y="644"/>
                    <a:pt x="411" y="644"/>
                  </a:cubicBezTo>
                  <a:cubicBezTo>
                    <a:pt x="410" y="644"/>
                    <a:pt x="409" y="644"/>
                    <a:pt x="408" y="645"/>
                  </a:cubicBezTo>
                  <a:cubicBezTo>
                    <a:pt x="408" y="641"/>
                    <a:pt x="408" y="641"/>
                    <a:pt x="408" y="641"/>
                  </a:cubicBezTo>
                  <a:cubicBezTo>
                    <a:pt x="408" y="641"/>
                    <a:pt x="408" y="641"/>
                    <a:pt x="408" y="641"/>
                  </a:cubicBezTo>
                  <a:cubicBezTo>
                    <a:pt x="410" y="641"/>
                    <a:pt x="412" y="640"/>
                    <a:pt x="413" y="639"/>
                  </a:cubicBezTo>
                  <a:cubicBezTo>
                    <a:pt x="414" y="638"/>
                    <a:pt x="415" y="636"/>
                    <a:pt x="414" y="634"/>
                  </a:cubicBezTo>
                  <a:cubicBezTo>
                    <a:pt x="414" y="633"/>
                    <a:pt x="413" y="631"/>
                    <a:pt x="412" y="631"/>
                  </a:cubicBezTo>
                  <a:cubicBezTo>
                    <a:pt x="411" y="630"/>
                    <a:pt x="409" y="629"/>
                    <a:pt x="408" y="630"/>
                  </a:cubicBezTo>
                  <a:cubicBezTo>
                    <a:pt x="406" y="630"/>
                    <a:pt x="405" y="631"/>
                    <a:pt x="404" y="632"/>
                  </a:cubicBezTo>
                  <a:cubicBezTo>
                    <a:pt x="403" y="633"/>
                    <a:pt x="403" y="635"/>
                    <a:pt x="403" y="637"/>
                  </a:cubicBezTo>
                  <a:cubicBezTo>
                    <a:pt x="398" y="637"/>
                    <a:pt x="398" y="637"/>
                    <a:pt x="398" y="637"/>
                  </a:cubicBezTo>
                  <a:cubicBezTo>
                    <a:pt x="398" y="634"/>
                    <a:pt x="399" y="632"/>
                    <a:pt x="401" y="630"/>
                  </a:cubicBezTo>
                  <a:cubicBezTo>
                    <a:pt x="402" y="628"/>
                    <a:pt x="404" y="627"/>
                    <a:pt x="407" y="626"/>
                  </a:cubicBezTo>
                  <a:cubicBezTo>
                    <a:pt x="409" y="626"/>
                    <a:pt x="411" y="626"/>
                    <a:pt x="412" y="627"/>
                  </a:cubicBezTo>
                  <a:cubicBezTo>
                    <a:pt x="414" y="627"/>
                    <a:pt x="415" y="628"/>
                    <a:pt x="417" y="629"/>
                  </a:cubicBezTo>
                  <a:cubicBezTo>
                    <a:pt x="418" y="630"/>
                    <a:pt x="418" y="632"/>
                    <a:pt x="419" y="633"/>
                  </a:cubicBezTo>
                  <a:cubicBezTo>
                    <a:pt x="419" y="635"/>
                    <a:pt x="419" y="636"/>
                    <a:pt x="418" y="638"/>
                  </a:cubicBezTo>
                  <a:cubicBezTo>
                    <a:pt x="418" y="639"/>
                    <a:pt x="417" y="640"/>
                    <a:pt x="415" y="641"/>
                  </a:cubicBezTo>
                  <a:cubicBezTo>
                    <a:pt x="417" y="641"/>
                    <a:pt x="419" y="642"/>
                    <a:pt x="420" y="643"/>
                  </a:cubicBezTo>
                  <a:cubicBezTo>
                    <a:pt x="422" y="644"/>
                    <a:pt x="423" y="646"/>
                    <a:pt x="423" y="648"/>
                  </a:cubicBezTo>
                  <a:cubicBezTo>
                    <a:pt x="423" y="651"/>
                    <a:pt x="423" y="654"/>
                    <a:pt x="421" y="657"/>
                  </a:cubicBezTo>
                  <a:cubicBezTo>
                    <a:pt x="419" y="659"/>
                    <a:pt x="417" y="661"/>
                    <a:pt x="413" y="661"/>
                  </a:cubicBezTo>
                  <a:cubicBezTo>
                    <a:pt x="410" y="662"/>
                    <a:pt x="408" y="661"/>
                    <a:pt x="405" y="660"/>
                  </a:cubicBezTo>
                  <a:cubicBezTo>
                    <a:pt x="403" y="658"/>
                    <a:pt x="402" y="656"/>
                    <a:pt x="401" y="653"/>
                  </a:cubicBezTo>
                  <a:close/>
                  <a:moveTo>
                    <a:pt x="490" y="596"/>
                  </a:moveTo>
                  <a:cubicBezTo>
                    <a:pt x="494" y="593"/>
                    <a:pt x="494" y="593"/>
                    <a:pt x="494" y="593"/>
                  </a:cubicBezTo>
                  <a:cubicBezTo>
                    <a:pt x="503" y="611"/>
                    <a:pt x="503" y="611"/>
                    <a:pt x="503" y="611"/>
                  </a:cubicBezTo>
                  <a:cubicBezTo>
                    <a:pt x="505" y="614"/>
                    <a:pt x="506" y="617"/>
                    <a:pt x="506" y="619"/>
                  </a:cubicBezTo>
                  <a:cubicBezTo>
                    <a:pt x="507" y="621"/>
                    <a:pt x="506" y="623"/>
                    <a:pt x="505" y="625"/>
                  </a:cubicBezTo>
                  <a:cubicBezTo>
                    <a:pt x="504" y="627"/>
                    <a:pt x="502" y="629"/>
                    <a:pt x="499" y="631"/>
                  </a:cubicBezTo>
                  <a:cubicBezTo>
                    <a:pt x="496" y="632"/>
                    <a:pt x="493" y="633"/>
                    <a:pt x="491" y="633"/>
                  </a:cubicBezTo>
                  <a:cubicBezTo>
                    <a:pt x="488" y="633"/>
                    <a:pt x="486" y="632"/>
                    <a:pt x="485" y="631"/>
                  </a:cubicBezTo>
                  <a:cubicBezTo>
                    <a:pt x="483" y="629"/>
                    <a:pt x="481" y="627"/>
                    <a:pt x="479" y="624"/>
                  </a:cubicBezTo>
                  <a:cubicBezTo>
                    <a:pt x="470" y="606"/>
                    <a:pt x="470" y="606"/>
                    <a:pt x="470" y="606"/>
                  </a:cubicBezTo>
                  <a:cubicBezTo>
                    <a:pt x="474" y="604"/>
                    <a:pt x="474" y="604"/>
                    <a:pt x="474" y="604"/>
                  </a:cubicBezTo>
                  <a:cubicBezTo>
                    <a:pt x="483" y="622"/>
                    <a:pt x="483" y="622"/>
                    <a:pt x="483" y="622"/>
                  </a:cubicBezTo>
                  <a:cubicBezTo>
                    <a:pt x="485" y="624"/>
                    <a:pt x="486" y="626"/>
                    <a:pt x="487" y="627"/>
                  </a:cubicBezTo>
                  <a:cubicBezTo>
                    <a:pt x="488" y="628"/>
                    <a:pt x="490" y="629"/>
                    <a:pt x="491" y="629"/>
                  </a:cubicBezTo>
                  <a:cubicBezTo>
                    <a:pt x="493" y="629"/>
                    <a:pt x="495" y="628"/>
                    <a:pt x="496" y="627"/>
                  </a:cubicBezTo>
                  <a:cubicBezTo>
                    <a:pt x="499" y="626"/>
                    <a:pt x="501" y="624"/>
                    <a:pt x="502" y="622"/>
                  </a:cubicBezTo>
                  <a:cubicBezTo>
                    <a:pt x="502" y="620"/>
                    <a:pt x="501" y="617"/>
                    <a:pt x="499" y="613"/>
                  </a:cubicBezTo>
                  <a:cubicBezTo>
                    <a:pt x="490" y="596"/>
                    <a:pt x="490" y="596"/>
                    <a:pt x="490" y="596"/>
                  </a:cubicBezTo>
                  <a:close/>
                  <a:moveTo>
                    <a:pt x="535" y="608"/>
                  </a:moveTo>
                  <a:cubicBezTo>
                    <a:pt x="514" y="581"/>
                    <a:pt x="514" y="581"/>
                    <a:pt x="514" y="581"/>
                  </a:cubicBezTo>
                  <a:cubicBezTo>
                    <a:pt x="517" y="578"/>
                    <a:pt x="517" y="578"/>
                    <a:pt x="517" y="578"/>
                  </a:cubicBezTo>
                  <a:cubicBezTo>
                    <a:pt x="548" y="588"/>
                    <a:pt x="548" y="588"/>
                    <a:pt x="548" y="588"/>
                  </a:cubicBezTo>
                  <a:cubicBezTo>
                    <a:pt x="531" y="566"/>
                    <a:pt x="531" y="566"/>
                    <a:pt x="531" y="566"/>
                  </a:cubicBezTo>
                  <a:cubicBezTo>
                    <a:pt x="535" y="564"/>
                    <a:pt x="535" y="564"/>
                    <a:pt x="535" y="564"/>
                  </a:cubicBezTo>
                  <a:cubicBezTo>
                    <a:pt x="557" y="591"/>
                    <a:pt x="557" y="591"/>
                    <a:pt x="557" y="591"/>
                  </a:cubicBezTo>
                  <a:cubicBezTo>
                    <a:pt x="553" y="593"/>
                    <a:pt x="553" y="593"/>
                    <a:pt x="553" y="593"/>
                  </a:cubicBezTo>
                  <a:cubicBezTo>
                    <a:pt x="522" y="584"/>
                    <a:pt x="522" y="584"/>
                    <a:pt x="522" y="584"/>
                  </a:cubicBezTo>
                  <a:cubicBezTo>
                    <a:pt x="539" y="605"/>
                    <a:pt x="539" y="605"/>
                    <a:pt x="539" y="605"/>
                  </a:cubicBezTo>
                  <a:cubicBezTo>
                    <a:pt x="535" y="608"/>
                    <a:pt x="535" y="608"/>
                    <a:pt x="535" y="608"/>
                  </a:cubicBezTo>
                  <a:close/>
                  <a:moveTo>
                    <a:pt x="579" y="569"/>
                  </a:moveTo>
                  <a:cubicBezTo>
                    <a:pt x="582" y="566"/>
                    <a:pt x="582" y="566"/>
                    <a:pt x="582" y="566"/>
                  </a:cubicBezTo>
                  <a:cubicBezTo>
                    <a:pt x="557" y="542"/>
                    <a:pt x="557" y="542"/>
                    <a:pt x="557" y="542"/>
                  </a:cubicBezTo>
                  <a:cubicBezTo>
                    <a:pt x="554" y="545"/>
                    <a:pt x="554" y="545"/>
                    <a:pt x="554" y="545"/>
                  </a:cubicBezTo>
                  <a:cubicBezTo>
                    <a:pt x="579" y="569"/>
                    <a:pt x="579" y="569"/>
                    <a:pt x="579" y="569"/>
                  </a:cubicBezTo>
                  <a:close/>
                  <a:moveTo>
                    <a:pt x="608" y="535"/>
                  </a:moveTo>
                  <a:cubicBezTo>
                    <a:pt x="572" y="526"/>
                    <a:pt x="572" y="526"/>
                    <a:pt x="572" y="526"/>
                  </a:cubicBezTo>
                  <a:cubicBezTo>
                    <a:pt x="575" y="522"/>
                    <a:pt x="575" y="522"/>
                    <a:pt x="575" y="522"/>
                  </a:cubicBezTo>
                  <a:cubicBezTo>
                    <a:pt x="601" y="529"/>
                    <a:pt x="601" y="529"/>
                    <a:pt x="601" y="529"/>
                  </a:cubicBezTo>
                  <a:cubicBezTo>
                    <a:pt x="603" y="529"/>
                    <a:pt x="605" y="530"/>
                    <a:pt x="606" y="530"/>
                  </a:cubicBezTo>
                  <a:cubicBezTo>
                    <a:pt x="605" y="529"/>
                    <a:pt x="604" y="527"/>
                    <a:pt x="603" y="526"/>
                  </a:cubicBezTo>
                  <a:cubicBezTo>
                    <a:pt x="587" y="504"/>
                    <a:pt x="587" y="504"/>
                    <a:pt x="587" y="504"/>
                  </a:cubicBezTo>
                  <a:cubicBezTo>
                    <a:pt x="590" y="500"/>
                    <a:pt x="590" y="500"/>
                    <a:pt x="590" y="500"/>
                  </a:cubicBezTo>
                  <a:cubicBezTo>
                    <a:pt x="611" y="531"/>
                    <a:pt x="611" y="531"/>
                    <a:pt x="611" y="531"/>
                  </a:cubicBezTo>
                  <a:cubicBezTo>
                    <a:pt x="608" y="535"/>
                    <a:pt x="608" y="535"/>
                    <a:pt x="608" y="535"/>
                  </a:cubicBezTo>
                  <a:close/>
                  <a:moveTo>
                    <a:pt x="632" y="496"/>
                  </a:moveTo>
                  <a:cubicBezTo>
                    <a:pt x="600" y="482"/>
                    <a:pt x="600" y="482"/>
                    <a:pt x="600" y="482"/>
                  </a:cubicBezTo>
                  <a:cubicBezTo>
                    <a:pt x="610" y="459"/>
                    <a:pt x="610" y="459"/>
                    <a:pt x="610" y="459"/>
                  </a:cubicBezTo>
                  <a:cubicBezTo>
                    <a:pt x="614" y="461"/>
                    <a:pt x="614" y="461"/>
                    <a:pt x="614" y="461"/>
                  </a:cubicBezTo>
                  <a:cubicBezTo>
                    <a:pt x="606" y="480"/>
                    <a:pt x="606" y="480"/>
                    <a:pt x="606" y="480"/>
                  </a:cubicBezTo>
                  <a:cubicBezTo>
                    <a:pt x="616" y="484"/>
                    <a:pt x="616" y="484"/>
                    <a:pt x="616" y="484"/>
                  </a:cubicBezTo>
                  <a:cubicBezTo>
                    <a:pt x="623" y="467"/>
                    <a:pt x="623" y="467"/>
                    <a:pt x="623" y="467"/>
                  </a:cubicBezTo>
                  <a:cubicBezTo>
                    <a:pt x="627" y="468"/>
                    <a:pt x="627" y="468"/>
                    <a:pt x="627" y="468"/>
                  </a:cubicBezTo>
                  <a:cubicBezTo>
                    <a:pt x="619" y="486"/>
                    <a:pt x="619" y="486"/>
                    <a:pt x="619" y="486"/>
                  </a:cubicBezTo>
                  <a:cubicBezTo>
                    <a:pt x="630" y="491"/>
                    <a:pt x="630" y="491"/>
                    <a:pt x="630" y="491"/>
                  </a:cubicBezTo>
                  <a:cubicBezTo>
                    <a:pt x="639" y="471"/>
                    <a:pt x="639" y="471"/>
                    <a:pt x="639" y="471"/>
                  </a:cubicBezTo>
                  <a:cubicBezTo>
                    <a:pt x="642" y="473"/>
                    <a:pt x="642" y="473"/>
                    <a:pt x="642" y="473"/>
                  </a:cubicBezTo>
                  <a:cubicBezTo>
                    <a:pt x="632" y="496"/>
                    <a:pt x="632" y="496"/>
                    <a:pt x="632" y="496"/>
                  </a:cubicBezTo>
                  <a:close/>
                  <a:moveTo>
                    <a:pt x="653" y="446"/>
                  </a:moveTo>
                  <a:cubicBezTo>
                    <a:pt x="619" y="437"/>
                    <a:pt x="619" y="437"/>
                    <a:pt x="619" y="437"/>
                  </a:cubicBezTo>
                  <a:cubicBezTo>
                    <a:pt x="623" y="422"/>
                    <a:pt x="623" y="422"/>
                    <a:pt x="623" y="422"/>
                  </a:cubicBezTo>
                  <a:cubicBezTo>
                    <a:pt x="624" y="419"/>
                    <a:pt x="625" y="417"/>
                    <a:pt x="626" y="416"/>
                  </a:cubicBezTo>
                  <a:cubicBezTo>
                    <a:pt x="627" y="414"/>
                    <a:pt x="628" y="413"/>
                    <a:pt x="630" y="413"/>
                  </a:cubicBezTo>
                  <a:cubicBezTo>
                    <a:pt x="632" y="412"/>
                    <a:pt x="634" y="412"/>
                    <a:pt x="635" y="413"/>
                  </a:cubicBezTo>
                  <a:cubicBezTo>
                    <a:pt x="638" y="413"/>
                    <a:pt x="640" y="415"/>
                    <a:pt x="641" y="417"/>
                  </a:cubicBezTo>
                  <a:cubicBezTo>
                    <a:pt x="642" y="419"/>
                    <a:pt x="642" y="421"/>
                    <a:pt x="642" y="425"/>
                  </a:cubicBezTo>
                  <a:cubicBezTo>
                    <a:pt x="643" y="424"/>
                    <a:pt x="644" y="423"/>
                    <a:pt x="644" y="422"/>
                  </a:cubicBezTo>
                  <a:cubicBezTo>
                    <a:pt x="646" y="421"/>
                    <a:pt x="648" y="421"/>
                    <a:pt x="650" y="420"/>
                  </a:cubicBezTo>
                  <a:cubicBezTo>
                    <a:pt x="661" y="417"/>
                    <a:pt x="661" y="417"/>
                    <a:pt x="661" y="417"/>
                  </a:cubicBezTo>
                  <a:cubicBezTo>
                    <a:pt x="659" y="422"/>
                    <a:pt x="659" y="422"/>
                    <a:pt x="659" y="422"/>
                  </a:cubicBezTo>
                  <a:cubicBezTo>
                    <a:pt x="651" y="425"/>
                    <a:pt x="651" y="425"/>
                    <a:pt x="651" y="425"/>
                  </a:cubicBezTo>
                  <a:cubicBezTo>
                    <a:pt x="649" y="425"/>
                    <a:pt x="647" y="426"/>
                    <a:pt x="645" y="427"/>
                  </a:cubicBezTo>
                  <a:cubicBezTo>
                    <a:pt x="644" y="427"/>
                    <a:pt x="643" y="428"/>
                    <a:pt x="643" y="428"/>
                  </a:cubicBezTo>
                  <a:cubicBezTo>
                    <a:pt x="642" y="429"/>
                    <a:pt x="642" y="429"/>
                    <a:pt x="641" y="430"/>
                  </a:cubicBezTo>
                  <a:cubicBezTo>
                    <a:pt x="641" y="431"/>
                    <a:pt x="641" y="431"/>
                    <a:pt x="640" y="432"/>
                  </a:cubicBezTo>
                  <a:cubicBezTo>
                    <a:pt x="639" y="438"/>
                    <a:pt x="639" y="438"/>
                    <a:pt x="639" y="438"/>
                  </a:cubicBezTo>
                  <a:cubicBezTo>
                    <a:pt x="654" y="442"/>
                    <a:pt x="654" y="442"/>
                    <a:pt x="654" y="442"/>
                  </a:cubicBezTo>
                  <a:cubicBezTo>
                    <a:pt x="653" y="446"/>
                    <a:pt x="653" y="446"/>
                    <a:pt x="653" y="446"/>
                  </a:cubicBezTo>
                  <a:close/>
                  <a:moveTo>
                    <a:pt x="635" y="437"/>
                  </a:moveTo>
                  <a:cubicBezTo>
                    <a:pt x="638" y="427"/>
                    <a:pt x="638" y="427"/>
                    <a:pt x="638" y="427"/>
                  </a:cubicBezTo>
                  <a:cubicBezTo>
                    <a:pt x="638" y="425"/>
                    <a:pt x="638" y="423"/>
                    <a:pt x="638" y="422"/>
                  </a:cubicBezTo>
                  <a:cubicBezTo>
                    <a:pt x="638" y="421"/>
                    <a:pt x="638" y="420"/>
                    <a:pt x="637" y="419"/>
                  </a:cubicBezTo>
                  <a:cubicBezTo>
                    <a:pt x="636" y="418"/>
                    <a:pt x="635" y="418"/>
                    <a:pt x="634" y="417"/>
                  </a:cubicBezTo>
                  <a:cubicBezTo>
                    <a:pt x="633" y="417"/>
                    <a:pt x="631" y="417"/>
                    <a:pt x="630" y="418"/>
                  </a:cubicBezTo>
                  <a:cubicBezTo>
                    <a:pt x="629" y="419"/>
                    <a:pt x="628" y="421"/>
                    <a:pt x="627" y="423"/>
                  </a:cubicBezTo>
                  <a:cubicBezTo>
                    <a:pt x="624" y="434"/>
                    <a:pt x="624" y="434"/>
                    <a:pt x="624" y="434"/>
                  </a:cubicBezTo>
                  <a:cubicBezTo>
                    <a:pt x="635" y="437"/>
                    <a:pt x="635" y="437"/>
                    <a:pt x="635" y="437"/>
                  </a:cubicBezTo>
                  <a:close/>
                  <a:moveTo>
                    <a:pt x="654" y="391"/>
                  </a:moveTo>
                  <a:cubicBezTo>
                    <a:pt x="654" y="386"/>
                    <a:pt x="654" y="386"/>
                    <a:pt x="654" y="386"/>
                  </a:cubicBezTo>
                  <a:cubicBezTo>
                    <a:pt x="655" y="386"/>
                    <a:pt x="657" y="386"/>
                    <a:pt x="658" y="385"/>
                  </a:cubicBezTo>
                  <a:cubicBezTo>
                    <a:pt x="659" y="385"/>
                    <a:pt x="660" y="383"/>
                    <a:pt x="661" y="382"/>
                  </a:cubicBezTo>
                  <a:cubicBezTo>
                    <a:pt x="662" y="380"/>
                    <a:pt x="662" y="379"/>
                    <a:pt x="662" y="377"/>
                  </a:cubicBezTo>
                  <a:cubicBezTo>
                    <a:pt x="662" y="375"/>
                    <a:pt x="662" y="373"/>
                    <a:pt x="662" y="372"/>
                  </a:cubicBezTo>
                  <a:cubicBezTo>
                    <a:pt x="661" y="371"/>
                    <a:pt x="661" y="370"/>
                    <a:pt x="660" y="369"/>
                  </a:cubicBezTo>
                  <a:cubicBezTo>
                    <a:pt x="659" y="368"/>
                    <a:pt x="658" y="368"/>
                    <a:pt x="657" y="368"/>
                  </a:cubicBezTo>
                  <a:cubicBezTo>
                    <a:pt x="656" y="368"/>
                    <a:pt x="655" y="368"/>
                    <a:pt x="654" y="368"/>
                  </a:cubicBezTo>
                  <a:cubicBezTo>
                    <a:pt x="653" y="369"/>
                    <a:pt x="652" y="370"/>
                    <a:pt x="652" y="371"/>
                  </a:cubicBezTo>
                  <a:cubicBezTo>
                    <a:pt x="651" y="372"/>
                    <a:pt x="651" y="374"/>
                    <a:pt x="650" y="377"/>
                  </a:cubicBezTo>
                  <a:cubicBezTo>
                    <a:pt x="649" y="381"/>
                    <a:pt x="648" y="383"/>
                    <a:pt x="647" y="384"/>
                  </a:cubicBezTo>
                  <a:cubicBezTo>
                    <a:pt x="646" y="386"/>
                    <a:pt x="645" y="387"/>
                    <a:pt x="644" y="387"/>
                  </a:cubicBezTo>
                  <a:cubicBezTo>
                    <a:pt x="642" y="388"/>
                    <a:pt x="641" y="388"/>
                    <a:pt x="639" y="388"/>
                  </a:cubicBezTo>
                  <a:cubicBezTo>
                    <a:pt x="638" y="388"/>
                    <a:pt x="636" y="388"/>
                    <a:pt x="634" y="387"/>
                  </a:cubicBezTo>
                  <a:cubicBezTo>
                    <a:pt x="633" y="385"/>
                    <a:pt x="632" y="384"/>
                    <a:pt x="631" y="382"/>
                  </a:cubicBezTo>
                  <a:cubicBezTo>
                    <a:pt x="631" y="380"/>
                    <a:pt x="630" y="378"/>
                    <a:pt x="631" y="376"/>
                  </a:cubicBezTo>
                  <a:cubicBezTo>
                    <a:pt x="631" y="373"/>
                    <a:pt x="631" y="371"/>
                    <a:pt x="632" y="369"/>
                  </a:cubicBezTo>
                  <a:cubicBezTo>
                    <a:pt x="633" y="367"/>
                    <a:pt x="635" y="366"/>
                    <a:pt x="636" y="365"/>
                  </a:cubicBezTo>
                  <a:cubicBezTo>
                    <a:pt x="638" y="364"/>
                    <a:pt x="640" y="363"/>
                    <a:pt x="642" y="363"/>
                  </a:cubicBezTo>
                  <a:cubicBezTo>
                    <a:pt x="642" y="368"/>
                    <a:pt x="642" y="368"/>
                    <a:pt x="642" y="368"/>
                  </a:cubicBezTo>
                  <a:cubicBezTo>
                    <a:pt x="640" y="368"/>
                    <a:pt x="638" y="368"/>
                    <a:pt x="637" y="370"/>
                  </a:cubicBezTo>
                  <a:cubicBezTo>
                    <a:pt x="636" y="371"/>
                    <a:pt x="635" y="373"/>
                    <a:pt x="635" y="376"/>
                  </a:cubicBezTo>
                  <a:cubicBezTo>
                    <a:pt x="634" y="378"/>
                    <a:pt x="635" y="380"/>
                    <a:pt x="636" y="382"/>
                  </a:cubicBezTo>
                  <a:cubicBezTo>
                    <a:pt x="637" y="383"/>
                    <a:pt x="638" y="384"/>
                    <a:pt x="639" y="384"/>
                  </a:cubicBezTo>
                  <a:cubicBezTo>
                    <a:pt x="640" y="384"/>
                    <a:pt x="642" y="384"/>
                    <a:pt x="642" y="383"/>
                  </a:cubicBezTo>
                  <a:cubicBezTo>
                    <a:pt x="643" y="382"/>
                    <a:pt x="644" y="380"/>
                    <a:pt x="645" y="376"/>
                  </a:cubicBezTo>
                  <a:cubicBezTo>
                    <a:pt x="646" y="372"/>
                    <a:pt x="647" y="370"/>
                    <a:pt x="648" y="369"/>
                  </a:cubicBezTo>
                  <a:cubicBezTo>
                    <a:pt x="649" y="367"/>
                    <a:pt x="650" y="365"/>
                    <a:pt x="652" y="364"/>
                  </a:cubicBezTo>
                  <a:cubicBezTo>
                    <a:pt x="653" y="364"/>
                    <a:pt x="655" y="363"/>
                    <a:pt x="657" y="363"/>
                  </a:cubicBezTo>
                  <a:cubicBezTo>
                    <a:pt x="659" y="363"/>
                    <a:pt x="660" y="364"/>
                    <a:pt x="662" y="365"/>
                  </a:cubicBezTo>
                  <a:cubicBezTo>
                    <a:pt x="664" y="366"/>
                    <a:pt x="665" y="368"/>
                    <a:pt x="665" y="370"/>
                  </a:cubicBezTo>
                  <a:cubicBezTo>
                    <a:pt x="666" y="372"/>
                    <a:pt x="667" y="374"/>
                    <a:pt x="666" y="377"/>
                  </a:cubicBezTo>
                  <a:cubicBezTo>
                    <a:pt x="666" y="380"/>
                    <a:pt x="665" y="382"/>
                    <a:pt x="664" y="385"/>
                  </a:cubicBezTo>
                  <a:cubicBezTo>
                    <a:pt x="663" y="387"/>
                    <a:pt x="662" y="388"/>
                    <a:pt x="660" y="389"/>
                  </a:cubicBezTo>
                  <a:cubicBezTo>
                    <a:pt x="658" y="390"/>
                    <a:pt x="656" y="391"/>
                    <a:pt x="654" y="391"/>
                  </a:cubicBezTo>
                  <a:close/>
                  <a:moveTo>
                    <a:pt x="667" y="335"/>
                  </a:moveTo>
                  <a:cubicBezTo>
                    <a:pt x="632" y="338"/>
                    <a:pt x="632" y="338"/>
                    <a:pt x="632" y="338"/>
                  </a:cubicBezTo>
                  <a:cubicBezTo>
                    <a:pt x="632" y="333"/>
                    <a:pt x="632" y="333"/>
                    <a:pt x="632" y="333"/>
                  </a:cubicBezTo>
                  <a:cubicBezTo>
                    <a:pt x="666" y="330"/>
                    <a:pt x="666" y="330"/>
                    <a:pt x="666" y="330"/>
                  </a:cubicBezTo>
                  <a:cubicBezTo>
                    <a:pt x="667" y="335"/>
                    <a:pt x="667" y="335"/>
                    <a:pt x="667" y="335"/>
                  </a:cubicBezTo>
                  <a:close/>
                  <a:moveTo>
                    <a:pt x="662" y="291"/>
                  </a:moveTo>
                  <a:cubicBezTo>
                    <a:pt x="632" y="297"/>
                    <a:pt x="632" y="297"/>
                    <a:pt x="632" y="297"/>
                  </a:cubicBezTo>
                  <a:cubicBezTo>
                    <a:pt x="634" y="308"/>
                    <a:pt x="634" y="308"/>
                    <a:pt x="634" y="308"/>
                  </a:cubicBezTo>
                  <a:cubicBezTo>
                    <a:pt x="630" y="309"/>
                    <a:pt x="630" y="309"/>
                    <a:pt x="630" y="309"/>
                  </a:cubicBezTo>
                  <a:cubicBezTo>
                    <a:pt x="625" y="282"/>
                    <a:pt x="625" y="282"/>
                    <a:pt x="625" y="282"/>
                  </a:cubicBezTo>
                  <a:cubicBezTo>
                    <a:pt x="629" y="281"/>
                    <a:pt x="629" y="281"/>
                    <a:pt x="629" y="281"/>
                  </a:cubicBezTo>
                  <a:cubicBezTo>
                    <a:pt x="631" y="292"/>
                    <a:pt x="631" y="292"/>
                    <a:pt x="631" y="292"/>
                  </a:cubicBezTo>
                  <a:cubicBezTo>
                    <a:pt x="661" y="287"/>
                    <a:pt x="661" y="287"/>
                    <a:pt x="661" y="287"/>
                  </a:cubicBezTo>
                  <a:cubicBezTo>
                    <a:pt x="662" y="291"/>
                    <a:pt x="662" y="291"/>
                    <a:pt x="662" y="291"/>
                  </a:cubicBezTo>
                  <a:close/>
                  <a:moveTo>
                    <a:pt x="647" y="240"/>
                  </a:moveTo>
                  <a:cubicBezTo>
                    <a:pt x="634" y="246"/>
                    <a:pt x="634" y="246"/>
                    <a:pt x="634" y="246"/>
                  </a:cubicBezTo>
                  <a:cubicBezTo>
                    <a:pt x="620" y="265"/>
                    <a:pt x="620" y="265"/>
                    <a:pt x="620" y="265"/>
                  </a:cubicBezTo>
                  <a:cubicBezTo>
                    <a:pt x="618" y="260"/>
                    <a:pt x="618" y="260"/>
                    <a:pt x="618" y="260"/>
                  </a:cubicBezTo>
                  <a:cubicBezTo>
                    <a:pt x="625" y="250"/>
                    <a:pt x="625" y="250"/>
                    <a:pt x="625" y="250"/>
                  </a:cubicBezTo>
                  <a:cubicBezTo>
                    <a:pt x="626" y="248"/>
                    <a:pt x="628" y="246"/>
                    <a:pt x="629" y="245"/>
                  </a:cubicBezTo>
                  <a:cubicBezTo>
                    <a:pt x="627" y="244"/>
                    <a:pt x="625" y="244"/>
                    <a:pt x="622" y="243"/>
                  </a:cubicBezTo>
                  <a:cubicBezTo>
                    <a:pt x="610" y="241"/>
                    <a:pt x="610" y="241"/>
                    <a:pt x="610" y="241"/>
                  </a:cubicBezTo>
                  <a:cubicBezTo>
                    <a:pt x="608" y="236"/>
                    <a:pt x="608" y="236"/>
                    <a:pt x="608" y="236"/>
                  </a:cubicBezTo>
                  <a:cubicBezTo>
                    <a:pt x="632" y="241"/>
                    <a:pt x="632" y="241"/>
                    <a:pt x="632" y="241"/>
                  </a:cubicBezTo>
                  <a:cubicBezTo>
                    <a:pt x="645" y="236"/>
                    <a:pt x="645" y="236"/>
                    <a:pt x="645" y="236"/>
                  </a:cubicBezTo>
                  <a:cubicBezTo>
                    <a:pt x="647" y="240"/>
                    <a:pt x="647" y="240"/>
                    <a:pt x="647" y="240"/>
                  </a:cubicBezTo>
                  <a:close/>
                  <a:moveTo>
                    <a:pt x="351" y="105"/>
                  </a:moveTo>
                  <a:cubicBezTo>
                    <a:pt x="216" y="105"/>
                    <a:pt x="106" y="216"/>
                    <a:pt x="106" y="351"/>
                  </a:cubicBezTo>
                  <a:cubicBezTo>
                    <a:pt x="106" y="486"/>
                    <a:pt x="216" y="597"/>
                    <a:pt x="351" y="597"/>
                  </a:cubicBezTo>
                  <a:cubicBezTo>
                    <a:pt x="487" y="597"/>
                    <a:pt x="597" y="486"/>
                    <a:pt x="597" y="351"/>
                  </a:cubicBezTo>
                  <a:cubicBezTo>
                    <a:pt x="597" y="216"/>
                    <a:pt x="487" y="105"/>
                    <a:pt x="351" y="105"/>
                  </a:cubicBezTo>
                  <a:close/>
                  <a:moveTo>
                    <a:pt x="351" y="110"/>
                  </a:moveTo>
                  <a:cubicBezTo>
                    <a:pt x="219" y="110"/>
                    <a:pt x="111" y="218"/>
                    <a:pt x="111" y="351"/>
                  </a:cubicBezTo>
                  <a:cubicBezTo>
                    <a:pt x="111" y="483"/>
                    <a:pt x="219" y="592"/>
                    <a:pt x="351" y="592"/>
                  </a:cubicBezTo>
                  <a:cubicBezTo>
                    <a:pt x="484" y="592"/>
                    <a:pt x="592" y="483"/>
                    <a:pt x="592" y="351"/>
                  </a:cubicBezTo>
                  <a:cubicBezTo>
                    <a:pt x="592" y="218"/>
                    <a:pt x="484" y="110"/>
                    <a:pt x="351" y="110"/>
                  </a:cubicBezTo>
                  <a:close/>
                  <a:moveTo>
                    <a:pt x="351" y="0"/>
                  </a:moveTo>
                  <a:cubicBezTo>
                    <a:pt x="158" y="0"/>
                    <a:pt x="0" y="157"/>
                    <a:pt x="0" y="351"/>
                  </a:cubicBezTo>
                  <a:cubicBezTo>
                    <a:pt x="0" y="544"/>
                    <a:pt x="158" y="702"/>
                    <a:pt x="351" y="702"/>
                  </a:cubicBezTo>
                  <a:cubicBezTo>
                    <a:pt x="545" y="702"/>
                    <a:pt x="703" y="544"/>
                    <a:pt x="703" y="351"/>
                  </a:cubicBezTo>
                  <a:cubicBezTo>
                    <a:pt x="703" y="157"/>
                    <a:pt x="545" y="0"/>
                    <a:pt x="351" y="0"/>
                  </a:cubicBezTo>
                  <a:close/>
                  <a:moveTo>
                    <a:pt x="351" y="6"/>
                  </a:moveTo>
                  <a:cubicBezTo>
                    <a:pt x="161" y="6"/>
                    <a:pt x="6" y="161"/>
                    <a:pt x="6" y="351"/>
                  </a:cubicBezTo>
                  <a:cubicBezTo>
                    <a:pt x="6" y="541"/>
                    <a:pt x="161" y="696"/>
                    <a:pt x="351" y="696"/>
                  </a:cubicBezTo>
                  <a:cubicBezTo>
                    <a:pt x="541" y="696"/>
                    <a:pt x="696" y="541"/>
                    <a:pt x="696" y="351"/>
                  </a:cubicBezTo>
                  <a:cubicBezTo>
                    <a:pt x="696" y="161"/>
                    <a:pt x="541" y="6"/>
                    <a:pt x="351" y="6"/>
                  </a:cubicBezTo>
                  <a:close/>
                  <a:moveTo>
                    <a:pt x="299" y="44"/>
                  </a:moveTo>
                  <a:cubicBezTo>
                    <a:pt x="302" y="45"/>
                    <a:pt x="306" y="48"/>
                    <a:pt x="305" y="52"/>
                  </a:cubicBezTo>
                  <a:cubicBezTo>
                    <a:pt x="304" y="53"/>
                    <a:pt x="304" y="54"/>
                    <a:pt x="304" y="55"/>
                  </a:cubicBezTo>
                  <a:cubicBezTo>
                    <a:pt x="304" y="60"/>
                    <a:pt x="304" y="65"/>
                    <a:pt x="305" y="70"/>
                  </a:cubicBezTo>
                  <a:cubicBezTo>
                    <a:pt x="305" y="73"/>
                    <a:pt x="307" y="77"/>
                    <a:pt x="305" y="79"/>
                  </a:cubicBezTo>
                  <a:cubicBezTo>
                    <a:pt x="303" y="79"/>
                    <a:pt x="303" y="78"/>
                    <a:pt x="302" y="78"/>
                  </a:cubicBezTo>
                  <a:cubicBezTo>
                    <a:pt x="302" y="76"/>
                    <a:pt x="301" y="75"/>
                    <a:pt x="300" y="74"/>
                  </a:cubicBezTo>
                  <a:cubicBezTo>
                    <a:pt x="301" y="73"/>
                    <a:pt x="301" y="71"/>
                    <a:pt x="301" y="70"/>
                  </a:cubicBezTo>
                  <a:cubicBezTo>
                    <a:pt x="300" y="64"/>
                    <a:pt x="299" y="59"/>
                    <a:pt x="299" y="53"/>
                  </a:cubicBezTo>
                  <a:cubicBezTo>
                    <a:pt x="298" y="50"/>
                    <a:pt x="296" y="47"/>
                    <a:pt x="298" y="44"/>
                  </a:cubicBezTo>
                  <a:cubicBezTo>
                    <a:pt x="298" y="44"/>
                    <a:pt x="298" y="44"/>
                    <a:pt x="299" y="44"/>
                  </a:cubicBezTo>
                  <a:close/>
                  <a:moveTo>
                    <a:pt x="308" y="52"/>
                  </a:moveTo>
                  <a:cubicBezTo>
                    <a:pt x="313" y="52"/>
                    <a:pt x="317" y="52"/>
                    <a:pt x="320" y="54"/>
                  </a:cubicBezTo>
                  <a:cubicBezTo>
                    <a:pt x="320" y="55"/>
                    <a:pt x="320" y="55"/>
                    <a:pt x="319" y="56"/>
                  </a:cubicBezTo>
                  <a:cubicBezTo>
                    <a:pt x="312" y="56"/>
                    <a:pt x="313" y="61"/>
                    <a:pt x="306" y="55"/>
                  </a:cubicBezTo>
                  <a:cubicBezTo>
                    <a:pt x="306" y="53"/>
                    <a:pt x="307" y="53"/>
                    <a:pt x="308" y="52"/>
                  </a:cubicBezTo>
                  <a:close/>
                  <a:moveTo>
                    <a:pt x="276" y="57"/>
                  </a:moveTo>
                  <a:cubicBezTo>
                    <a:pt x="280" y="57"/>
                    <a:pt x="283" y="58"/>
                    <a:pt x="284" y="61"/>
                  </a:cubicBezTo>
                  <a:cubicBezTo>
                    <a:pt x="284" y="65"/>
                    <a:pt x="285" y="70"/>
                    <a:pt x="285" y="74"/>
                  </a:cubicBezTo>
                  <a:cubicBezTo>
                    <a:pt x="287" y="74"/>
                    <a:pt x="288" y="74"/>
                    <a:pt x="289" y="75"/>
                  </a:cubicBezTo>
                  <a:cubicBezTo>
                    <a:pt x="289" y="76"/>
                    <a:pt x="289" y="76"/>
                    <a:pt x="289" y="76"/>
                  </a:cubicBezTo>
                  <a:cubicBezTo>
                    <a:pt x="287" y="80"/>
                    <a:pt x="284" y="85"/>
                    <a:pt x="280" y="87"/>
                  </a:cubicBezTo>
                  <a:cubicBezTo>
                    <a:pt x="278" y="87"/>
                    <a:pt x="276" y="87"/>
                    <a:pt x="273" y="87"/>
                  </a:cubicBezTo>
                  <a:cubicBezTo>
                    <a:pt x="273" y="86"/>
                    <a:pt x="273" y="86"/>
                    <a:pt x="273" y="85"/>
                  </a:cubicBezTo>
                  <a:cubicBezTo>
                    <a:pt x="273" y="85"/>
                    <a:pt x="273" y="85"/>
                    <a:pt x="273" y="85"/>
                  </a:cubicBezTo>
                  <a:cubicBezTo>
                    <a:pt x="275" y="82"/>
                    <a:pt x="280" y="82"/>
                    <a:pt x="280" y="77"/>
                  </a:cubicBezTo>
                  <a:cubicBezTo>
                    <a:pt x="280" y="77"/>
                    <a:pt x="280" y="76"/>
                    <a:pt x="279" y="76"/>
                  </a:cubicBezTo>
                  <a:cubicBezTo>
                    <a:pt x="277" y="76"/>
                    <a:pt x="276" y="75"/>
                    <a:pt x="275" y="74"/>
                  </a:cubicBezTo>
                  <a:cubicBezTo>
                    <a:pt x="275" y="73"/>
                    <a:pt x="275" y="73"/>
                    <a:pt x="275" y="73"/>
                  </a:cubicBezTo>
                  <a:cubicBezTo>
                    <a:pt x="276" y="71"/>
                    <a:pt x="278" y="70"/>
                    <a:pt x="279" y="69"/>
                  </a:cubicBezTo>
                  <a:cubicBezTo>
                    <a:pt x="279" y="61"/>
                    <a:pt x="274" y="62"/>
                    <a:pt x="273" y="58"/>
                  </a:cubicBezTo>
                  <a:cubicBezTo>
                    <a:pt x="273" y="58"/>
                    <a:pt x="274" y="58"/>
                    <a:pt x="274" y="58"/>
                  </a:cubicBezTo>
                  <a:cubicBezTo>
                    <a:pt x="275" y="57"/>
                    <a:pt x="275" y="57"/>
                    <a:pt x="276" y="57"/>
                  </a:cubicBezTo>
                  <a:close/>
                  <a:moveTo>
                    <a:pt x="313" y="69"/>
                  </a:moveTo>
                  <a:cubicBezTo>
                    <a:pt x="317" y="69"/>
                    <a:pt x="327" y="70"/>
                    <a:pt x="328" y="72"/>
                  </a:cubicBezTo>
                  <a:cubicBezTo>
                    <a:pt x="329" y="74"/>
                    <a:pt x="330" y="76"/>
                    <a:pt x="331" y="77"/>
                  </a:cubicBezTo>
                  <a:cubicBezTo>
                    <a:pt x="331" y="78"/>
                    <a:pt x="330" y="80"/>
                    <a:pt x="328" y="79"/>
                  </a:cubicBezTo>
                  <a:cubicBezTo>
                    <a:pt x="324" y="78"/>
                    <a:pt x="323" y="74"/>
                    <a:pt x="318" y="73"/>
                  </a:cubicBezTo>
                  <a:cubicBezTo>
                    <a:pt x="314" y="72"/>
                    <a:pt x="314" y="76"/>
                    <a:pt x="310" y="75"/>
                  </a:cubicBezTo>
                  <a:cubicBezTo>
                    <a:pt x="308" y="74"/>
                    <a:pt x="307" y="72"/>
                    <a:pt x="306" y="70"/>
                  </a:cubicBezTo>
                  <a:cubicBezTo>
                    <a:pt x="307" y="70"/>
                    <a:pt x="307" y="70"/>
                    <a:pt x="307" y="69"/>
                  </a:cubicBezTo>
                  <a:cubicBezTo>
                    <a:pt x="309" y="69"/>
                    <a:pt x="311" y="69"/>
                    <a:pt x="313" y="69"/>
                  </a:cubicBezTo>
                  <a:close/>
                  <a:moveTo>
                    <a:pt x="435" y="52"/>
                  </a:moveTo>
                  <a:cubicBezTo>
                    <a:pt x="438" y="52"/>
                    <a:pt x="439" y="53"/>
                    <a:pt x="440" y="55"/>
                  </a:cubicBezTo>
                  <a:cubicBezTo>
                    <a:pt x="441" y="58"/>
                    <a:pt x="439" y="59"/>
                    <a:pt x="438" y="61"/>
                  </a:cubicBezTo>
                  <a:cubicBezTo>
                    <a:pt x="438" y="63"/>
                    <a:pt x="440" y="63"/>
                    <a:pt x="439" y="65"/>
                  </a:cubicBezTo>
                  <a:cubicBezTo>
                    <a:pt x="439" y="65"/>
                    <a:pt x="439" y="66"/>
                    <a:pt x="438" y="66"/>
                  </a:cubicBezTo>
                  <a:cubicBezTo>
                    <a:pt x="434" y="66"/>
                    <a:pt x="432" y="70"/>
                    <a:pt x="429" y="73"/>
                  </a:cubicBezTo>
                  <a:cubicBezTo>
                    <a:pt x="425" y="76"/>
                    <a:pt x="418" y="79"/>
                    <a:pt x="410" y="78"/>
                  </a:cubicBezTo>
                  <a:cubicBezTo>
                    <a:pt x="410" y="78"/>
                    <a:pt x="410" y="77"/>
                    <a:pt x="410" y="77"/>
                  </a:cubicBezTo>
                  <a:cubicBezTo>
                    <a:pt x="415" y="74"/>
                    <a:pt x="423" y="73"/>
                    <a:pt x="426" y="69"/>
                  </a:cubicBezTo>
                  <a:cubicBezTo>
                    <a:pt x="426" y="68"/>
                    <a:pt x="426" y="68"/>
                    <a:pt x="425" y="68"/>
                  </a:cubicBezTo>
                  <a:cubicBezTo>
                    <a:pt x="422" y="68"/>
                    <a:pt x="420" y="64"/>
                    <a:pt x="420" y="61"/>
                  </a:cubicBezTo>
                  <a:cubicBezTo>
                    <a:pt x="420" y="60"/>
                    <a:pt x="420" y="60"/>
                    <a:pt x="421" y="59"/>
                  </a:cubicBezTo>
                  <a:cubicBezTo>
                    <a:pt x="422" y="59"/>
                    <a:pt x="423" y="60"/>
                    <a:pt x="424" y="60"/>
                  </a:cubicBezTo>
                  <a:cubicBezTo>
                    <a:pt x="427" y="61"/>
                    <a:pt x="432" y="60"/>
                    <a:pt x="434" y="59"/>
                  </a:cubicBezTo>
                  <a:cubicBezTo>
                    <a:pt x="435" y="56"/>
                    <a:pt x="433" y="54"/>
                    <a:pt x="435" y="52"/>
                  </a:cubicBezTo>
                  <a:close/>
                  <a:moveTo>
                    <a:pt x="434" y="71"/>
                  </a:moveTo>
                  <a:cubicBezTo>
                    <a:pt x="441" y="71"/>
                    <a:pt x="450" y="85"/>
                    <a:pt x="445" y="92"/>
                  </a:cubicBezTo>
                  <a:cubicBezTo>
                    <a:pt x="445" y="92"/>
                    <a:pt x="444" y="92"/>
                    <a:pt x="444" y="93"/>
                  </a:cubicBezTo>
                  <a:cubicBezTo>
                    <a:pt x="442" y="90"/>
                    <a:pt x="443" y="87"/>
                    <a:pt x="442" y="84"/>
                  </a:cubicBezTo>
                  <a:cubicBezTo>
                    <a:pt x="440" y="80"/>
                    <a:pt x="433" y="75"/>
                    <a:pt x="432" y="72"/>
                  </a:cubicBezTo>
                  <a:cubicBezTo>
                    <a:pt x="433" y="72"/>
                    <a:pt x="433" y="71"/>
                    <a:pt x="434" y="71"/>
                  </a:cubicBezTo>
                  <a:close/>
                  <a:moveTo>
                    <a:pt x="147" y="84"/>
                  </a:moveTo>
                  <a:cubicBezTo>
                    <a:pt x="147" y="84"/>
                    <a:pt x="146" y="84"/>
                    <a:pt x="146" y="85"/>
                  </a:cubicBezTo>
                  <a:cubicBezTo>
                    <a:pt x="146" y="86"/>
                    <a:pt x="146" y="86"/>
                    <a:pt x="146" y="86"/>
                  </a:cubicBezTo>
                  <a:cubicBezTo>
                    <a:pt x="147" y="87"/>
                    <a:pt x="149" y="88"/>
                    <a:pt x="150" y="89"/>
                  </a:cubicBezTo>
                  <a:cubicBezTo>
                    <a:pt x="152" y="92"/>
                    <a:pt x="155" y="96"/>
                    <a:pt x="157" y="99"/>
                  </a:cubicBezTo>
                  <a:cubicBezTo>
                    <a:pt x="156" y="103"/>
                    <a:pt x="152" y="107"/>
                    <a:pt x="150" y="110"/>
                  </a:cubicBezTo>
                  <a:cubicBezTo>
                    <a:pt x="150" y="110"/>
                    <a:pt x="150" y="111"/>
                    <a:pt x="150" y="111"/>
                  </a:cubicBezTo>
                  <a:cubicBezTo>
                    <a:pt x="151" y="112"/>
                    <a:pt x="152" y="112"/>
                    <a:pt x="153" y="112"/>
                  </a:cubicBezTo>
                  <a:cubicBezTo>
                    <a:pt x="154" y="112"/>
                    <a:pt x="155" y="113"/>
                    <a:pt x="156" y="113"/>
                  </a:cubicBezTo>
                  <a:cubicBezTo>
                    <a:pt x="159" y="114"/>
                    <a:pt x="160" y="108"/>
                    <a:pt x="161" y="106"/>
                  </a:cubicBezTo>
                  <a:cubicBezTo>
                    <a:pt x="161" y="106"/>
                    <a:pt x="161" y="105"/>
                    <a:pt x="161" y="105"/>
                  </a:cubicBezTo>
                  <a:cubicBezTo>
                    <a:pt x="163" y="107"/>
                    <a:pt x="165" y="110"/>
                    <a:pt x="165" y="112"/>
                  </a:cubicBezTo>
                  <a:cubicBezTo>
                    <a:pt x="162" y="117"/>
                    <a:pt x="158" y="121"/>
                    <a:pt x="158" y="129"/>
                  </a:cubicBezTo>
                  <a:cubicBezTo>
                    <a:pt x="158" y="130"/>
                    <a:pt x="158" y="130"/>
                    <a:pt x="159" y="130"/>
                  </a:cubicBezTo>
                  <a:cubicBezTo>
                    <a:pt x="165" y="130"/>
                    <a:pt x="162" y="124"/>
                    <a:pt x="163" y="120"/>
                  </a:cubicBezTo>
                  <a:cubicBezTo>
                    <a:pt x="163" y="117"/>
                    <a:pt x="165" y="116"/>
                    <a:pt x="166" y="114"/>
                  </a:cubicBezTo>
                  <a:cubicBezTo>
                    <a:pt x="166" y="114"/>
                    <a:pt x="167" y="114"/>
                    <a:pt x="167" y="114"/>
                  </a:cubicBezTo>
                  <a:cubicBezTo>
                    <a:pt x="168" y="115"/>
                    <a:pt x="168" y="116"/>
                    <a:pt x="169" y="117"/>
                  </a:cubicBezTo>
                  <a:cubicBezTo>
                    <a:pt x="169" y="117"/>
                    <a:pt x="169" y="117"/>
                    <a:pt x="169" y="117"/>
                  </a:cubicBezTo>
                  <a:cubicBezTo>
                    <a:pt x="167" y="119"/>
                    <a:pt x="166" y="120"/>
                    <a:pt x="165" y="123"/>
                  </a:cubicBezTo>
                  <a:cubicBezTo>
                    <a:pt x="165" y="123"/>
                    <a:pt x="165" y="123"/>
                    <a:pt x="165" y="124"/>
                  </a:cubicBezTo>
                  <a:cubicBezTo>
                    <a:pt x="166" y="127"/>
                    <a:pt x="170" y="123"/>
                    <a:pt x="171" y="122"/>
                  </a:cubicBezTo>
                  <a:cubicBezTo>
                    <a:pt x="172" y="122"/>
                    <a:pt x="172" y="122"/>
                    <a:pt x="172" y="122"/>
                  </a:cubicBezTo>
                  <a:cubicBezTo>
                    <a:pt x="173" y="125"/>
                    <a:pt x="170" y="136"/>
                    <a:pt x="168" y="139"/>
                  </a:cubicBezTo>
                  <a:cubicBezTo>
                    <a:pt x="166" y="138"/>
                    <a:pt x="165" y="136"/>
                    <a:pt x="164" y="135"/>
                  </a:cubicBezTo>
                  <a:cubicBezTo>
                    <a:pt x="161" y="134"/>
                    <a:pt x="159" y="132"/>
                    <a:pt x="157" y="131"/>
                  </a:cubicBezTo>
                  <a:cubicBezTo>
                    <a:pt x="155" y="130"/>
                    <a:pt x="155" y="128"/>
                    <a:pt x="153" y="127"/>
                  </a:cubicBezTo>
                  <a:cubicBezTo>
                    <a:pt x="150" y="126"/>
                    <a:pt x="148" y="129"/>
                    <a:pt x="149" y="131"/>
                  </a:cubicBezTo>
                  <a:cubicBezTo>
                    <a:pt x="150" y="132"/>
                    <a:pt x="152" y="131"/>
                    <a:pt x="154" y="132"/>
                  </a:cubicBezTo>
                  <a:cubicBezTo>
                    <a:pt x="157" y="135"/>
                    <a:pt x="161" y="137"/>
                    <a:pt x="164" y="139"/>
                  </a:cubicBezTo>
                  <a:cubicBezTo>
                    <a:pt x="166" y="140"/>
                    <a:pt x="169" y="141"/>
                    <a:pt x="171" y="143"/>
                  </a:cubicBezTo>
                  <a:cubicBezTo>
                    <a:pt x="172" y="143"/>
                    <a:pt x="172" y="144"/>
                    <a:pt x="174" y="145"/>
                  </a:cubicBezTo>
                  <a:cubicBezTo>
                    <a:pt x="175" y="148"/>
                    <a:pt x="172" y="152"/>
                    <a:pt x="173" y="155"/>
                  </a:cubicBezTo>
                  <a:cubicBezTo>
                    <a:pt x="173" y="155"/>
                    <a:pt x="173" y="156"/>
                    <a:pt x="173" y="156"/>
                  </a:cubicBezTo>
                  <a:cubicBezTo>
                    <a:pt x="173" y="156"/>
                    <a:pt x="173" y="156"/>
                    <a:pt x="174" y="156"/>
                  </a:cubicBezTo>
                  <a:cubicBezTo>
                    <a:pt x="177" y="152"/>
                    <a:pt x="179" y="135"/>
                    <a:pt x="181" y="133"/>
                  </a:cubicBezTo>
                  <a:cubicBezTo>
                    <a:pt x="184" y="137"/>
                    <a:pt x="187" y="141"/>
                    <a:pt x="190" y="145"/>
                  </a:cubicBezTo>
                  <a:cubicBezTo>
                    <a:pt x="190" y="145"/>
                    <a:pt x="190" y="145"/>
                    <a:pt x="190" y="145"/>
                  </a:cubicBezTo>
                  <a:cubicBezTo>
                    <a:pt x="188" y="146"/>
                    <a:pt x="186" y="146"/>
                    <a:pt x="184" y="146"/>
                  </a:cubicBezTo>
                  <a:cubicBezTo>
                    <a:pt x="184" y="146"/>
                    <a:pt x="184" y="147"/>
                    <a:pt x="183" y="147"/>
                  </a:cubicBezTo>
                  <a:cubicBezTo>
                    <a:pt x="183" y="147"/>
                    <a:pt x="183" y="147"/>
                    <a:pt x="183" y="148"/>
                  </a:cubicBezTo>
                  <a:cubicBezTo>
                    <a:pt x="189" y="148"/>
                    <a:pt x="191" y="150"/>
                    <a:pt x="197" y="149"/>
                  </a:cubicBezTo>
                  <a:cubicBezTo>
                    <a:pt x="197" y="148"/>
                    <a:pt x="197" y="148"/>
                    <a:pt x="197" y="148"/>
                  </a:cubicBezTo>
                  <a:cubicBezTo>
                    <a:pt x="193" y="143"/>
                    <a:pt x="189" y="138"/>
                    <a:pt x="186" y="133"/>
                  </a:cubicBezTo>
                  <a:cubicBezTo>
                    <a:pt x="184" y="131"/>
                    <a:pt x="181" y="130"/>
                    <a:pt x="180" y="127"/>
                  </a:cubicBezTo>
                  <a:cubicBezTo>
                    <a:pt x="181" y="126"/>
                    <a:pt x="181" y="124"/>
                    <a:pt x="182" y="123"/>
                  </a:cubicBezTo>
                  <a:cubicBezTo>
                    <a:pt x="188" y="123"/>
                    <a:pt x="193" y="123"/>
                    <a:pt x="198" y="122"/>
                  </a:cubicBezTo>
                  <a:cubicBezTo>
                    <a:pt x="200" y="122"/>
                    <a:pt x="201" y="124"/>
                    <a:pt x="204" y="123"/>
                  </a:cubicBezTo>
                  <a:cubicBezTo>
                    <a:pt x="206" y="122"/>
                    <a:pt x="207" y="120"/>
                    <a:pt x="209" y="118"/>
                  </a:cubicBezTo>
                  <a:cubicBezTo>
                    <a:pt x="209" y="118"/>
                    <a:pt x="209" y="118"/>
                    <a:pt x="209" y="117"/>
                  </a:cubicBezTo>
                  <a:cubicBezTo>
                    <a:pt x="208" y="117"/>
                    <a:pt x="208" y="117"/>
                    <a:pt x="208" y="117"/>
                  </a:cubicBezTo>
                  <a:cubicBezTo>
                    <a:pt x="203" y="115"/>
                    <a:pt x="202" y="118"/>
                    <a:pt x="198" y="119"/>
                  </a:cubicBezTo>
                  <a:cubicBezTo>
                    <a:pt x="196" y="119"/>
                    <a:pt x="194" y="119"/>
                    <a:pt x="192" y="119"/>
                  </a:cubicBezTo>
                  <a:cubicBezTo>
                    <a:pt x="189" y="120"/>
                    <a:pt x="186" y="121"/>
                    <a:pt x="182" y="121"/>
                  </a:cubicBezTo>
                  <a:cubicBezTo>
                    <a:pt x="181" y="119"/>
                    <a:pt x="183" y="115"/>
                    <a:pt x="182" y="112"/>
                  </a:cubicBezTo>
                  <a:cubicBezTo>
                    <a:pt x="181" y="110"/>
                    <a:pt x="181" y="108"/>
                    <a:pt x="180" y="106"/>
                  </a:cubicBezTo>
                  <a:cubicBezTo>
                    <a:pt x="180" y="104"/>
                    <a:pt x="180" y="102"/>
                    <a:pt x="180" y="101"/>
                  </a:cubicBezTo>
                  <a:cubicBezTo>
                    <a:pt x="179" y="99"/>
                    <a:pt x="177" y="97"/>
                    <a:pt x="174" y="98"/>
                  </a:cubicBezTo>
                  <a:cubicBezTo>
                    <a:pt x="174" y="98"/>
                    <a:pt x="173" y="99"/>
                    <a:pt x="173" y="99"/>
                  </a:cubicBezTo>
                  <a:cubicBezTo>
                    <a:pt x="173" y="99"/>
                    <a:pt x="173" y="100"/>
                    <a:pt x="173" y="100"/>
                  </a:cubicBezTo>
                  <a:cubicBezTo>
                    <a:pt x="173" y="100"/>
                    <a:pt x="175" y="101"/>
                    <a:pt x="175" y="101"/>
                  </a:cubicBezTo>
                  <a:cubicBezTo>
                    <a:pt x="178" y="104"/>
                    <a:pt x="179" y="115"/>
                    <a:pt x="179" y="120"/>
                  </a:cubicBezTo>
                  <a:cubicBezTo>
                    <a:pt x="178" y="120"/>
                    <a:pt x="177" y="120"/>
                    <a:pt x="175" y="120"/>
                  </a:cubicBezTo>
                  <a:cubicBezTo>
                    <a:pt x="173" y="117"/>
                    <a:pt x="170" y="114"/>
                    <a:pt x="168" y="111"/>
                  </a:cubicBezTo>
                  <a:cubicBezTo>
                    <a:pt x="168" y="110"/>
                    <a:pt x="169" y="107"/>
                    <a:pt x="170" y="106"/>
                  </a:cubicBezTo>
                  <a:cubicBezTo>
                    <a:pt x="170" y="106"/>
                    <a:pt x="170" y="105"/>
                    <a:pt x="170" y="105"/>
                  </a:cubicBezTo>
                  <a:cubicBezTo>
                    <a:pt x="169" y="105"/>
                    <a:pt x="169" y="105"/>
                    <a:pt x="169" y="105"/>
                  </a:cubicBezTo>
                  <a:cubicBezTo>
                    <a:pt x="168" y="106"/>
                    <a:pt x="167" y="107"/>
                    <a:pt x="167" y="108"/>
                  </a:cubicBezTo>
                  <a:cubicBezTo>
                    <a:pt x="167" y="109"/>
                    <a:pt x="166" y="109"/>
                    <a:pt x="166" y="109"/>
                  </a:cubicBezTo>
                  <a:cubicBezTo>
                    <a:pt x="165" y="107"/>
                    <a:pt x="161" y="100"/>
                    <a:pt x="162" y="99"/>
                  </a:cubicBezTo>
                  <a:cubicBezTo>
                    <a:pt x="162" y="98"/>
                    <a:pt x="165" y="97"/>
                    <a:pt x="166" y="96"/>
                  </a:cubicBezTo>
                  <a:cubicBezTo>
                    <a:pt x="166" y="96"/>
                    <a:pt x="166" y="96"/>
                    <a:pt x="166" y="96"/>
                  </a:cubicBezTo>
                  <a:cubicBezTo>
                    <a:pt x="165" y="95"/>
                    <a:pt x="165" y="95"/>
                    <a:pt x="164" y="94"/>
                  </a:cubicBezTo>
                  <a:cubicBezTo>
                    <a:pt x="162" y="93"/>
                    <a:pt x="160" y="96"/>
                    <a:pt x="159" y="96"/>
                  </a:cubicBezTo>
                  <a:cubicBezTo>
                    <a:pt x="155" y="93"/>
                    <a:pt x="155" y="84"/>
                    <a:pt x="147" y="84"/>
                  </a:cubicBezTo>
                  <a:close/>
                  <a:moveTo>
                    <a:pt x="179" y="121"/>
                  </a:moveTo>
                  <a:cubicBezTo>
                    <a:pt x="178" y="122"/>
                    <a:pt x="178" y="123"/>
                    <a:pt x="177" y="123"/>
                  </a:cubicBezTo>
                  <a:cubicBezTo>
                    <a:pt x="177" y="124"/>
                    <a:pt x="178" y="125"/>
                    <a:pt x="178" y="125"/>
                  </a:cubicBezTo>
                  <a:cubicBezTo>
                    <a:pt x="179" y="125"/>
                    <a:pt x="179" y="125"/>
                    <a:pt x="179" y="125"/>
                  </a:cubicBezTo>
                  <a:cubicBezTo>
                    <a:pt x="179" y="124"/>
                    <a:pt x="179" y="122"/>
                    <a:pt x="179" y="121"/>
                  </a:cubicBezTo>
                  <a:cubicBezTo>
                    <a:pt x="179" y="121"/>
                    <a:pt x="179" y="121"/>
                    <a:pt x="179" y="121"/>
                  </a:cubicBezTo>
                  <a:close/>
                  <a:moveTo>
                    <a:pt x="175" y="127"/>
                  </a:moveTo>
                  <a:cubicBezTo>
                    <a:pt x="175" y="131"/>
                    <a:pt x="174" y="134"/>
                    <a:pt x="173" y="138"/>
                  </a:cubicBezTo>
                  <a:cubicBezTo>
                    <a:pt x="173" y="139"/>
                    <a:pt x="171" y="139"/>
                    <a:pt x="171" y="141"/>
                  </a:cubicBezTo>
                  <a:cubicBezTo>
                    <a:pt x="172" y="141"/>
                    <a:pt x="173" y="142"/>
                    <a:pt x="175" y="142"/>
                  </a:cubicBezTo>
                  <a:cubicBezTo>
                    <a:pt x="175" y="141"/>
                    <a:pt x="178" y="130"/>
                    <a:pt x="178" y="129"/>
                  </a:cubicBezTo>
                  <a:cubicBezTo>
                    <a:pt x="177" y="129"/>
                    <a:pt x="177" y="128"/>
                    <a:pt x="176" y="127"/>
                  </a:cubicBezTo>
                  <a:cubicBezTo>
                    <a:pt x="176" y="127"/>
                    <a:pt x="176" y="127"/>
                    <a:pt x="175" y="127"/>
                  </a:cubicBezTo>
                  <a:close/>
                  <a:moveTo>
                    <a:pt x="549" y="96"/>
                  </a:moveTo>
                  <a:cubicBezTo>
                    <a:pt x="545" y="100"/>
                    <a:pt x="545" y="109"/>
                    <a:pt x="541" y="113"/>
                  </a:cubicBezTo>
                  <a:cubicBezTo>
                    <a:pt x="539" y="113"/>
                    <a:pt x="539" y="112"/>
                    <a:pt x="538" y="112"/>
                  </a:cubicBezTo>
                  <a:cubicBezTo>
                    <a:pt x="538" y="107"/>
                    <a:pt x="540" y="106"/>
                    <a:pt x="542" y="102"/>
                  </a:cubicBezTo>
                  <a:cubicBezTo>
                    <a:pt x="541" y="101"/>
                    <a:pt x="541" y="100"/>
                    <a:pt x="541" y="99"/>
                  </a:cubicBezTo>
                  <a:cubicBezTo>
                    <a:pt x="540" y="99"/>
                    <a:pt x="540" y="99"/>
                    <a:pt x="539" y="99"/>
                  </a:cubicBezTo>
                  <a:cubicBezTo>
                    <a:pt x="537" y="102"/>
                    <a:pt x="537" y="107"/>
                    <a:pt x="535" y="111"/>
                  </a:cubicBezTo>
                  <a:cubicBezTo>
                    <a:pt x="534" y="110"/>
                    <a:pt x="532" y="109"/>
                    <a:pt x="531" y="109"/>
                  </a:cubicBezTo>
                  <a:cubicBezTo>
                    <a:pt x="531" y="109"/>
                    <a:pt x="530" y="109"/>
                    <a:pt x="530" y="110"/>
                  </a:cubicBezTo>
                  <a:cubicBezTo>
                    <a:pt x="530" y="110"/>
                    <a:pt x="530" y="111"/>
                    <a:pt x="530" y="111"/>
                  </a:cubicBezTo>
                  <a:cubicBezTo>
                    <a:pt x="532" y="115"/>
                    <a:pt x="533" y="113"/>
                    <a:pt x="533" y="118"/>
                  </a:cubicBezTo>
                  <a:cubicBezTo>
                    <a:pt x="533" y="119"/>
                    <a:pt x="534" y="119"/>
                    <a:pt x="534" y="119"/>
                  </a:cubicBezTo>
                  <a:cubicBezTo>
                    <a:pt x="534" y="119"/>
                    <a:pt x="534" y="119"/>
                    <a:pt x="535" y="119"/>
                  </a:cubicBezTo>
                  <a:cubicBezTo>
                    <a:pt x="536" y="118"/>
                    <a:pt x="536" y="117"/>
                    <a:pt x="538" y="116"/>
                  </a:cubicBezTo>
                  <a:cubicBezTo>
                    <a:pt x="539" y="117"/>
                    <a:pt x="540" y="118"/>
                    <a:pt x="541" y="118"/>
                  </a:cubicBezTo>
                  <a:cubicBezTo>
                    <a:pt x="548" y="120"/>
                    <a:pt x="549" y="118"/>
                    <a:pt x="552" y="123"/>
                  </a:cubicBezTo>
                  <a:cubicBezTo>
                    <a:pt x="554" y="123"/>
                    <a:pt x="556" y="123"/>
                    <a:pt x="558" y="123"/>
                  </a:cubicBezTo>
                  <a:cubicBezTo>
                    <a:pt x="562" y="124"/>
                    <a:pt x="561" y="125"/>
                    <a:pt x="567" y="124"/>
                  </a:cubicBezTo>
                  <a:cubicBezTo>
                    <a:pt x="567" y="125"/>
                    <a:pt x="567" y="125"/>
                    <a:pt x="567" y="125"/>
                  </a:cubicBezTo>
                  <a:cubicBezTo>
                    <a:pt x="567" y="126"/>
                    <a:pt x="567" y="127"/>
                    <a:pt x="566" y="127"/>
                  </a:cubicBezTo>
                  <a:cubicBezTo>
                    <a:pt x="566" y="128"/>
                    <a:pt x="566" y="128"/>
                    <a:pt x="566" y="128"/>
                  </a:cubicBezTo>
                  <a:cubicBezTo>
                    <a:pt x="561" y="127"/>
                    <a:pt x="557" y="126"/>
                    <a:pt x="551" y="127"/>
                  </a:cubicBezTo>
                  <a:cubicBezTo>
                    <a:pt x="551" y="127"/>
                    <a:pt x="551" y="128"/>
                    <a:pt x="551" y="128"/>
                  </a:cubicBezTo>
                  <a:cubicBezTo>
                    <a:pt x="551" y="128"/>
                    <a:pt x="551" y="128"/>
                    <a:pt x="551" y="128"/>
                  </a:cubicBezTo>
                  <a:cubicBezTo>
                    <a:pt x="557" y="129"/>
                    <a:pt x="556" y="131"/>
                    <a:pt x="559" y="133"/>
                  </a:cubicBezTo>
                  <a:cubicBezTo>
                    <a:pt x="561" y="135"/>
                    <a:pt x="563" y="134"/>
                    <a:pt x="564" y="136"/>
                  </a:cubicBezTo>
                  <a:cubicBezTo>
                    <a:pt x="565" y="137"/>
                    <a:pt x="565" y="137"/>
                    <a:pt x="566" y="137"/>
                  </a:cubicBezTo>
                  <a:cubicBezTo>
                    <a:pt x="568" y="134"/>
                    <a:pt x="574" y="129"/>
                    <a:pt x="569" y="124"/>
                  </a:cubicBezTo>
                  <a:cubicBezTo>
                    <a:pt x="568" y="122"/>
                    <a:pt x="564" y="123"/>
                    <a:pt x="563" y="121"/>
                  </a:cubicBezTo>
                  <a:cubicBezTo>
                    <a:pt x="565" y="119"/>
                    <a:pt x="582" y="114"/>
                    <a:pt x="580" y="111"/>
                  </a:cubicBezTo>
                  <a:cubicBezTo>
                    <a:pt x="579" y="107"/>
                    <a:pt x="574" y="107"/>
                    <a:pt x="572" y="104"/>
                  </a:cubicBezTo>
                  <a:cubicBezTo>
                    <a:pt x="572" y="104"/>
                    <a:pt x="571" y="104"/>
                    <a:pt x="571" y="104"/>
                  </a:cubicBezTo>
                  <a:cubicBezTo>
                    <a:pt x="570" y="105"/>
                    <a:pt x="570" y="105"/>
                    <a:pt x="569" y="106"/>
                  </a:cubicBezTo>
                  <a:cubicBezTo>
                    <a:pt x="570" y="108"/>
                    <a:pt x="572" y="110"/>
                    <a:pt x="574" y="110"/>
                  </a:cubicBezTo>
                  <a:cubicBezTo>
                    <a:pt x="574" y="111"/>
                    <a:pt x="574" y="111"/>
                    <a:pt x="575" y="111"/>
                  </a:cubicBezTo>
                  <a:cubicBezTo>
                    <a:pt x="573" y="112"/>
                    <a:pt x="572" y="114"/>
                    <a:pt x="570" y="115"/>
                  </a:cubicBezTo>
                  <a:cubicBezTo>
                    <a:pt x="569" y="114"/>
                    <a:pt x="566" y="113"/>
                    <a:pt x="564" y="114"/>
                  </a:cubicBezTo>
                  <a:cubicBezTo>
                    <a:pt x="563" y="114"/>
                    <a:pt x="563" y="114"/>
                    <a:pt x="563" y="115"/>
                  </a:cubicBezTo>
                  <a:cubicBezTo>
                    <a:pt x="564" y="115"/>
                    <a:pt x="564" y="116"/>
                    <a:pt x="565" y="117"/>
                  </a:cubicBezTo>
                  <a:cubicBezTo>
                    <a:pt x="564" y="118"/>
                    <a:pt x="557" y="120"/>
                    <a:pt x="555" y="118"/>
                  </a:cubicBezTo>
                  <a:cubicBezTo>
                    <a:pt x="555" y="118"/>
                    <a:pt x="555" y="118"/>
                    <a:pt x="555" y="118"/>
                  </a:cubicBezTo>
                  <a:cubicBezTo>
                    <a:pt x="555" y="118"/>
                    <a:pt x="554" y="118"/>
                    <a:pt x="554" y="117"/>
                  </a:cubicBezTo>
                  <a:cubicBezTo>
                    <a:pt x="558" y="116"/>
                    <a:pt x="561" y="111"/>
                    <a:pt x="561" y="106"/>
                  </a:cubicBezTo>
                  <a:cubicBezTo>
                    <a:pt x="563" y="103"/>
                    <a:pt x="566" y="101"/>
                    <a:pt x="562" y="96"/>
                  </a:cubicBezTo>
                  <a:cubicBezTo>
                    <a:pt x="562" y="96"/>
                    <a:pt x="562" y="97"/>
                    <a:pt x="561" y="97"/>
                  </a:cubicBezTo>
                  <a:cubicBezTo>
                    <a:pt x="561" y="97"/>
                    <a:pt x="560" y="98"/>
                    <a:pt x="560" y="99"/>
                  </a:cubicBezTo>
                  <a:cubicBezTo>
                    <a:pt x="560" y="100"/>
                    <a:pt x="560" y="100"/>
                    <a:pt x="560" y="100"/>
                  </a:cubicBezTo>
                  <a:cubicBezTo>
                    <a:pt x="558" y="99"/>
                    <a:pt x="558" y="98"/>
                    <a:pt x="557" y="98"/>
                  </a:cubicBezTo>
                  <a:cubicBezTo>
                    <a:pt x="556" y="98"/>
                    <a:pt x="556" y="99"/>
                    <a:pt x="555" y="100"/>
                  </a:cubicBezTo>
                  <a:cubicBezTo>
                    <a:pt x="555" y="101"/>
                    <a:pt x="555" y="101"/>
                    <a:pt x="556" y="102"/>
                  </a:cubicBezTo>
                  <a:cubicBezTo>
                    <a:pt x="556" y="102"/>
                    <a:pt x="556" y="103"/>
                    <a:pt x="556" y="103"/>
                  </a:cubicBezTo>
                  <a:cubicBezTo>
                    <a:pt x="553" y="104"/>
                    <a:pt x="551" y="105"/>
                    <a:pt x="549" y="106"/>
                  </a:cubicBezTo>
                  <a:cubicBezTo>
                    <a:pt x="549" y="105"/>
                    <a:pt x="548" y="105"/>
                    <a:pt x="548" y="105"/>
                  </a:cubicBezTo>
                  <a:cubicBezTo>
                    <a:pt x="550" y="103"/>
                    <a:pt x="551" y="103"/>
                    <a:pt x="552" y="100"/>
                  </a:cubicBezTo>
                  <a:cubicBezTo>
                    <a:pt x="551" y="99"/>
                    <a:pt x="550" y="97"/>
                    <a:pt x="550" y="96"/>
                  </a:cubicBezTo>
                  <a:cubicBezTo>
                    <a:pt x="549" y="96"/>
                    <a:pt x="549" y="96"/>
                    <a:pt x="549" y="96"/>
                  </a:cubicBezTo>
                  <a:close/>
                  <a:moveTo>
                    <a:pt x="525" y="105"/>
                  </a:moveTo>
                  <a:cubicBezTo>
                    <a:pt x="525" y="105"/>
                    <a:pt x="525" y="105"/>
                    <a:pt x="526" y="105"/>
                  </a:cubicBezTo>
                  <a:cubicBezTo>
                    <a:pt x="526" y="105"/>
                    <a:pt x="526" y="105"/>
                    <a:pt x="526" y="106"/>
                  </a:cubicBezTo>
                  <a:cubicBezTo>
                    <a:pt x="527" y="110"/>
                    <a:pt x="521" y="115"/>
                    <a:pt x="517" y="115"/>
                  </a:cubicBezTo>
                  <a:cubicBezTo>
                    <a:pt x="517" y="115"/>
                    <a:pt x="516" y="115"/>
                    <a:pt x="516" y="114"/>
                  </a:cubicBezTo>
                  <a:cubicBezTo>
                    <a:pt x="517" y="110"/>
                    <a:pt x="522" y="108"/>
                    <a:pt x="525" y="105"/>
                  </a:cubicBezTo>
                  <a:close/>
                  <a:moveTo>
                    <a:pt x="556" y="106"/>
                  </a:moveTo>
                  <a:cubicBezTo>
                    <a:pt x="561" y="107"/>
                    <a:pt x="557" y="112"/>
                    <a:pt x="555" y="113"/>
                  </a:cubicBezTo>
                  <a:cubicBezTo>
                    <a:pt x="555" y="113"/>
                    <a:pt x="554" y="113"/>
                    <a:pt x="554" y="113"/>
                  </a:cubicBezTo>
                  <a:cubicBezTo>
                    <a:pt x="553" y="111"/>
                    <a:pt x="553" y="110"/>
                    <a:pt x="552" y="109"/>
                  </a:cubicBezTo>
                  <a:cubicBezTo>
                    <a:pt x="551" y="109"/>
                    <a:pt x="550" y="109"/>
                    <a:pt x="550" y="109"/>
                  </a:cubicBezTo>
                  <a:cubicBezTo>
                    <a:pt x="548" y="111"/>
                    <a:pt x="549" y="113"/>
                    <a:pt x="550" y="115"/>
                  </a:cubicBezTo>
                  <a:cubicBezTo>
                    <a:pt x="548" y="116"/>
                    <a:pt x="546" y="115"/>
                    <a:pt x="544" y="114"/>
                  </a:cubicBezTo>
                  <a:cubicBezTo>
                    <a:pt x="545" y="112"/>
                    <a:pt x="546" y="110"/>
                    <a:pt x="547" y="108"/>
                  </a:cubicBezTo>
                  <a:cubicBezTo>
                    <a:pt x="549" y="107"/>
                    <a:pt x="553" y="108"/>
                    <a:pt x="556" y="106"/>
                  </a:cubicBezTo>
                  <a:close/>
                  <a:moveTo>
                    <a:pt x="532" y="121"/>
                  </a:moveTo>
                  <a:cubicBezTo>
                    <a:pt x="532" y="121"/>
                    <a:pt x="531" y="122"/>
                    <a:pt x="531" y="123"/>
                  </a:cubicBezTo>
                  <a:cubicBezTo>
                    <a:pt x="532" y="125"/>
                    <a:pt x="533" y="126"/>
                    <a:pt x="534" y="127"/>
                  </a:cubicBezTo>
                  <a:cubicBezTo>
                    <a:pt x="533" y="128"/>
                    <a:pt x="531" y="129"/>
                    <a:pt x="530" y="130"/>
                  </a:cubicBezTo>
                  <a:cubicBezTo>
                    <a:pt x="530" y="130"/>
                    <a:pt x="530" y="130"/>
                    <a:pt x="530" y="130"/>
                  </a:cubicBezTo>
                  <a:cubicBezTo>
                    <a:pt x="532" y="131"/>
                    <a:pt x="534" y="131"/>
                    <a:pt x="536" y="131"/>
                  </a:cubicBezTo>
                  <a:cubicBezTo>
                    <a:pt x="536" y="131"/>
                    <a:pt x="537" y="132"/>
                    <a:pt x="537" y="132"/>
                  </a:cubicBezTo>
                  <a:cubicBezTo>
                    <a:pt x="536" y="134"/>
                    <a:pt x="535" y="135"/>
                    <a:pt x="534" y="137"/>
                  </a:cubicBezTo>
                  <a:cubicBezTo>
                    <a:pt x="531" y="137"/>
                    <a:pt x="528" y="136"/>
                    <a:pt x="525" y="135"/>
                  </a:cubicBezTo>
                  <a:cubicBezTo>
                    <a:pt x="524" y="134"/>
                    <a:pt x="523" y="133"/>
                    <a:pt x="521" y="132"/>
                  </a:cubicBezTo>
                  <a:cubicBezTo>
                    <a:pt x="520" y="133"/>
                    <a:pt x="520" y="133"/>
                    <a:pt x="520" y="135"/>
                  </a:cubicBezTo>
                  <a:cubicBezTo>
                    <a:pt x="522" y="137"/>
                    <a:pt x="523" y="140"/>
                    <a:pt x="526" y="140"/>
                  </a:cubicBezTo>
                  <a:cubicBezTo>
                    <a:pt x="528" y="139"/>
                    <a:pt x="529" y="139"/>
                    <a:pt x="531" y="140"/>
                  </a:cubicBezTo>
                  <a:cubicBezTo>
                    <a:pt x="533" y="142"/>
                    <a:pt x="523" y="148"/>
                    <a:pt x="522" y="150"/>
                  </a:cubicBezTo>
                  <a:cubicBezTo>
                    <a:pt x="520" y="149"/>
                    <a:pt x="518" y="147"/>
                    <a:pt x="517" y="145"/>
                  </a:cubicBezTo>
                  <a:cubicBezTo>
                    <a:pt x="516" y="145"/>
                    <a:pt x="516" y="145"/>
                    <a:pt x="516" y="145"/>
                  </a:cubicBezTo>
                  <a:cubicBezTo>
                    <a:pt x="516" y="145"/>
                    <a:pt x="516" y="145"/>
                    <a:pt x="516" y="145"/>
                  </a:cubicBezTo>
                  <a:cubicBezTo>
                    <a:pt x="516" y="148"/>
                    <a:pt x="517" y="148"/>
                    <a:pt x="517" y="150"/>
                  </a:cubicBezTo>
                  <a:cubicBezTo>
                    <a:pt x="516" y="153"/>
                    <a:pt x="519" y="156"/>
                    <a:pt x="522" y="155"/>
                  </a:cubicBezTo>
                  <a:cubicBezTo>
                    <a:pt x="527" y="152"/>
                    <a:pt x="531" y="144"/>
                    <a:pt x="536" y="142"/>
                  </a:cubicBezTo>
                  <a:cubicBezTo>
                    <a:pt x="538" y="141"/>
                    <a:pt x="540" y="143"/>
                    <a:pt x="542" y="144"/>
                  </a:cubicBezTo>
                  <a:cubicBezTo>
                    <a:pt x="544" y="146"/>
                    <a:pt x="544" y="150"/>
                    <a:pt x="545" y="153"/>
                  </a:cubicBezTo>
                  <a:cubicBezTo>
                    <a:pt x="546" y="153"/>
                    <a:pt x="546" y="154"/>
                    <a:pt x="548" y="154"/>
                  </a:cubicBezTo>
                  <a:cubicBezTo>
                    <a:pt x="548" y="153"/>
                    <a:pt x="549" y="152"/>
                    <a:pt x="549" y="151"/>
                  </a:cubicBezTo>
                  <a:cubicBezTo>
                    <a:pt x="549" y="143"/>
                    <a:pt x="545" y="142"/>
                    <a:pt x="538" y="139"/>
                  </a:cubicBezTo>
                  <a:cubicBezTo>
                    <a:pt x="538" y="139"/>
                    <a:pt x="538" y="139"/>
                    <a:pt x="538" y="138"/>
                  </a:cubicBezTo>
                  <a:cubicBezTo>
                    <a:pt x="539" y="137"/>
                    <a:pt x="541" y="137"/>
                    <a:pt x="542" y="135"/>
                  </a:cubicBezTo>
                  <a:cubicBezTo>
                    <a:pt x="542" y="132"/>
                    <a:pt x="541" y="132"/>
                    <a:pt x="540" y="131"/>
                  </a:cubicBezTo>
                  <a:cubicBezTo>
                    <a:pt x="540" y="131"/>
                    <a:pt x="540" y="130"/>
                    <a:pt x="540" y="130"/>
                  </a:cubicBezTo>
                  <a:cubicBezTo>
                    <a:pt x="544" y="131"/>
                    <a:pt x="544" y="133"/>
                    <a:pt x="546" y="130"/>
                  </a:cubicBezTo>
                  <a:cubicBezTo>
                    <a:pt x="546" y="125"/>
                    <a:pt x="540" y="126"/>
                    <a:pt x="537" y="123"/>
                  </a:cubicBezTo>
                  <a:cubicBezTo>
                    <a:pt x="535" y="122"/>
                    <a:pt x="535" y="121"/>
                    <a:pt x="532" y="121"/>
                  </a:cubicBezTo>
                  <a:close/>
                  <a:moveTo>
                    <a:pt x="462" y="556"/>
                  </a:moveTo>
                  <a:cubicBezTo>
                    <a:pt x="429" y="574"/>
                    <a:pt x="391" y="584"/>
                    <a:pt x="351" y="584"/>
                  </a:cubicBezTo>
                  <a:cubicBezTo>
                    <a:pt x="297" y="584"/>
                    <a:pt x="246" y="565"/>
                    <a:pt x="206" y="533"/>
                  </a:cubicBezTo>
                  <a:cubicBezTo>
                    <a:pt x="216" y="527"/>
                    <a:pt x="259" y="504"/>
                    <a:pt x="307" y="513"/>
                  </a:cubicBezTo>
                  <a:cubicBezTo>
                    <a:pt x="307" y="513"/>
                    <a:pt x="345" y="522"/>
                    <a:pt x="356" y="531"/>
                  </a:cubicBezTo>
                  <a:cubicBezTo>
                    <a:pt x="359" y="533"/>
                    <a:pt x="367" y="537"/>
                    <a:pt x="378" y="541"/>
                  </a:cubicBezTo>
                  <a:cubicBezTo>
                    <a:pt x="371" y="518"/>
                    <a:pt x="371" y="518"/>
                    <a:pt x="371" y="518"/>
                  </a:cubicBezTo>
                  <a:cubicBezTo>
                    <a:pt x="350" y="508"/>
                    <a:pt x="318" y="496"/>
                    <a:pt x="302" y="496"/>
                  </a:cubicBezTo>
                  <a:cubicBezTo>
                    <a:pt x="275" y="496"/>
                    <a:pt x="258" y="487"/>
                    <a:pt x="193" y="522"/>
                  </a:cubicBezTo>
                  <a:cubicBezTo>
                    <a:pt x="187" y="516"/>
                    <a:pt x="181" y="510"/>
                    <a:pt x="176" y="504"/>
                  </a:cubicBezTo>
                  <a:cubicBezTo>
                    <a:pt x="184" y="497"/>
                    <a:pt x="221" y="468"/>
                    <a:pt x="279" y="471"/>
                  </a:cubicBezTo>
                  <a:cubicBezTo>
                    <a:pt x="279" y="471"/>
                    <a:pt x="319" y="471"/>
                    <a:pt x="364" y="494"/>
                  </a:cubicBezTo>
                  <a:cubicBezTo>
                    <a:pt x="358" y="472"/>
                    <a:pt x="358" y="472"/>
                    <a:pt x="358" y="472"/>
                  </a:cubicBezTo>
                  <a:cubicBezTo>
                    <a:pt x="357" y="472"/>
                    <a:pt x="356" y="471"/>
                    <a:pt x="354" y="471"/>
                  </a:cubicBezTo>
                  <a:cubicBezTo>
                    <a:pt x="354" y="471"/>
                    <a:pt x="295" y="445"/>
                    <a:pt x="239" y="457"/>
                  </a:cubicBezTo>
                  <a:cubicBezTo>
                    <a:pt x="239" y="457"/>
                    <a:pt x="211" y="459"/>
                    <a:pt x="164" y="489"/>
                  </a:cubicBezTo>
                  <a:cubicBezTo>
                    <a:pt x="159" y="483"/>
                    <a:pt x="155" y="476"/>
                    <a:pt x="151" y="469"/>
                  </a:cubicBezTo>
                  <a:cubicBezTo>
                    <a:pt x="164" y="459"/>
                    <a:pt x="213" y="425"/>
                    <a:pt x="280" y="429"/>
                  </a:cubicBezTo>
                  <a:cubicBezTo>
                    <a:pt x="280" y="429"/>
                    <a:pt x="316" y="427"/>
                    <a:pt x="361" y="453"/>
                  </a:cubicBezTo>
                  <a:cubicBezTo>
                    <a:pt x="361" y="453"/>
                    <a:pt x="453" y="499"/>
                    <a:pt x="554" y="466"/>
                  </a:cubicBezTo>
                  <a:cubicBezTo>
                    <a:pt x="549" y="475"/>
                    <a:pt x="543" y="484"/>
                    <a:pt x="536" y="492"/>
                  </a:cubicBezTo>
                  <a:cubicBezTo>
                    <a:pt x="517" y="497"/>
                    <a:pt x="474" y="505"/>
                    <a:pt x="439" y="498"/>
                  </a:cubicBezTo>
                  <a:cubicBezTo>
                    <a:pt x="439" y="498"/>
                    <a:pt x="417" y="496"/>
                    <a:pt x="378" y="481"/>
                  </a:cubicBezTo>
                  <a:cubicBezTo>
                    <a:pt x="384" y="502"/>
                    <a:pt x="384" y="502"/>
                    <a:pt x="384" y="502"/>
                  </a:cubicBezTo>
                  <a:cubicBezTo>
                    <a:pt x="410" y="511"/>
                    <a:pt x="461" y="524"/>
                    <a:pt x="517" y="515"/>
                  </a:cubicBezTo>
                  <a:cubicBezTo>
                    <a:pt x="508" y="523"/>
                    <a:pt x="499" y="532"/>
                    <a:pt x="489" y="539"/>
                  </a:cubicBezTo>
                  <a:cubicBezTo>
                    <a:pt x="471" y="540"/>
                    <a:pt x="436" y="539"/>
                    <a:pt x="395" y="529"/>
                  </a:cubicBezTo>
                  <a:cubicBezTo>
                    <a:pt x="395" y="529"/>
                    <a:pt x="393" y="528"/>
                    <a:pt x="390" y="527"/>
                  </a:cubicBezTo>
                  <a:cubicBezTo>
                    <a:pt x="395" y="546"/>
                    <a:pt x="395" y="546"/>
                    <a:pt x="395" y="546"/>
                  </a:cubicBezTo>
                  <a:cubicBezTo>
                    <a:pt x="415" y="551"/>
                    <a:pt x="439" y="555"/>
                    <a:pt x="462" y="556"/>
                  </a:cubicBezTo>
                  <a:close/>
                  <a:moveTo>
                    <a:pt x="575" y="415"/>
                  </a:moveTo>
                  <a:cubicBezTo>
                    <a:pt x="521" y="437"/>
                    <a:pt x="471" y="446"/>
                    <a:pt x="411" y="431"/>
                  </a:cubicBezTo>
                  <a:cubicBezTo>
                    <a:pt x="343" y="414"/>
                    <a:pt x="336" y="388"/>
                    <a:pt x="258" y="390"/>
                  </a:cubicBezTo>
                  <a:cubicBezTo>
                    <a:pt x="192" y="392"/>
                    <a:pt x="146" y="425"/>
                    <a:pt x="134" y="435"/>
                  </a:cubicBezTo>
                  <a:cubicBezTo>
                    <a:pt x="137" y="442"/>
                    <a:pt x="140" y="448"/>
                    <a:pt x="143" y="455"/>
                  </a:cubicBezTo>
                  <a:cubicBezTo>
                    <a:pt x="182" y="425"/>
                    <a:pt x="229" y="413"/>
                    <a:pt x="271" y="413"/>
                  </a:cubicBezTo>
                  <a:cubicBezTo>
                    <a:pt x="318" y="413"/>
                    <a:pt x="355" y="432"/>
                    <a:pt x="355" y="432"/>
                  </a:cubicBezTo>
                  <a:cubicBezTo>
                    <a:pt x="355" y="432"/>
                    <a:pt x="400" y="457"/>
                    <a:pt x="457" y="461"/>
                  </a:cubicBezTo>
                  <a:cubicBezTo>
                    <a:pt x="511" y="465"/>
                    <a:pt x="560" y="444"/>
                    <a:pt x="566" y="442"/>
                  </a:cubicBezTo>
                  <a:cubicBezTo>
                    <a:pt x="570" y="433"/>
                    <a:pt x="573" y="424"/>
                    <a:pt x="575" y="415"/>
                  </a:cubicBezTo>
                  <a:close/>
                </a:path>
              </a:pathLst>
            </a:custGeom>
            <a:grpFill/>
            <a:ln>
              <a:noFill/>
            </a:ln>
          </p:spPr>
          <p:txBody>
            <a:bodyPr anchor="ctr"/>
            <a:lstStyle/>
            <a:p>
              <a:pPr algn="ctr" defTabSz="914332">
                <a:defRPr/>
              </a:pPr>
              <a:endParaRPr>
                <a:solidFill>
                  <a:prstClr val="black"/>
                </a:solidFill>
                <a:latin typeface="等线" panose="02010600030101010101" charset="-122"/>
              </a:endParaRPr>
            </a:p>
          </p:txBody>
        </p:sp>
        <p:grpSp>
          <p:nvGrpSpPr>
            <p:cNvPr id="6" name="组合 5">
              <a:extLst>
                <a:ext uri="{FF2B5EF4-FFF2-40B4-BE49-F238E27FC236}">
                  <a16:creationId xmlns:a16="http://schemas.microsoft.com/office/drawing/2014/main" id="{834B362E-A2E2-4BD8-AEA3-D06F8066DCC7}"/>
                </a:ext>
              </a:extLst>
            </p:cNvPr>
            <p:cNvGrpSpPr/>
            <p:nvPr/>
          </p:nvGrpSpPr>
          <p:grpSpPr>
            <a:xfrm>
              <a:off x="5248989" y="2594027"/>
              <a:ext cx="3484540" cy="1664018"/>
              <a:chOff x="5426789" y="2479334"/>
              <a:chExt cx="3484540" cy="1664018"/>
            </a:xfrm>
            <a:grpFill/>
          </p:grpSpPr>
          <p:grpSp>
            <p:nvGrpSpPr>
              <p:cNvPr id="7" name="iṩḻíḍé">
                <a:extLst>
                  <a:ext uri="{FF2B5EF4-FFF2-40B4-BE49-F238E27FC236}">
                    <a16:creationId xmlns:a16="http://schemas.microsoft.com/office/drawing/2014/main" id="{35A7A822-EEA3-444A-9FA8-6B014A852EA3}"/>
                  </a:ext>
                </a:extLst>
              </p:cNvPr>
              <p:cNvGrpSpPr/>
              <p:nvPr/>
            </p:nvGrpSpPr>
            <p:grpSpPr>
              <a:xfrm>
                <a:off x="5547045" y="2479334"/>
                <a:ext cx="3244028" cy="1278508"/>
                <a:chOff x="5043488" y="2205038"/>
                <a:chExt cx="4475163" cy="1763713"/>
              </a:xfrm>
              <a:grpFill/>
            </p:grpSpPr>
            <p:sp>
              <p:nvSpPr>
                <p:cNvPr id="9" name="íṧļíďê">
                  <a:extLst>
                    <a:ext uri="{FF2B5EF4-FFF2-40B4-BE49-F238E27FC236}">
                      <a16:creationId xmlns:a16="http://schemas.microsoft.com/office/drawing/2014/main" id="{EB5BE6AB-3696-40E2-B019-02B46D7DC752}"/>
                    </a:ext>
                  </a:extLst>
                </p:cNvPr>
                <p:cNvSpPr/>
                <p:nvPr/>
              </p:nvSpPr>
              <p:spPr bwMode="auto">
                <a:xfrm>
                  <a:off x="6346826" y="2911476"/>
                  <a:ext cx="1120775" cy="773113"/>
                </a:xfrm>
                <a:custGeom>
                  <a:avLst/>
                  <a:gdLst>
                    <a:gd name="T0" fmla="*/ 188 w 340"/>
                    <a:gd name="T1" fmla="*/ 0 h 234"/>
                    <a:gd name="T2" fmla="*/ 215 w 340"/>
                    <a:gd name="T3" fmla="*/ 50 h 234"/>
                    <a:gd name="T4" fmla="*/ 206 w 340"/>
                    <a:gd name="T5" fmla="*/ 68 h 234"/>
                    <a:gd name="T6" fmla="*/ 196 w 340"/>
                    <a:gd name="T7" fmla="*/ 152 h 234"/>
                    <a:gd name="T8" fmla="*/ 188 w 340"/>
                    <a:gd name="T9" fmla="*/ 201 h 234"/>
                    <a:gd name="T10" fmla="*/ 177 w 340"/>
                    <a:gd name="T11" fmla="*/ 193 h 234"/>
                    <a:gd name="T12" fmla="*/ 169 w 340"/>
                    <a:gd name="T13" fmla="*/ 170 h 234"/>
                    <a:gd name="T14" fmla="*/ 174 w 340"/>
                    <a:gd name="T15" fmla="*/ 147 h 234"/>
                    <a:gd name="T16" fmla="*/ 179 w 340"/>
                    <a:gd name="T17" fmla="*/ 52 h 234"/>
                    <a:gd name="T18" fmla="*/ 183 w 340"/>
                    <a:gd name="T19" fmla="*/ 0 h 234"/>
                    <a:gd name="T20" fmla="*/ 188 w 340"/>
                    <a:gd name="T21" fmla="*/ 0 h 234"/>
                    <a:gd name="T22" fmla="*/ 233 w 340"/>
                    <a:gd name="T23" fmla="*/ 53 h 234"/>
                    <a:gd name="T24" fmla="*/ 217 w 340"/>
                    <a:gd name="T25" fmla="*/ 68 h 234"/>
                    <a:gd name="T26" fmla="*/ 293 w 340"/>
                    <a:gd name="T27" fmla="*/ 85 h 234"/>
                    <a:gd name="T28" fmla="*/ 298 w 340"/>
                    <a:gd name="T29" fmla="*/ 75 h 234"/>
                    <a:gd name="T30" fmla="*/ 233 w 340"/>
                    <a:gd name="T31" fmla="*/ 53 h 234"/>
                    <a:gd name="T32" fmla="*/ 46 w 340"/>
                    <a:gd name="T33" fmla="*/ 49 h 234"/>
                    <a:gd name="T34" fmla="*/ 87 w 340"/>
                    <a:gd name="T35" fmla="*/ 81 h 234"/>
                    <a:gd name="T36" fmla="*/ 83 w 340"/>
                    <a:gd name="T37" fmla="*/ 155 h 234"/>
                    <a:gd name="T38" fmla="*/ 105 w 340"/>
                    <a:gd name="T39" fmla="*/ 168 h 234"/>
                    <a:gd name="T40" fmla="*/ 104 w 340"/>
                    <a:gd name="T41" fmla="*/ 174 h 234"/>
                    <a:gd name="T42" fmla="*/ 42 w 340"/>
                    <a:gd name="T43" fmla="*/ 226 h 234"/>
                    <a:gd name="T44" fmla="*/ 4 w 340"/>
                    <a:gd name="T45" fmla="*/ 216 h 234"/>
                    <a:gd name="T46" fmla="*/ 0 w 340"/>
                    <a:gd name="T47" fmla="*/ 209 h 234"/>
                    <a:gd name="T48" fmla="*/ 2 w 340"/>
                    <a:gd name="T49" fmla="*/ 205 h 234"/>
                    <a:gd name="T50" fmla="*/ 51 w 340"/>
                    <a:gd name="T51" fmla="*/ 167 h 234"/>
                    <a:gd name="T52" fmla="*/ 47 w 340"/>
                    <a:gd name="T53" fmla="*/ 160 h 234"/>
                    <a:gd name="T54" fmla="*/ 25 w 340"/>
                    <a:gd name="T55" fmla="*/ 144 h 234"/>
                    <a:gd name="T56" fmla="*/ 26 w 340"/>
                    <a:gd name="T57" fmla="*/ 138 h 234"/>
                    <a:gd name="T58" fmla="*/ 55 w 340"/>
                    <a:gd name="T59" fmla="*/ 124 h 234"/>
                    <a:gd name="T60" fmla="*/ 30 w 340"/>
                    <a:gd name="T61" fmla="*/ 54 h 234"/>
                    <a:gd name="T62" fmla="*/ 35 w 340"/>
                    <a:gd name="T63" fmla="*/ 52 h 234"/>
                    <a:gd name="T64" fmla="*/ 46 w 340"/>
                    <a:gd name="T65" fmla="*/ 49 h 234"/>
                    <a:gd name="T66" fmla="*/ 247 w 340"/>
                    <a:gd name="T67" fmla="*/ 155 h 234"/>
                    <a:gd name="T68" fmla="*/ 211 w 340"/>
                    <a:gd name="T69" fmla="*/ 151 h 234"/>
                    <a:gd name="T70" fmla="*/ 207 w 340"/>
                    <a:gd name="T71" fmla="*/ 155 h 234"/>
                    <a:gd name="T72" fmla="*/ 222 w 340"/>
                    <a:gd name="T73" fmla="*/ 183 h 234"/>
                    <a:gd name="T74" fmla="*/ 271 w 340"/>
                    <a:gd name="T75" fmla="*/ 180 h 234"/>
                    <a:gd name="T76" fmla="*/ 322 w 340"/>
                    <a:gd name="T77" fmla="*/ 228 h 234"/>
                    <a:gd name="T78" fmla="*/ 340 w 340"/>
                    <a:gd name="T79" fmla="*/ 219 h 234"/>
                    <a:gd name="T80" fmla="*/ 328 w 340"/>
                    <a:gd name="T81" fmla="*/ 186 h 234"/>
                    <a:gd name="T82" fmla="*/ 247 w 340"/>
                    <a:gd name="T83" fmla="*/ 155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0" h="234">
                      <a:moveTo>
                        <a:pt x="188" y="0"/>
                      </a:moveTo>
                      <a:cubicBezTo>
                        <a:pt x="204" y="5"/>
                        <a:pt x="223" y="30"/>
                        <a:pt x="215" y="50"/>
                      </a:cubicBezTo>
                      <a:cubicBezTo>
                        <a:pt x="212" y="56"/>
                        <a:pt x="209" y="62"/>
                        <a:pt x="206" y="68"/>
                      </a:cubicBezTo>
                      <a:cubicBezTo>
                        <a:pt x="202" y="96"/>
                        <a:pt x="199" y="124"/>
                        <a:pt x="196" y="152"/>
                      </a:cubicBezTo>
                      <a:cubicBezTo>
                        <a:pt x="194" y="167"/>
                        <a:pt x="204" y="194"/>
                        <a:pt x="188" y="201"/>
                      </a:cubicBezTo>
                      <a:cubicBezTo>
                        <a:pt x="182" y="201"/>
                        <a:pt x="181" y="197"/>
                        <a:pt x="177" y="193"/>
                      </a:cubicBezTo>
                      <a:cubicBezTo>
                        <a:pt x="174" y="185"/>
                        <a:pt x="172" y="178"/>
                        <a:pt x="169" y="170"/>
                      </a:cubicBezTo>
                      <a:cubicBezTo>
                        <a:pt x="171" y="162"/>
                        <a:pt x="173" y="155"/>
                        <a:pt x="174" y="147"/>
                      </a:cubicBezTo>
                      <a:cubicBezTo>
                        <a:pt x="176" y="115"/>
                        <a:pt x="178" y="84"/>
                        <a:pt x="179" y="52"/>
                      </a:cubicBezTo>
                      <a:cubicBezTo>
                        <a:pt x="179" y="33"/>
                        <a:pt x="171" y="13"/>
                        <a:pt x="183" y="0"/>
                      </a:cubicBezTo>
                      <a:cubicBezTo>
                        <a:pt x="185" y="0"/>
                        <a:pt x="187" y="0"/>
                        <a:pt x="188" y="0"/>
                      </a:cubicBezTo>
                      <a:close/>
                      <a:moveTo>
                        <a:pt x="233" y="53"/>
                      </a:moveTo>
                      <a:cubicBezTo>
                        <a:pt x="226" y="57"/>
                        <a:pt x="220" y="58"/>
                        <a:pt x="217" y="68"/>
                      </a:cubicBezTo>
                      <a:cubicBezTo>
                        <a:pt x="255" y="107"/>
                        <a:pt x="254" y="78"/>
                        <a:pt x="293" y="85"/>
                      </a:cubicBezTo>
                      <a:cubicBezTo>
                        <a:pt x="296" y="81"/>
                        <a:pt x="297" y="81"/>
                        <a:pt x="298" y="75"/>
                      </a:cubicBezTo>
                      <a:cubicBezTo>
                        <a:pt x="283" y="62"/>
                        <a:pt x="260" y="57"/>
                        <a:pt x="233" y="53"/>
                      </a:cubicBezTo>
                      <a:close/>
                      <a:moveTo>
                        <a:pt x="46" y="49"/>
                      </a:moveTo>
                      <a:cubicBezTo>
                        <a:pt x="68" y="52"/>
                        <a:pt x="83" y="66"/>
                        <a:pt x="87" y="81"/>
                      </a:cubicBezTo>
                      <a:cubicBezTo>
                        <a:pt x="86" y="106"/>
                        <a:pt x="84" y="131"/>
                        <a:pt x="83" y="155"/>
                      </a:cubicBezTo>
                      <a:cubicBezTo>
                        <a:pt x="94" y="159"/>
                        <a:pt x="98" y="160"/>
                        <a:pt x="105" y="168"/>
                      </a:cubicBezTo>
                      <a:cubicBezTo>
                        <a:pt x="104" y="170"/>
                        <a:pt x="104" y="172"/>
                        <a:pt x="104" y="174"/>
                      </a:cubicBezTo>
                      <a:cubicBezTo>
                        <a:pt x="87" y="193"/>
                        <a:pt x="65" y="214"/>
                        <a:pt x="42" y="226"/>
                      </a:cubicBezTo>
                      <a:cubicBezTo>
                        <a:pt x="30" y="222"/>
                        <a:pt x="17" y="219"/>
                        <a:pt x="4" y="216"/>
                      </a:cubicBezTo>
                      <a:cubicBezTo>
                        <a:pt x="3" y="213"/>
                        <a:pt x="2" y="211"/>
                        <a:pt x="0" y="209"/>
                      </a:cubicBezTo>
                      <a:cubicBezTo>
                        <a:pt x="1" y="208"/>
                        <a:pt x="2" y="206"/>
                        <a:pt x="2" y="205"/>
                      </a:cubicBezTo>
                      <a:cubicBezTo>
                        <a:pt x="17" y="190"/>
                        <a:pt x="44" y="193"/>
                        <a:pt x="51" y="167"/>
                      </a:cubicBezTo>
                      <a:cubicBezTo>
                        <a:pt x="50" y="165"/>
                        <a:pt x="49" y="163"/>
                        <a:pt x="47" y="160"/>
                      </a:cubicBezTo>
                      <a:cubicBezTo>
                        <a:pt x="34" y="159"/>
                        <a:pt x="27" y="154"/>
                        <a:pt x="25" y="144"/>
                      </a:cubicBezTo>
                      <a:cubicBezTo>
                        <a:pt x="25" y="142"/>
                        <a:pt x="26" y="140"/>
                        <a:pt x="26" y="138"/>
                      </a:cubicBezTo>
                      <a:cubicBezTo>
                        <a:pt x="32" y="131"/>
                        <a:pt x="46" y="128"/>
                        <a:pt x="55" y="124"/>
                      </a:cubicBezTo>
                      <a:cubicBezTo>
                        <a:pt x="61" y="78"/>
                        <a:pt x="30" y="80"/>
                        <a:pt x="30" y="54"/>
                      </a:cubicBezTo>
                      <a:cubicBezTo>
                        <a:pt x="32" y="53"/>
                        <a:pt x="33" y="53"/>
                        <a:pt x="35" y="52"/>
                      </a:cubicBezTo>
                      <a:cubicBezTo>
                        <a:pt x="38" y="51"/>
                        <a:pt x="42" y="50"/>
                        <a:pt x="46" y="49"/>
                      </a:cubicBezTo>
                      <a:close/>
                      <a:moveTo>
                        <a:pt x="247" y="155"/>
                      </a:moveTo>
                      <a:cubicBezTo>
                        <a:pt x="235" y="153"/>
                        <a:pt x="223" y="152"/>
                        <a:pt x="211" y="151"/>
                      </a:cubicBezTo>
                      <a:cubicBezTo>
                        <a:pt x="210" y="152"/>
                        <a:pt x="208" y="154"/>
                        <a:pt x="207" y="155"/>
                      </a:cubicBezTo>
                      <a:cubicBezTo>
                        <a:pt x="206" y="168"/>
                        <a:pt x="213" y="178"/>
                        <a:pt x="222" y="183"/>
                      </a:cubicBezTo>
                      <a:cubicBezTo>
                        <a:pt x="242" y="192"/>
                        <a:pt x="250" y="170"/>
                        <a:pt x="271" y="180"/>
                      </a:cubicBezTo>
                      <a:cubicBezTo>
                        <a:pt x="296" y="191"/>
                        <a:pt x="301" y="217"/>
                        <a:pt x="322" y="228"/>
                      </a:cubicBezTo>
                      <a:cubicBezTo>
                        <a:pt x="332" y="234"/>
                        <a:pt x="337" y="225"/>
                        <a:pt x="340" y="219"/>
                      </a:cubicBezTo>
                      <a:cubicBezTo>
                        <a:pt x="336" y="208"/>
                        <a:pt x="332" y="197"/>
                        <a:pt x="328" y="186"/>
                      </a:cubicBezTo>
                      <a:cubicBezTo>
                        <a:pt x="320" y="175"/>
                        <a:pt x="268" y="158"/>
                        <a:pt x="247" y="1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332">
                    <a:defRPr/>
                  </a:pPr>
                  <a:endParaRPr>
                    <a:solidFill>
                      <a:prstClr val="black"/>
                    </a:solidFill>
                    <a:latin typeface="等线" panose="02010600030101010101" charset="-122"/>
                  </a:endParaRPr>
                </a:p>
              </p:txBody>
            </p:sp>
            <p:sp>
              <p:nvSpPr>
                <p:cNvPr id="10" name="î$ļïḋé">
                  <a:extLst>
                    <a:ext uri="{FF2B5EF4-FFF2-40B4-BE49-F238E27FC236}">
                      <a16:creationId xmlns:a16="http://schemas.microsoft.com/office/drawing/2014/main" id="{180BDF9D-7395-41EF-89DA-AD18081A3A71}"/>
                    </a:ext>
                  </a:extLst>
                </p:cNvPr>
                <p:cNvSpPr/>
                <p:nvPr/>
              </p:nvSpPr>
              <p:spPr bwMode="auto">
                <a:xfrm>
                  <a:off x="7639051" y="3033713"/>
                  <a:ext cx="666750" cy="604838"/>
                </a:xfrm>
                <a:custGeom>
                  <a:avLst/>
                  <a:gdLst>
                    <a:gd name="T0" fmla="*/ 79 w 202"/>
                    <a:gd name="T1" fmla="*/ 4 h 183"/>
                    <a:gd name="T2" fmla="*/ 107 w 202"/>
                    <a:gd name="T3" fmla="*/ 12 h 183"/>
                    <a:gd name="T4" fmla="*/ 109 w 202"/>
                    <a:gd name="T5" fmla="*/ 44 h 183"/>
                    <a:gd name="T6" fmla="*/ 119 w 202"/>
                    <a:gd name="T7" fmla="*/ 62 h 183"/>
                    <a:gd name="T8" fmla="*/ 117 w 202"/>
                    <a:gd name="T9" fmla="*/ 68 h 183"/>
                    <a:gd name="T10" fmla="*/ 85 w 202"/>
                    <a:gd name="T11" fmla="*/ 112 h 183"/>
                    <a:gd name="T12" fmla="*/ 2 w 202"/>
                    <a:gd name="T13" fmla="*/ 168 h 183"/>
                    <a:gd name="T14" fmla="*/ 0 w 202"/>
                    <a:gd name="T15" fmla="*/ 163 h 183"/>
                    <a:gd name="T16" fmla="*/ 61 w 202"/>
                    <a:gd name="T17" fmla="*/ 98 h 183"/>
                    <a:gd name="T18" fmla="*/ 58 w 202"/>
                    <a:gd name="T19" fmla="*/ 96 h 183"/>
                    <a:gd name="T20" fmla="*/ 21 w 202"/>
                    <a:gd name="T21" fmla="*/ 72 h 183"/>
                    <a:gd name="T22" fmla="*/ 24 w 202"/>
                    <a:gd name="T23" fmla="*/ 62 h 183"/>
                    <a:gd name="T24" fmla="*/ 40 w 202"/>
                    <a:gd name="T25" fmla="*/ 63 h 183"/>
                    <a:gd name="T26" fmla="*/ 85 w 202"/>
                    <a:gd name="T27" fmla="*/ 39 h 183"/>
                    <a:gd name="T28" fmla="*/ 79 w 202"/>
                    <a:gd name="T29" fmla="*/ 4 h 183"/>
                    <a:gd name="T30" fmla="*/ 102 w 202"/>
                    <a:gd name="T31" fmla="*/ 97 h 183"/>
                    <a:gd name="T32" fmla="*/ 97 w 202"/>
                    <a:gd name="T33" fmla="*/ 105 h 183"/>
                    <a:gd name="T34" fmla="*/ 161 w 202"/>
                    <a:gd name="T35" fmla="*/ 145 h 183"/>
                    <a:gd name="T36" fmla="*/ 184 w 202"/>
                    <a:gd name="T37" fmla="*/ 183 h 183"/>
                    <a:gd name="T38" fmla="*/ 190 w 202"/>
                    <a:gd name="T39" fmla="*/ 180 h 183"/>
                    <a:gd name="T40" fmla="*/ 102 w 202"/>
                    <a:gd name="T41" fmla="*/ 9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2" h="183">
                      <a:moveTo>
                        <a:pt x="79" y="4"/>
                      </a:moveTo>
                      <a:cubicBezTo>
                        <a:pt x="92" y="0"/>
                        <a:pt x="101" y="4"/>
                        <a:pt x="107" y="12"/>
                      </a:cubicBezTo>
                      <a:cubicBezTo>
                        <a:pt x="116" y="26"/>
                        <a:pt x="109" y="34"/>
                        <a:pt x="109" y="44"/>
                      </a:cubicBezTo>
                      <a:cubicBezTo>
                        <a:pt x="108" y="54"/>
                        <a:pt x="119" y="52"/>
                        <a:pt x="119" y="62"/>
                      </a:cubicBezTo>
                      <a:cubicBezTo>
                        <a:pt x="118" y="64"/>
                        <a:pt x="118" y="66"/>
                        <a:pt x="117" y="68"/>
                      </a:cubicBezTo>
                      <a:cubicBezTo>
                        <a:pt x="96" y="74"/>
                        <a:pt x="95" y="97"/>
                        <a:pt x="85" y="112"/>
                      </a:cubicBezTo>
                      <a:cubicBezTo>
                        <a:pt x="69" y="135"/>
                        <a:pt x="41" y="161"/>
                        <a:pt x="2" y="168"/>
                      </a:cubicBezTo>
                      <a:cubicBezTo>
                        <a:pt x="2" y="166"/>
                        <a:pt x="1" y="164"/>
                        <a:pt x="0" y="163"/>
                      </a:cubicBezTo>
                      <a:cubicBezTo>
                        <a:pt x="18" y="141"/>
                        <a:pt x="54" y="126"/>
                        <a:pt x="61" y="98"/>
                      </a:cubicBezTo>
                      <a:cubicBezTo>
                        <a:pt x="60" y="97"/>
                        <a:pt x="59" y="97"/>
                        <a:pt x="58" y="96"/>
                      </a:cubicBezTo>
                      <a:cubicBezTo>
                        <a:pt x="44" y="99"/>
                        <a:pt x="27" y="87"/>
                        <a:pt x="21" y="72"/>
                      </a:cubicBezTo>
                      <a:cubicBezTo>
                        <a:pt x="22" y="69"/>
                        <a:pt x="23" y="66"/>
                        <a:pt x="24" y="62"/>
                      </a:cubicBezTo>
                      <a:cubicBezTo>
                        <a:pt x="30" y="58"/>
                        <a:pt x="35" y="63"/>
                        <a:pt x="40" y="63"/>
                      </a:cubicBezTo>
                      <a:cubicBezTo>
                        <a:pt x="54" y="61"/>
                        <a:pt x="76" y="47"/>
                        <a:pt x="85" y="39"/>
                      </a:cubicBezTo>
                      <a:cubicBezTo>
                        <a:pt x="83" y="25"/>
                        <a:pt x="74" y="17"/>
                        <a:pt x="79" y="4"/>
                      </a:cubicBezTo>
                      <a:close/>
                      <a:moveTo>
                        <a:pt x="102" y="97"/>
                      </a:moveTo>
                      <a:cubicBezTo>
                        <a:pt x="101" y="100"/>
                        <a:pt x="99" y="102"/>
                        <a:pt x="97" y="105"/>
                      </a:cubicBezTo>
                      <a:cubicBezTo>
                        <a:pt x="106" y="120"/>
                        <a:pt x="147" y="129"/>
                        <a:pt x="161" y="145"/>
                      </a:cubicBezTo>
                      <a:cubicBezTo>
                        <a:pt x="173" y="160"/>
                        <a:pt x="170" y="176"/>
                        <a:pt x="184" y="183"/>
                      </a:cubicBezTo>
                      <a:cubicBezTo>
                        <a:pt x="186" y="182"/>
                        <a:pt x="188" y="181"/>
                        <a:pt x="190" y="180"/>
                      </a:cubicBezTo>
                      <a:cubicBezTo>
                        <a:pt x="202" y="137"/>
                        <a:pt x="137" y="89"/>
                        <a:pt x="102" y="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332">
                    <a:defRPr/>
                  </a:pPr>
                  <a:endParaRPr>
                    <a:solidFill>
                      <a:prstClr val="black"/>
                    </a:solidFill>
                    <a:latin typeface="等线" panose="02010600030101010101" charset="-122"/>
                  </a:endParaRPr>
                </a:p>
              </p:txBody>
            </p:sp>
            <p:sp>
              <p:nvSpPr>
                <p:cNvPr id="11" name="í$1ïḍê">
                  <a:extLst>
                    <a:ext uri="{FF2B5EF4-FFF2-40B4-BE49-F238E27FC236}">
                      <a16:creationId xmlns:a16="http://schemas.microsoft.com/office/drawing/2014/main" id="{B3A901DD-A65B-40D4-A766-A898BBFE286F}"/>
                    </a:ext>
                  </a:extLst>
                </p:cNvPr>
                <p:cNvSpPr/>
                <p:nvPr/>
              </p:nvSpPr>
              <p:spPr bwMode="auto">
                <a:xfrm>
                  <a:off x="5043488" y="2205038"/>
                  <a:ext cx="1174750" cy="1724025"/>
                </a:xfrm>
                <a:custGeom>
                  <a:avLst/>
                  <a:gdLst>
                    <a:gd name="T0" fmla="*/ 187 w 356"/>
                    <a:gd name="T1" fmla="*/ 109 h 522"/>
                    <a:gd name="T2" fmla="*/ 223 w 356"/>
                    <a:gd name="T3" fmla="*/ 134 h 522"/>
                    <a:gd name="T4" fmla="*/ 192 w 356"/>
                    <a:gd name="T5" fmla="*/ 134 h 522"/>
                    <a:gd name="T6" fmla="*/ 182 w 356"/>
                    <a:gd name="T7" fmla="*/ 203 h 522"/>
                    <a:gd name="T8" fmla="*/ 207 w 356"/>
                    <a:gd name="T9" fmla="*/ 195 h 522"/>
                    <a:gd name="T10" fmla="*/ 175 w 356"/>
                    <a:gd name="T11" fmla="*/ 220 h 522"/>
                    <a:gd name="T12" fmla="*/ 194 w 356"/>
                    <a:gd name="T13" fmla="*/ 309 h 522"/>
                    <a:gd name="T14" fmla="*/ 243 w 356"/>
                    <a:gd name="T15" fmla="*/ 181 h 522"/>
                    <a:gd name="T16" fmla="*/ 259 w 356"/>
                    <a:gd name="T17" fmla="*/ 179 h 522"/>
                    <a:gd name="T18" fmla="*/ 257 w 356"/>
                    <a:gd name="T19" fmla="*/ 241 h 522"/>
                    <a:gd name="T20" fmla="*/ 209 w 356"/>
                    <a:gd name="T21" fmla="*/ 326 h 522"/>
                    <a:gd name="T22" fmla="*/ 293 w 356"/>
                    <a:gd name="T23" fmla="*/ 378 h 522"/>
                    <a:gd name="T24" fmla="*/ 355 w 356"/>
                    <a:gd name="T25" fmla="*/ 409 h 522"/>
                    <a:gd name="T26" fmla="*/ 308 w 356"/>
                    <a:gd name="T27" fmla="*/ 423 h 522"/>
                    <a:gd name="T28" fmla="*/ 199 w 356"/>
                    <a:gd name="T29" fmla="*/ 338 h 522"/>
                    <a:gd name="T30" fmla="*/ 176 w 356"/>
                    <a:gd name="T31" fmla="*/ 401 h 522"/>
                    <a:gd name="T32" fmla="*/ 172 w 356"/>
                    <a:gd name="T33" fmla="*/ 522 h 522"/>
                    <a:gd name="T34" fmla="*/ 113 w 356"/>
                    <a:gd name="T35" fmla="*/ 459 h 522"/>
                    <a:gd name="T36" fmla="*/ 151 w 356"/>
                    <a:gd name="T37" fmla="*/ 477 h 522"/>
                    <a:gd name="T38" fmla="*/ 155 w 356"/>
                    <a:gd name="T39" fmla="*/ 383 h 522"/>
                    <a:gd name="T40" fmla="*/ 24 w 356"/>
                    <a:gd name="T41" fmla="*/ 463 h 522"/>
                    <a:gd name="T42" fmla="*/ 73 w 356"/>
                    <a:gd name="T43" fmla="*/ 413 h 522"/>
                    <a:gd name="T44" fmla="*/ 44 w 356"/>
                    <a:gd name="T45" fmla="*/ 343 h 522"/>
                    <a:gd name="T46" fmla="*/ 0 w 356"/>
                    <a:gd name="T47" fmla="*/ 243 h 522"/>
                    <a:gd name="T48" fmla="*/ 41 w 356"/>
                    <a:gd name="T49" fmla="*/ 275 h 522"/>
                    <a:gd name="T50" fmla="*/ 66 w 356"/>
                    <a:gd name="T51" fmla="*/ 357 h 522"/>
                    <a:gd name="T52" fmla="*/ 150 w 356"/>
                    <a:gd name="T53" fmla="*/ 285 h 522"/>
                    <a:gd name="T54" fmla="*/ 112 w 356"/>
                    <a:gd name="T55" fmla="*/ 266 h 522"/>
                    <a:gd name="T56" fmla="*/ 159 w 356"/>
                    <a:gd name="T57" fmla="*/ 252 h 522"/>
                    <a:gd name="T58" fmla="*/ 156 w 356"/>
                    <a:gd name="T59" fmla="*/ 227 h 522"/>
                    <a:gd name="T60" fmla="*/ 53 w 356"/>
                    <a:gd name="T61" fmla="*/ 281 h 522"/>
                    <a:gd name="T62" fmla="*/ 156 w 356"/>
                    <a:gd name="T63" fmla="*/ 214 h 522"/>
                    <a:gd name="T64" fmla="*/ 159 w 356"/>
                    <a:gd name="T65" fmla="*/ 163 h 522"/>
                    <a:gd name="T66" fmla="*/ 98 w 356"/>
                    <a:gd name="T67" fmla="*/ 167 h 522"/>
                    <a:gd name="T68" fmla="*/ 88 w 356"/>
                    <a:gd name="T69" fmla="*/ 143 h 522"/>
                    <a:gd name="T70" fmla="*/ 171 w 356"/>
                    <a:gd name="T71" fmla="*/ 40 h 522"/>
                    <a:gd name="T72" fmla="*/ 166 w 356"/>
                    <a:gd name="T73" fmla="*/ 3 h 522"/>
                    <a:gd name="T74" fmla="*/ 189 w 356"/>
                    <a:gd name="T75" fmla="*/ 313 h 522"/>
                    <a:gd name="T76" fmla="*/ 172 w 356"/>
                    <a:gd name="T77" fmla="*/ 330 h 522"/>
                    <a:gd name="T78" fmla="*/ 191 w 356"/>
                    <a:gd name="T79" fmla="*/ 314 h 522"/>
                    <a:gd name="T80" fmla="*/ 148 w 356"/>
                    <a:gd name="T81" fmla="*/ 330 h 522"/>
                    <a:gd name="T82" fmla="*/ 74 w 356"/>
                    <a:gd name="T83" fmla="*/ 379 h 522"/>
                    <a:gd name="T84" fmla="*/ 153 w 356"/>
                    <a:gd name="T85" fmla="*/ 348 h 522"/>
                    <a:gd name="T86" fmla="*/ 148 w 356"/>
                    <a:gd name="T87" fmla="*/ 33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6" h="522">
                      <a:moveTo>
                        <a:pt x="179" y="1"/>
                      </a:moveTo>
                      <a:cubicBezTo>
                        <a:pt x="219" y="32"/>
                        <a:pt x="181" y="74"/>
                        <a:pt x="187" y="109"/>
                      </a:cubicBezTo>
                      <a:cubicBezTo>
                        <a:pt x="197" y="112"/>
                        <a:pt x="212" y="105"/>
                        <a:pt x="221" y="121"/>
                      </a:cubicBezTo>
                      <a:cubicBezTo>
                        <a:pt x="224" y="126"/>
                        <a:pt x="223" y="129"/>
                        <a:pt x="223" y="134"/>
                      </a:cubicBezTo>
                      <a:cubicBezTo>
                        <a:pt x="223" y="135"/>
                        <a:pt x="222" y="135"/>
                        <a:pt x="222" y="135"/>
                      </a:cubicBezTo>
                      <a:cubicBezTo>
                        <a:pt x="213" y="137"/>
                        <a:pt x="199" y="131"/>
                        <a:pt x="192" y="134"/>
                      </a:cubicBezTo>
                      <a:cubicBezTo>
                        <a:pt x="184" y="137"/>
                        <a:pt x="176" y="190"/>
                        <a:pt x="174" y="200"/>
                      </a:cubicBezTo>
                      <a:cubicBezTo>
                        <a:pt x="176" y="201"/>
                        <a:pt x="179" y="202"/>
                        <a:pt x="182" y="203"/>
                      </a:cubicBezTo>
                      <a:cubicBezTo>
                        <a:pt x="188" y="196"/>
                        <a:pt x="195" y="192"/>
                        <a:pt x="203" y="193"/>
                      </a:cubicBezTo>
                      <a:cubicBezTo>
                        <a:pt x="204" y="194"/>
                        <a:pt x="206" y="194"/>
                        <a:pt x="207" y="195"/>
                      </a:cubicBezTo>
                      <a:cubicBezTo>
                        <a:pt x="207" y="197"/>
                        <a:pt x="206" y="199"/>
                        <a:pt x="206" y="201"/>
                      </a:cubicBezTo>
                      <a:cubicBezTo>
                        <a:pt x="197" y="206"/>
                        <a:pt x="179" y="212"/>
                        <a:pt x="175" y="220"/>
                      </a:cubicBezTo>
                      <a:cubicBezTo>
                        <a:pt x="175" y="245"/>
                        <a:pt x="175" y="270"/>
                        <a:pt x="176" y="295"/>
                      </a:cubicBezTo>
                      <a:cubicBezTo>
                        <a:pt x="184" y="300"/>
                        <a:pt x="188" y="302"/>
                        <a:pt x="194" y="309"/>
                      </a:cubicBezTo>
                      <a:cubicBezTo>
                        <a:pt x="216" y="282"/>
                        <a:pt x="250" y="223"/>
                        <a:pt x="250" y="199"/>
                      </a:cubicBezTo>
                      <a:cubicBezTo>
                        <a:pt x="250" y="193"/>
                        <a:pt x="244" y="187"/>
                        <a:pt x="243" y="181"/>
                      </a:cubicBezTo>
                      <a:cubicBezTo>
                        <a:pt x="244" y="180"/>
                        <a:pt x="245" y="179"/>
                        <a:pt x="246" y="178"/>
                      </a:cubicBezTo>
                      <a:cubicBezTo>
                        <a:pt x="250" y="179"/>
                        <a:pt x="254" y="179"/>
                        <a:pt x="259" y="179"/>
                      </a:cubicBezTo>
                      <a:cubicBezTo>
                        <a:pt x="275" y="183"/>
                        <a:pt x="279" y="204"/>
                        <a:pt x="277" y="214"/>
                      </a:cubicBezTo>
                      <a:cubicBezTo>
                        <a:pt x="270" y="223"/>
                        <a:pt x="264" y="232"/>
                        <a:pt x="257" y="241"/>
                      </a:cubicBezTo>
                      <a:cubicBezTo>
                        <a:pt x="253" y="253"/>
                        <a:pt x="248" y="266"/>
                        <a:pt x="243" y="278"/>
                      </a:cubicBezTo>
                      <a:cubicBezTo>
                        <a:pt x="233" y="297"/>
                        <a:pt x="212" y="310"/>
                        <a:pt x="209" y="326"/>
                      </a:cubicBezTo>
                      <a:cubicBezTo>
                        <a:pt x="226" y="339"/>
                        <a:pt x="245" y="346"/>
                        <a:pt x="263" y="354"/>
                      </a:cubicBezTo>
                      <a:cubicBezTo>
                        <a:pt x="273" y="362"/>
                        <a:pt x="283" y="370"/>
                        <a:pt x="293" y="378"/>
                      </a:cubicBezTo>
                      <a:cubicBezTo>
                        <a:pt x="315" y="388"/>
                        <a:pt x="335" y="377"/>
                        <a:pt x="356" y="406"/>
                      </a:cubicBezTo>
                      <a:cubicBezTo>
                        <a:pt x="356" y="407"/>
                        <a:pt x="355" y="408"/>
                        <a:pt x="355" y="409"/>
                      </a:cubicBezTo>
                      <a:cubicBezTo>
                        <a:pt x="354" y="411"/>
                        <a:pt x="352" y="413"/>
                        <a:pt x="351" y="414"/>
                      </a:cubicBezTo>
                      <a:cubicBezTo>
                        <a:pt x="337" y="417"/>
                        <a:pt x="322" y="420"/>
                        <a:pt x="308" y="423"/>
                      </a:cubicBezTo>
                      <a:cubicBezTo>
                        <a:pt x="291" y="418"/>
                        <a:pt x="292" y="402"/>
                        <a:pt x="284" y="393"/>
                      </a:cubicBezTo>
                      <a:cubicBezTo>
                        <a:pt x="256" y="375"/>
                        <a:pt x="228" y="356"/>
                        <a:pt x="199" y="338"/>
                      </a:cubicBezTo>
                      <a:cubicBezTo>
                        <a:pt x="191" y="338"/>
                        <a:pt x="183" y="343"/>
                        <a:pt x="175" y="347"/>
                      </a:cubicBezTo>
                      <a:cubicBezTo>
                        <a:pt x="165" y="366"/>
                        <a:pt x="176" y="383"/>
                        <a:pt x="176" y="401"/>
                      </a:cubicBezTo>
                      <a:cubicBezTo>
                        <a:pt x="176" y="441"/>
                        <a:pt x="176" y="479"/>
                        <a:pt x="179" y="517"/>
                      </a:cubicBezTo>
                      <a:cubicBezTo>
                        <a:pt x="176" y="519"/>
                        <a:pt x="174" y="521"/>
                        <a:pt x="172" y="522"/>
                      </a:cubicBezTo>
                      <a:cubicBezTo>
                        <a:pt x="138" y="509"/>
                        <a:pt x="138" y="488"/>
                        <a:pt x="110" y="464"/>
                      </a:cubicBezTo>
                      <a:cubicBezTo>
                        <a:pt x="111" y="462"/>
                        <a:pt x="112" y="461"/>
                        <a:pt x="113" y="459"/>
                      </a:cubicBezTo>
                      <a:cubicBezTo>
                        <a:pt x="115" y="460"/>
                        <a:pt x="116" y="460"/>
                        <a:pt x="118" y="460"/>
                      </a:cubicBezTo>
                      <a:cubicBezTo>
                        <a:pt x="129" y="466"/>
                        <a:pt x="140" y="471"/>
                        <a:pt x="151" y="477"/>
                      </a:cubicBezTo>
                      <a:cubicBezTo>
                        <a:pt x="152" y="477"/>
                        <a:pt x="153" y="476"/>
                        <a:pt x="154" y="476"/>
                      </a:cubicBezTo>
                      <a:cubicBezTo>
                        <a:pt x="154" y="445"/>
                        <a:pt x="155" y="414"/>
                        <a:pt x="155" y="383"/>
                      </a:cubicBezTo>
                      <a:cubicBezTo>
                        <a:pt x="137" y="380"/>
                        <a:pt x="62" y="461"/>
                        <a:pt x="28" y="466"/>
                      </a:cubicBezTo>
                      <a:cubicBezTo>
                        <a:pt x="27" y="465"/>
                        <a:pt x="25" y="464"/>
                        <a:pt x="24" y="463"/>
                      </a:cubicBezTo>
                      <a:cubicBezTo>
                        <a:pt x="24" y="462"/>
                        <a:pt x="25" y="461"/>
                        <a:pt x="26" y="460"/>
                      </a:cubicBezTo>
                      <a:cubicBezTo>
                        <a:pt x="33" y="443"/>
                        <a:pt x="68" y="433"/>
                        <a:pt x="73" y="413"/>
                      </a:cubicBezTo>
                      <a:cubicBezTo>
                        <a:pt x="67" y="404"/>
                        <a:pt x="69" y="398"/>
                        <a:pt x="67" y="390"/>
                      </a:cubicBezTo>
                      <a:cubicBezTo>
                        <a:pt x="59" y="375"/>
                        <a:pt x="52" y="359"/>
                        <a:pt x="44" y="343"/>
                      </a:cubicBezTo>
                      <a:cubicBezTo>
                        <a:pt x="37" y="320"/>
                        <a:pt x="29" y="296"/>
                        <a:pt x="22" y="272"/>
                      </a:cubicBezTo>
                      <a:cubicBezTo>
                        <a:pt x="17" y="259"/>
                        <a:pt x="4" y="255"/>
                        <a:pt x="0" y="243"/>
                      </a:cubicBezTo>
                      <a:cubicBezTo>
                        <a:pt x="5" y="230"/>
                        <a:pt x="27" y="224"/>
                        <a:pt x="37" y="244"/>
                      </a:cubicBezTo>
                      <a:cubicBezTo>
                        <a:pt x="42" y="254"/>
                        <a:pt x="38" y="264"/>
                        <a:pt x="41" y="275"/>
                      </a:cubicBezTo>
                      <a:cubicBezTo>
                        <a:pt x="47" y="290"/>
                        <a:pt x="53" y="306"/>
                        <a:pt x="59" y="322"/>
                      </a:cubicBezTo>
                      <a:cubicBezTo>
                        <a:pt x="62" y="334"/>
                        <a:pt x="58" y="346"/>
                        <a:pt x="66" y="357"/>
                      </a:cubicBezTo>
                      <a:cubicBezTo>
                        <a:pt x="84" y="352"/>
                        <a:pt x="148" y="309"/>
                        <a:pt x="155" y="290"/>
                      </a:cubicBezTo>
                      <a:cubicBezTo>
                        <a:pt x="154" y="288"/>
                        <a:pt x="152" y="287"/>
                        <a:pt x="150" y="285"/>
                      </a:cubicBezTo>
                      <a:cubicBezTo>
                        <a:pt x="139" y="290"/>
                        <a:pt x="106" y="292"/>
                        <a:pt x="109" y="269"/>
                      </a:cubicBezTo>
                      <a:cubicBezTo>
                        <a:pt x="110" y="268"/>
                        <a:pt x="111" y="267"/>
                        <a:pt x="112" y="266"/>
                      </a:cubicBezTo>
                      <a:cubicBezTo>
                        <a:pt x="128" y="256"/>
                        <a:pt x="139" y="256"/>
                        <a:pt x="156" y="255"/>
                      </a:cubicBezTo>
                      <a:cubicBezTo>
                        <a:pt x="157" y="254"/>
                        <a:pt x="158" y="253"/>
                        <a:pt x="159" y="252"/>
                      </a:cubicBezTo>
                      <a:cubicBezTo>
                        <a:pt x="158" y="244"/>
                        <a:pt x="158" y="237"/>
                        <a:pt x="158" y="229"/>
                      </a:cubicBezTo>
                      <a:cubicBezTo>
                        <a:pt x="157" y="228"/>
                        <a:pt x="156" y="228"/>
                        <a:pt x="156" y="227"/>
                      </a:cubicBezTo>
                      <a:cubicBezTo>
                        <a:pt x="143" y="231"/>
                        <a:pt x="125" y="232"/>
                        <a:pt x="114" y="242"/>
                      </a:cubicBezTo>
                      <a:cubicBezTo>
                        <a:pt x="92" y="263"/>
                        <a:pt x="87" y="301"/>
                        <a:pt x="53" y="281"/>
                      </a:cubicBezTo>
                      <a:cubicBezTo>
                        <a:pt x="53" y="277"/>
                        <a:pt x="53" y="274"/>
                        <a:pt x="53" y="270"/>
                      </a:cubicBezTo>
                      <a:cubicBezTo>
                        <a:pt x="83" y="230"/>
                        <a:pt x="122" y="227"/>
                        <a:pt x="156" y="214"/>
                      </a:cubicBezTo>
                      <a:cubicBezTo>
                        <a:pt x="163" y="201"/>
                        <a:pt x="164" y="177"/>
                        <a:pt x="163" y="164"/>
                      </a:cubicBezTo>
                      <a:cubicBezTo>
                        <a:pt x="162" y="164"/>
                        <a:pt x="161" y="163"/>
                        <a:pt x="159" y="163"/>
                      </a:cubicBezTo>
                      <a:cubicBezTo>
                        <a:pt x="147" y="171"/>
                        <a:pt x="119" y="199"/>
                        <a:pt x="104" y="182"/>
                      </a:cubicBezTo>
                      <a:cubicBezTo>
                        <a:pt x="102" y="177"/>
                        <a:pt x="100" y="172"/>
                        <a:pt x="98" y="167"/>
                      </a:cubicBezTo>
                      <a:cubicBezTo>
                        <a:pt x="91" y="157"/>
                        <a:pt x="87" y="161"/>
                        <a:pt x="83" y="149"/>
                      </a:cubicBezTo>
                      <a:cubicBezTo>
                        <a:pt x="85" y="147"/>
                        <a:pt x="86" y="145"/>
                        <a:pt x="88" y="143"/>
                      </a:cubicBezTo>
                      <a:cubicBezTo>
                        <a:pt x="111" y="139"/>
                        <a:pt x="148" y="135"/>
                        <a:pt x="168" y="114"/>
                      </a:cubicBezTo>
                      <a:cubicBezTo>
                        <a:pt x="169" y="89"/>
                        <a:pt x="170" y="65"/>
                        <a:pt x="171" y="40"/>
                      </a:cubicBezTo>
                      <a:cubicBezTo>
                        <a:pt x="171" y="29"/>
                        <a:pt x="162" y="18"/>
                        <a:pt x="162" y="7"/>
                      </a:cubicBezTo>
                      <a:cubicBezTo>
                        <a:pt x="164" y="6"/>
                        <a:pt x="165" y="4"/>
                        <a:pt x="166" y="3"/>
                      </a:cubicBezTo>
                      <a:cubicBezTo>
                        <a:pt x="171" y="0"/>
                        <a:pt x="174" y="2"/>
                        <a:pt x="179" y="1"/>
                      </a:cubicBezTo>
                      <a:close/>
                      <a:moveTo>
                        <a:pt x="189" y="313"/>
                      </a:moveTo>
                      <a:cubicBezTo>
                        <a:pt x="184" y="314"/>
                        <a:pt x="179" y="315"/>
                        <a:pt x="174" y="316"/>
                      </a:cubicBezTo>
                      <a:cubicBezTo>
                        <a:pt x="171" y="323"/>
                        <a:pt x="171" y="325"/>
                        <a:pt x="172" y="330"/>
                      </a:cubicBezTo>
                      <a:cubicBezTo>
                        <a:pt x="174" y="331"/>
                        <a:pt x="176" y="331"/>
                        <a:pt x="178" y="332"/>
                      </a:cubicBezTo>
                      <a:cubicBezTo>
                        <a:pt x="182" y="326"/>
                        <a:pt x="186" y="320"/>
                        <a:pt x="191" y="314"/>
                      </a:cubicBezTo>
                      <a:cubicBezTo>
                        <a:pt x="190" y="313"/>
                        <a:pt x="190" y="313"/>
                        <a:pt x="189" y="313"/>
                      </a:cubicBezTo>
                      <a:close/>
                      <a:moveTo>
                        <a:pt x="148" y="330"/>
                      </a:moveTo>
                      <a:cubicBezTo>
                        <a:pt x="131" y="345"/>
                        <a:pt x="115" y="359"/>
                        <a:pt x="99" y="374"/>
                      </a:cubicBezTo>
                      <a:cubicBezTo>
                        <a:pt x="90" y="378"/>
                        <a:pt x="82" y="373"/>
                        <a:pt x="74" y="379"/>
                      </a:cubicBezTo>
                      <a:cubicBezTo>
                        <a:pt x="78" y="386"/>
                        <a:pt x="82" y="394"/>
                        <a:pt x="87" y="402"/>
                      </a:cubicBezTo>
                      <a:cubicBezTo>
                        <a:pt x="96" y="399"/>
                        <a:pt x="151" y="354"/>
                        <a:pt x="153" y="348"/>
                      </a:cubicBezTo>
                      <a:cubicBezTo>
                        <a:pt x="153" y="344"/>
                        <a:pt x="153" y="339"/>
                        <a:pt x="153" y="335"/>
                      </a:cubicBezTo>
                      <a:cubicBezTo>
                        <a:pt x="151" y="333"/>
                        <a:pt x="150" y="332"/>
                        <a:pt x="148" y="3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332">
                    <a:defRPr/>
                  </a:pPr>
                  <a:endParaRPr>
                    <a:solidFill>
                      <a:prstClr val="black"/>
                    </a:solidFill>
                    <a:latin typeface="等线" panose="02010600030101010101" charset="-122"/>
                  </a:endParaRPr>
                </a:p>
              </p:txBody>
            </p:sp>
            <p:sp>
              <p:nvSpPr>
                <p:cNvPr id="12" name="íṥľidè">
                  <a:extLst>
                    <a:ext uri="{FF2B5EF4-FFF2-40B4-BE49-F238E27FC236}">
                      <a16:creationId xmlns:a16="http://schemas.microsoft.com/office/drawing/2014/main" id="{3646E320-DD6E-401E-95D7-26CC7EBF1799}"/>
                    </a:ext>
                  </a:extLst>
                </p:cNvPr>
                <p:cNvSpPr/>
                <p:nvPr/>
              </p:nvSpPr>
              <p:spPr bwMode="auto">
                <a:xfrm>
                  <a:off x="8391526" y="2489201"/>
                  <a:ext cx="1127125" cy="1479550"/>
                </a:xfrm>
                <a:custGeom>
                  <a:avLst/>
                  <a:gdLst>
                    <a:gd name="T0" fmla="*/ 113 w 342"/>
                    <a:gd name="T1" fmla="*/ 49 h 448"/>
                    <a:gd name="T2" fmla="*/ 137 w 342"/>
                    <a:gd name="T3" fmla="*/ 96 h 448"/>
                    <a:gd name="T4" fmla="*/ 165 w 342"/>
                    <a:gd name="T5" fmla="*/ 60 h 448"/>
                    <a:gd name="T6" fmla="*/ 150 w 342"/>
                    <a:gd name="T7" fmla="*/ 46 h 448"/>
                    <a:gd name="T8" fmla="*/ 175 w 342"/>
                    <a:gd name="T9" fmla="*/ 30 h 448"/>
                    <a:gd name="T10" fmla="*/ 171 w 342"/>
                    <a:gd name="T11" fmla="*/ 9 h 448"/>
                    <a:gd name="T12" fmla="*/ 200 w 342"/>
                    <a:gd name="T13" fmla="*/ 59 h 448"/>
                    <a:gd name="T14" fmla="*/ 213 w 342"/>
                    <a:gd name="T15" fmla="*/ 139 h 448"/>
                    <a:gd name="T16" fmla="*/ 258 w 342"/>
                    <a:gd name="T17" fmla="*/ 94 h 448"/>
                    <a:gd name="T18" fmla="*/ 242 w 342"/>
                    <a:gd name="T19" fmla="*/ 85 h 448"/>
                    <a:gd name="T20" fmla="*/ 286 w 342"/>
                    <a:gd name="T21" fmla="*/ 36 h 448"/>
                    <a:gd name="T22" fmla="*/ 242 w 342"/>
                    <a:gd name="T23" fmla="*/ 28 h 448"/>
                    <a:gd name="T24" fmla="*/ 249 w 342"/>
                    <a:gd name="T25" fmla="*/ 10 h 448"/>
                    <a:gd name="T26" fmla="*/ 263 w 342"/>
                    <a:gd name="T27" fmla="*/ 124 h 448"/>
                    <a:gd name="T28" fmla="*/ 329 w 342"/>
                    <a:gd name="T29" fmla="*/ 191 h 448"/>
                    <a:gd name="T30" fmla="*/ 285 w 342"/>
                    <a:gd name="T31" fmla="*/ 195 h 448"/>
                    <a:gd name="T32" fmla="*/ 227 w 342"/>
                    <a:gd name="T33" fmla="*/ 199 h 448"/>
                    <a:gd name="T34" fmla="*/ 300 w 342"/>
                    <a:gd name="T35" fmla="*/ 149 h 448"/>
                    <a:gd name="T36" fmla="*/ 296 w 342"/>
                    <a:gd name="T37" fmla="*/ 128 h 448"/>
                    <a:gd name="T38" fmla="*/ 249 w 342"/>
                    <a:gd name="T39" fmla="*/ 150 h 448"/>
                    <a:gd name="T40" fmla="*/ 146 w 342"/>
                    <a:gd name="T41" fmla="*/ 185 h 448"/>
                    <a:gd name="T42" fmla="*/ 119 w 342"/>
                    <a:gd name="T43" fmla="*/ 212 h 448"/>
                    <a:gd name="T44" fmla="*/ 107 w 342"/>
                    <a:gd name="T45" fmla="*/ 213 h 448"/>
                    <a:gd name="T46" fmla="*/ 64 w 342"/>
                    <a:gd name="T47" fmla="*/ 184 h 448"/>
                    <a:gd name="T48" fmla="*/ 88 w 342"/>
                    <a:gd name="T49" fmla="*/ 170 h 448"/>
                    <a:gd name="T50" fmla="*/ 79 w 342"/>
                    <a:gd name="T51" fmla="*/ 95 h 448"/>
                    <a:gd name="T52" fmla="*/ 108 w 342"/>
                    <a:gd name="T53" fmla="*/ 164 h 448"/>
                    <a:gd name="T54" fmla="*/ 107 w 342"/>
                    <a:gd name="T55" fmla="*/ 51 h 448"/>
                    <a:gd name="T56" fmla="*/ 27 w 342"/>
                    <a:gd name="T57" fmla="*/ 174 h 448"/>
                    <a:gd name="T58" fmla="*/ 19 w 342"/>
                    <a:gd name="T59" fmla="*/ 255 h 448"/>
                    <a:gd name="T60" fmla="*/ 21 w 342"/>
                    <a:gd name="T61" fmla="*/ 178 h 448"/>
                    <a:gd name="T62" fmla="*/ 140 w 342"/>
                    <a:gd name="T63" fmla="*/ 118 h 448"/>
                    <a:gd name="T64" fmla="*/ 177 w 342"/>
                    <a:gd name="T65" fmla="*/ 137 h 448"/>
                    <a:gd name="T66" fmla="*/ 167 w 342"/>
                    <a:gd name="T67" fmla="*/ 106 h 448"/>
                    <a:gd name="T68" fmla="*/ 198 w 342"/>
                    <a:gd name="T69" fmla="*/ 111 h 448"/>
                    <a:gd name="T70" fmla="*/ 112 w 342"/>
                    <a:gd name="T71" fmla="*/ 227 h 448"/>
                    <a:gd name="T72" fmla="*/ 144 w 342"/>
                    <a:gd name="T73" fmla="*/ 254 h 448"/>
                    <a:gd name="T74" fmla="*/ 136 w 342"/>
                    <a:gd name="T75" fmla="*/ 282 h 448"/>
                    <a:gd name="T76" fmla="*/ 172 w 342"/>
                    <a:gd name="T77" fmla="*/ 266 h 448"/>
                    <a:gd name="T78" fmla="*/ 127 w 342"/>
                    <a:gd name="T79" fmla="*/ 321 h 448"/>
                    <a:gd name="T80" fmla="*/ 102 w 342"/>
                    <a:gd name="T81" fmla="*/ 339 h 448"/>
                    <a:gd name="T82" fmla="*/ 169 w 342"/>
                    <a:gd name="T83" fmla="*/ 326 h 448"/>
                    <a:gd name="T84" fmla="*/ 120 w 342"/>
                    <a:gd name="T85" fmla="*/ 400 h 448"/>
                    <a:gd name="T86" fmla="*/ 116 w 342"/>
                    <a:gd name="T87" fmla="*/ 406 h 448"/>
                    <a:gd name="T88" fmla="*/ 179 w 342"/>
                    <a:gd name="T89" fmla="*/ 430 h 448"/>
                    <a:gd name="T90" fmla="*/ 240 w 342"/>
                    <a:gd name="T91" fmla="*/ 307 h 448"/>
                    <a:gd name="T92" fmla="*/ 301 w 342"/>
                    <a:gd name="T93" fmla="*/ 336 h 448"/>
                    <a:gd name="T94" fmla="*/ 205 w 342"/>
                    <a:gd name="T95" fmla="*/ 296 h 448"/>
                    <a:gd name="T96" fmla="*/ 207 w 342"/>
                    <a:gd name="T97" fmla="*/ 261 h 448"/>
                    <a:gd name="T98" fmla="*/ 185 w 342"/>
                    <a:gd name="T99" fmla="*/ 246 h 448"/>
                    <a:gd name="T100" fmla="*/ 143 w 342"/>
                    <a:gd name="T101" fmla="*/ 22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2" h="448">
                      <a:moveTo>
                        <a:pt x="107" y="51"/>
                      </a:moveTo>
                      <a:cubicBezTo>
                        <a:pt x="109" y="51"/>
                        <a:pt x="111" y="50"/>
                        <a:pt x="113" y="49"/>
                      </a:cubicBezTo>
                      <a:cubicBezTo>
                        <a:pt x="120" y="52"/>
                        <a:pt x="126" y="55"/>
                        <a:pt x="133" y="58"/>
                      </a:cubicBezTo>
                      <a:cubicBezTo>
                        <a:pt x="143" y="74"/>
                        <a:pt x="136" y="82"/>
                        <a:pt x="137" y="96"/>
                      </a:cubicBezTo>
                      <a:cubicBezTo>
                        <a:pt x="138" y="97"/>
                        <a:pt x="138" y="97"/>
                        <a:pt x="139" y="97"/>
                      </a:cubicBezTo>
                      <a:cubicBezTo>
                        <a:pt x="148" y="85"/>
                        <a:pt x="156" y="73"/>
                        <a:pt x="165" y="60"/>
                      </a:cubicBezTo>
                      <a:cubicBezTo>
                        <a:pt x="164" y="58"/>
                        <a:pt x="163" y="56"/>
                        <a:pt x="162" y="54"/>
                      </a:cubicBezTo>
                      <a:cubicBezTo>
                        <a:pt x="156" y="52"/>
                        <a:pt x="154" y="53"/>
                        <a:pt x="150" y="46"/>
                      </a:cubicBezTo>
                      <a:cubicBezTo>
                        <a:pt x="150" y="41"/>
                        <a:pt x="151" y="37"/>
                        <a:pt x="151" y="32"/>
                      </a:cubicBezTo>
                      <a:cubicBezTo>
                        <a:pt x="162" y="27"/>
                        <a:pt x="165" y="33"/>
                        <a:pt x="175" y="30"/>
                      </a:cubicBezTo>
                      <a:cubicBezTo>
                        <a:pt x="175" y="29"/>
                        <a:pt x="175" y="28"/>
                        <a:pt x="175" y="26"/>
                      </a:cubicBezTo>
                      <a:cubicBezTo>
                        <a:pt x="170" y="19"/>
                        <a:pt x="168" y="15"/>
                        <a:pt x="171" y="9"/>
                      </a:cubicBezTo>
                      <a:cubicBezTo>
                        <a:pt x="172" y="8"/>
                        <a:pt x="173" y="7"/>
                        <a:pt x="173" y="6"/>
                      </a:cubicBezTo>
                      <a:cubicBezTo>
                        <a:pt x="207" y="16"/>
                        <a:pt x="202" y="33"/>
                        <a:pt x="200" y="59"/>
                      </a:cubicBezTo>
                      <a:cubicBezTo>
                        <a:pt x="220" y="80"/>
                        <a:pt x="221" y="113"/>
                        <a:pt x="208" y="135"/>
                      </a:cubicBezTo>
                      <a:cubicBezTo>
                        <a:pt x="210" y="136"/>
                        <a:pt x="211" y="138"/>
                        <a:pt x="213" y="139"/>
                      </a:cubicBezTo>
                      <a:cubicBezTo>
                        <a:pt x="214" y="139"/>
                        <a:pt x="214" y="138"/>
                        <a:pt x="215" y="138"/>
                      </a:cubicBezTo>
                      <a:cubicBezTo>
                        <a:pt x="232" y="137"/>
                        <a:pt x="257" y="109"/>
                        <a:pt x="258" y="94"/>
                      </a:cubicBezTo>
                      <a:cubicBezTo>
                        <a:pt x="252" y="93"/>
                        <a:pt x="247" y="93"/>
                        <a:pt x="241" y="93"/>
                      </a:cubicBezTo>
                      <a:cubicBezTo>
                        <a:pt x="240" y="88"/>
                        <a:pt x="240" y="89"/>
                        <a:pt x="242" y="85"/>
                      </a:cubicBezTo>
                      <a:cubicBezTo>
                        <a:pt x="249" y="74"/>
                        <a:pt x="267" y="72"/>
                        <a:pt x="277" y="66"/>
                      </a:cubicBezTo>
                      <a:cubicBezTo>
                        <a:pt x="280" y="56"/>
                        <a:pt x="283" y="46"/>
                        <a:pt x="286" y="36"/>
                      </a:cubicBezTo>
                      <a:cubicBezTo>
                        <a:pt x="284" y="35"/>
                        <a:pt x="283" y="33"/>
                        <a:pt x="281" y="32"/>
                      </a:cubicBezTo>
                      <a:cubicBezTo>
                        <a:pt x="269" y="38"/>
                        <a:pt x="251" y="38"/>
                        <a:pt x="242" y="28"/>
                      </a:cubicBezTo>
                      <a:cubicBezTo>
                        <a:pt x="242" y="23"/>
                        <a:pt x="242" y="19"/>
                        <a:pt x="243" y="15"/>
                      </a:cubicBezTo>
                      <a:cubicBezTo>
                        <a:pt x="245" y="13"/>
                        <a:pt x="247" y="12"/>
                        <a:pt x="249" y="10"/>
                      </a:cubicBezTo>
                      <a:cubicBezTo>
                        <a:pt x="268" y="16"/>
                        <a:pt x="293" y="0"/>
                        <a:pt x="311" y="12"/>
                      </a:cubicBezTo>
                      <a:cubicBezTo>
                        <a:pt x="330" y="25"/>
                        <a:pt x="266" y="104"/>
                        <a:pt x="263" y="124"/>
                      </a:cubicBezTo>
                      <a:cubicBezTo>
                        <a:pt x="275" y="127"/>
                        <a:pt x="289" y="114"/>
                        <a:pt x="303" y="116"/>
                      </a:cubicBezTo>
                      <a:cubicBezTo>
                        <a:pt x="342" y="123"/>
                        <a:pt x="333" y="168"/>
                        <a:pt x="329" y="191"/>
                      </a:cubicBezTo>
                      <a:cubicBezTo>
                        <a:pt x="327" y="192"/>
                        <a:pt x="324" y="193"/>
                        <a:pt x="321" y="195"/>
                      </a:cubicBezTo>
                      <a:cubicBezTo>
                        <a:pt x="305" y="186"/>
                        <a:pt x="302" y="195"/>
                        <a:pt x="285" y="195"/>
                      </a:cubicBezTo>
                      <a:cubicBezTo>
                        <a:pt x="260" y="195"/>
                        <a:pt x="261" y="186"/>
                        <a:pt x="229" y="200"/>
                      </a:cubicBezTo>
                      <a:cubicBezTo>
                        <a:pt x="228" y="200"/>
                        <a:pt x="228" y="199"/>
                        <a:pt x="227" y="199"/>
                      </a:cubicBezTo>
                      <a:cubicBezTo>
                        <a:pt x="226" y="197"/>
                        <a:pt x="225" y="195"/>
                        <a:pt x="225" y="194"/>
                      </a:cubicBezTo>
                      <a:cubicBezTo>
                        <a:pt x="250" y="170"/>
                        <a:pt x="277" y="161"/>
                        <a:pt x="300" y="149"/>
                      </a:cubicBezTo>
                      <a:cubicBezTo>
                        <a:pt x="300" y="147"/>
                        <a:pt x="301" y="145"/>
                        <a:pt x="302" y="143"/>
                      </a:cubicBezTo>
                      <a:cubicBezTo>
                        <a:pt x="300" y="138"/>
                        <a:pt x="298" y="133"/>
                        <a:pt x="296" y="128"/>
                      </a:cubicBezTo>
                      <a:cubicBezTo>
                        <a:pt x="295" y="128"/>
                        <a:pt x="293" y="127"/>
                        <a:pt x="292" y="127"/>
                      </a:cubicBezTo>
                      <a:cubicBezTo>
                        <a:pt x="270" y="150"/>
                        <a:pt x="270" y="141"/>
                        <a:pt x="249" y="150"/>
                      </a:cubicBezTo>
                      <a:cubicBezTo>
                        <a:pt x="239" y="157"/>
                        <a:pt x="229" y="163"/>
                        <a:pt x="219" y="170"/>
                      </a:cubicBezTo>
                      <a:cubicBezTo>
                        <a:pt x="183" y="156"/>
                        <a:pt x="185" y="173"/>
                        <a:pt x="146" y="185"/>
                      </a:cubicBezTo>
                      <a:cubicBezTo>
                        <a:pt x="139" y="185"/>
                        <a:pt x="132" y="186"/>
                        <a:pt x="125" y="186"/>
                      </a:cubicBezTo>
                      <a:cubicBezTo>
                        <a:pt x="115" y="195"/>
                        <a:pt x="121" y="202"/>
                        <a:pt x="119" y="212"/>
                      </a:cubicBezTo>
                      <a:cubicBezTo>
                        <a:pt x="117" y="213"/>
                        <a:pt x="116" y="214"/>
                        <a:pt x="115" y="215"/>
                      </a:cubicBezTo>
                      <a:cubicBezTo>
                        <a:pt x="112" y="215"/>
                        <a:pt x="109" y="214"/>
                        <a:pt x="107" y="213"/>
                      </a:cubicBezTo>
                      <a:cubicBezTo>
                        <a:pt x="90" y="186"/>
                        <a:pt x="89" y="199"/>
                        <a:pt x="65" y="188"/>
                      </a:cubicBezTo>
                      <a:cubicBezTo>
                        <a:pt x="65" y="186"/>
                        <a:pt x="64" y="185"/>
                        <a:pt x="64" y="184"/>
                      </a:cubicBezTo>
                      <a:cubicBezTo>
                        <a:pt x="63" y="179"/>
                        <a:pt x="64" y="178"/>
                        <a:pt x="66" y="173"/>
                      </a:cubicBezTo>
                      <a:cubicBezTo>
                        <a:pt x="73" y="172"/>
                        <a:pt x="81" y="171"/>
                        <a:pt x="88" y="170"/>
                      </a:cubicBezTo>
                      <a:cubicBezTo>
                        <a:pt x="87" y="147"/>
                        <a:pt x="70" y="122"/>
                        <a:pt x="68" y="98"/>
                      </a:cubicBezTo>
                      <a:cubicBezTo>
                        <a:pt x="74" y="94"/>
                        <a:pt x="74" y="95"/>
                        <a:pt x="79" y="95"/>
                      </a:cubicBezTo>
                      <a:cubicBezTo>
                        <a:pt x="84" y="97"/>
                        <a:pt x="89" y="100"/>
                        <a:pt x="93" y="103"/>
                      </a:cubicBezTo>
                      <a:cubicBezTo>
                        <a:pt x="98" y="127"/>
                        <a:pt x="94" y="140"/>
                        <a:pt x="108" y="164"/>
                      </a:cubicBezTo>
                      <a:cubicBezTo>
                        <a:pt x="115" y="165"/>
                        <a:pt x="119" y="166"/>
                        <a:pt x="128" y="161"/>
                      </a:cubicBezTo>
                      <a:cubicBezTo>
                        <a:pt x="132" y="128"/>
                        <a:pt x="104" y="84"/>
                        <a:pt x="107" y="51"/>
                      </a:cubicBezTo>
                      <a:close/>
                      <a:moveTo>
                        <a:pt x="21" y="178"/>
                      </a:moveTo>
                      <a:cubicBezTo>
                        <a:pt x="23" y="177"/>
                        <a:pt x="25" y="175"/>
                        <a:pt x="27" y="174"/>
                      </a:cubicBezTo>
                      <a:cubicBezTo>
                        <a:pt x="28" y="175"/>
                        <a:pt x="28" y="175"/>
                        <a:pt x="29" y="176"/>
                      </a:cubicBezTo>
                      <a:cubicBezTo>
                        <a:pt x="50" y="192"/>
                        <a:pt x="39" y="239"/>
                        <a:pt x="19" y="255"/>
                      </a:cubicBezTo>
                      <a:cubicBezTo>
                        <a:pt x="15" y="254"/>
                        <a:pt x="12" y="253"/>
                        <a:pt x="9" y="252"/>
                      </a:cubicBezTo>
                      <a:cubicBezTo>
                        <a:pt x="0" y="231"/>
                        <a:pt x="20" y="200"/>
                        <a:pt x="21" y="178"/>
                      </a:cubicBezTo>
                      <a:close/>
                      <a:moveTo>
                        <a:pt x="177" y="75"/>
                      </a:moveTo>
                      <a:cubicBezTo>
                        <a:pt x="169" y="90"/>
                        <a:pt x="146" y="102"/>
                        <a:pt x="140" y="118"/>
                      </a:cubicBezTo>
                      <a:cubicBezTo>
                        <a:pt x="143" y="130"/>
                        <a:pt x="146" y="143"/>
                        <a:pt x="149" y="155"/>
                      </a:cubicBezTo>
                      <a:cubicBezTo>
                        <a:pt x="159" y="155"/>
                        <a:pt x="175" y="151"/>
                        <a:pt x="177" y="137"/>
                      </a:cubicBezTo>
                      <a:cubicBezTo>
                        <a:pt x="169" y="132"/>
                        <a:pt x="153" y="125"/>
                        <a:pt x="159" y="112"/>
                      </a:cubicBezTo>
                      <a:cubicBezTo>
                        <a:pt x="162" y="110"/>
                        <a:pt x="164" y="108"/>
                        <a:pt x="167" y="106"/>
                      </a:cubicBezTo>
                      <a:cubicBezTo>
                        <a:pt x="177" y="104"/>
                        <a:pt x="182" y="108"/>
                        <a:pt x="190" y="116"/>
                      </a:cubicBezTo>
                      <a:cubicBezTo>
                        <a:pt x="193" y="115"/>
                        <a:pt x="195" y="113"/>
                        <a:pt x="198" y="111"/>
                      </a:cubicBezTo>
                      <a:cubicBezTo>
                        <a:pt x="205" y="100"/>
                        <a:pt x="201" y="60"/>
                        <a:pt x="177" y="75"/>
                      </a:cubicBezTo>
                      <a:close/>
                      <a:moveTo>
                        <a:pt x="112" y="227"/>
                      </a:moveTo>
                      <a:cubicBezTo>
                        <a:pt x="111" y="233"/>
                        <a:pt x="110" y="236"/>
                        <a:pt x="114" y="244"/>
                      </a:cubicBezTo>
                      <a:cubicBezTo>
                        <a:pt x="126" y="249"/>
                        <a:pt x="133" y="251"/>
                        <a:pt x="144" y="254"/>
                      </a:cubicBezTo>
                      <a:cubicBezTo>
                        <a:pt x="143" y="262"/>
                        <a:pt x="135" y="271"/>
                        <a:pt x="132" y="278"/>
                      </a:cubicBezTo>
                      <a:cubicBezTo>
                        <a:pt x="134" y="279"/>
                        <a:pt x="135" y="280"/>
                        <a:pt x="136" y="282"/>
                      </a:cubicBezTo>
                      <a:cubicBezTo>
                        <a:pt x="146" y="276"/>
                        <a:pt x="157" y="270"/>
                        <a:pt x="167" y="265"/>
                      </a:cubicBezTo>
                      <a:cubicBezTo>
                        <a:pt x="169" y="265"/>
                        <a:pt x="170" y="265"/>
                        <a:pt x="172" y="266"/>
                      </a:cubicBezTo>
                      <a:cubicBezTo>
                        <a:pt x="178" y="280"/>
                        <a:pt x="173" y="289"/>
                        <a:pt x="177" y="303"/>
                      </a:cubicBezTo>
                      <a:cubicBezTo>
                        <a:pt x="160" y="309"/>
                        <a:pt x="143" y="315"/>
                        <a:pt x="127" y="321"/>
                      </a:cubicBezTo>
                      <a:cubicBezTo>
                        <a:pt x="117" y="324"/>
                        <a:pt x="107" y="320"/>
                        <a:pt x="97" y="324"/>
                      </a:cubicBezTo>
                      <a:cubicBezTo>
                        <a:pt x="96" y="329"/>
                        <a:pt x="96" y="332"/>
                        <a:pt x="102" y="339"/>
                      </a:cubicBezTo>
                      <a:cubicBezTo>
                        <a:pt x="114" y="342"/>
                        <a:pt x="133" y="355"/>
                        <a:pt x="148" y="341"/>
                      </a:cubicBezTo>
                      <a:cubicBezTo>
                        <a:pt x="154" y="335"/>
                        <a:pt x="160" y="328"/>
                        <a:pt x="169" y="326"/>
                      </a:cubicBezTo>
                      <a:cubicBezTo>
                        <a:pt x="187" y="327"/>
                        <a:pt x="162" y="392"/>
                        <a:pt x="160" y="404"/>
                      </a:cubicBezTo>
                      <a:cubicBezTo>
                        <a:pt x="149" y="409"/>
                        <a:pt x="130" y="404"/>
                        <a:pt x="120" y="400"/>
                      </a:cubicBezTo>
                      <a:cubicBezTo>
                        <a:pt x="118" y="401"/>
                        <a:pt x="117" y="402"/>
                        <a:pt x="116" y="403"/>
                      </a:cubicBezTo>
                      <a:cubicBezTo>
                        <a:pt x="116" y="404"/>
                        <a:pt x="116" y="405"/>
                        <a:pt x="116" y="406"/>
                      </a:cubicBezTo>
                      <a:cubicBezTo>
                        <a:pt x="125" y="415"/>
                        <a:pt x="132" y="411"/>
                        <a:pt x="137" y="422"/>
                      </a:cubicBezTo>
                      <a:cubicBezTo>
                        <a:pt x="145" y="438"/>
                        <a:pt x="169" y="448"/>
                        <a:pt x="179" y="430"/>
                      </a:cubicBezTo>
                      <a:cubicBezTo>
                        <a:pt x="196" y="398"/>
                        <a:pt x="187" y="345"/>
                        <a:pt x="201" y="319"/>
                      </a:cubicBezTo>
                      <a:cubicBezTo>
                        <a:pt x="209" y="308"/>
                        <a:pt x="229" y="311"/>
                        <a:pt x="240" y="307"/>
                      </a:cubicBezTo>
                      <a:cubicBezTo>
                        <a:pt x="256" y="313"/>
                        <a:pt x="270" y="330"/>
                        <a:pt x="284" y="340"/>
                      </a:cubicBezTo>
                      <a:cubicBezTo>
                        <a:pt x="291" y="340"/>
                        <a:pt x="292" y="342"/>
                        <a:pt x="301" y="336"/>
                      </a:cubicBezTo>
                      <a:cubicBezTo>
                        <a:pt x="302" y="330"/>
                        <a:pt x="301" y="326"/>
                        <a:pt x="301" y="319"/>
                      </a:cubicBezTo>
                      <a:cubicBezTo>
                        <a:pt x="268" y="279"/>
                        <a:pt x="247" y="286"/>
                        <a:pt x="205" y="296"/>
                      </a:cubicBezTo>
                      <a:cubicBezTo>
                        <a:pt x="201" y="296"/>
                        <a:pt x="202" y="296"/>
                        <a:pt x="199" y="295"/>
                      </a:cubicBezTo>
                      <a:cubicBezTo>
                        <a:pt x="199" y="283"/>
                        <a:pt x="209" y="275"/>
                        <a:pt x="207" y="261"/>
                      </a:cubicBezTo>
                      <a:cubicBezTo>
                        <a:pt x="199" y="251"/>
                        <a:pt x="194" y="253"/>
                        <a:pt x="186" y="250"/>
                      </a:cubicBezTo>
                      <a:cubicBezTo>
                        <a:pt x="186" y="248"/>
                        <a:pt x="185" y="247"/>
                        <a:pt x="185" y="246"/>
                      </a:cubicBezTo>
                      <a:cubicBezTo>
                        <a:pt x="202" y="237"/>
                        <a:pt x="213" y="247"/>
                        <a:pt x="212" y="225"/>
                      </a:cubicBezTo>
                      <a:cubicBezTo>
                        <a:pt x="192" y="200"/>
                        <a:pt x="167" y="223"/>
                        <a:pt x="143" y="224"/>
                      </a:cubicBezTo>
                      <a:cubicBezTo>
                        <a:pt x="131" y="224"/>
                        <a:pt x="126" y="217"/>
                        <a:pt x="112" y="2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332">
                    <a:defRPr/>
                  </a:pPr>
                  <a:endParaRPr>
                    <a:solidFill>
                      <a:prstClr val="black"/>
                    </a:solidFill>
                    <a:latin typeface="等线" panose="02010600030101010101" charset="-122"/>
                  </a:endParaRPr>
                </a:p>
              </p:txBody>
            </p:sp>
          </p:grpSp>
          <p:sp>
            <p:nvSpPr>
              <p:cNvPr id="8" name="ï$1ïḋè">
                <a:extLst>
                  <a:ext uri="{FF2B5EF4-FFF2-40B4-BE49-F238E27FC236}">
                    <a16:creationId xmlns:a16="http://schemas.microsoft.com/office/drawing/2014/main" id="{22F57EBF-0EC6-459E-B245-27E601CD3D6F}"/>
                  </a:ext>
                </a:extLst>
              </p:cNvPr>
              <p:cNvSpPr/>
              <p:nvPr/>
            </p:nvSpPr>
            <p:spPr bwMode="auto">
              <a:xfrm>
                <a:off x="5426789" y="3861412"/>
                <a:ext cx="3484540" cy="281940"/>
              </a:xfrm>
              <a:custGeom>
                <a:avLst/>
                <a:gdLst>
                  <a:gd name="T0" fmla="*/ 71 w 1458"/>
                  <a:gd name="T1" fmla="*/ 91 h 118"/>
                  <a:gd name="T2" fmla="*/ 124 w 1458"/>
                  <a:gd name="T3" fmla="*/ 23 h 118"/>
                  <a:gd name="T4" fmla="*/ 93 w 1458"/>
                  <a:gd name="T5" fmla="*/ 58 h 118"/>
                  <a:gd name="T6" fmla="*/ 124 w 1458"/>
                  <a:gd name="T7" fmla="*/ 33 h 118"/>
                  <a:gd name="T8" fmla="*/ 192 w 1458"/>
                  <a:gd name="T9" fmla="*/ 26 h 118"/>
                  <a:gd name="T10" fmla="*/ 186 w 1458"/>
                  <a:gd name="T11" fmla="*/ 56 h 118"/>
                  <a:gd name="T12" fmla="*/ 228 w 1458"/>
                  <a:gd name="T13" fmla="*/ 85 h 118"/>
                  <a:gd name="T14" fmla="*/ 237 w 1458"/>
                  <a:gd name="T15" fmla="*/ 2 h 118"/>
                  <a:gd name="T16" fmla="*/ 240 w 1458"/>
                  <a:gd name="T17" fmla="*/ 80 h 118"/>
                  <a:gd name="T18" fmla="*/ 298 w 1458"/>
                  <a:gd name="T19" fmla="*/ 23 h 118"/>
                  <a:gd name="T20" fmla="*/ 306 w 1458"/>
                  <a:gd name="T21" fmla="*/ 37 h 118"/>
                  <a:gd name="T22" fmla="*/ 389 w 1458"/>
                  <a:gd name="T23" fmla="*/ 70 h 118"/>
                  <a:gd name="T24" fmla="*/ 371 w 1458"/>
                  <a:gd name="T25" fmla="*/ 23 h 118"/>
                  <a:gd name="T26" fmla="*/ 383 w 1458"/>
                  <a:gd name="T27" fmla="*/ 80 h 118"/>
                  <a:gd name="T28" fmla="*/ 353 w 1458"/>
                  <a:gd name="T29" fmla="*/ 52 h 118"/>
                  <a:gd name="T30" fmla="*/ 426 w 1458"/>
                  <a:gd name="T31" fmla="*/ 58 h 118"/>
                  <a:gd name="T32" fmla="*/ 437 w 1458"/>
                  <a:gd name="T33" fmla="*/ 35 h 118"/>
                  <a:gd name="T34" fmla="*/ 471 w 1458"/>
                  <a:gd name="T35" fmla="*/ 30 h 118"/>
                  <a:gd name="T36" fmla="*/ 465 w 1458"/>
                  <a:gd name="T37" fmla="*/ 83 h 118"/>
                  <a:gd name="T38" fmla="*/ 444 w 1458"/>
                  <a:gd name="T39" fmla="*/ 84 h 118"/>
                  <a:gd name="T40" fmla="*/ 512 w 1458"/>
                  <a:gd name="T41" fmla="*/ 80 h 118"/>
                  <a:gd name="T42" fmla="*/ 500 w 1458"/>
                  <a:gd name="T43" fmla="*/ 51 h 118"/>
                  <a:gd name="T44" fmla="*/ 544 w 1458"/>
                  <a:gd name="T45" fmla="*/ 32 h 118"/>
                  <a:gd name="T46" fmla="*/ 509 w 1458"/>
                  <a:gd name="T47" fmla="*/ 45 h 118"/>
                  <a:gd name="T48" fmla="*/ 537 w 1458"/>
                  <a:gd name="T49" fmla="*/ 90 h 118"/>
                  <a:gd name="T50" fmla="*/ 579 w 1458"/>
                  <a:gd name="T51" fmla="*/ 90 h 118"/>
                  <a:gd name="T52" fmla="*/ 573 w 1458"/>
                  <a:gd name="T53" fmla="*/ 9 h 118"/>
                  <a:gd name="T54" fmla="*/ 584 w 1458"/>
                  <a:gd name="T55" fmla="*/ 78 h 118"/>
                  <a:gd name="T56" fmla="*/ 641 w 1458"/>
                  <a:gd name="T57" fmla="*/ 92 h 118"/>
                  <a:gd name="T58" fmla="*/ 670 w 1458"/>
                  <a:gd name="T59" fmla="*/ 61 h 118"/>
                  <a:gd name="T60" fmla="*/ 658 w 1458"/>
                  <a:gd name="T61" fmla="*/ 52 h 118"/>
                  <a:gd name="T62" fmla="*/ 701 w 1458"/>
                  <a:gd name="T63" fmla="*/ 25 h 118"/>
                  <a:gd name="T64" fmla="*/ 708 w 1458"/>
                  <a:gd name="T65" fmla="*/ 37 h 118"/>
                  <a:gd name="T66" fmla="*/ 750 w 1458"/>
                  <a:gd name="T67" fmla="*/ 25 h 118"/>
                  <a:gd name="T68" fmla="*/ 794 w 1458"/>
                  <a:gd name="T69" fmla="*/ 91 h 118"/>
                  <a:gd name="T70" fmla="*/ 751 w 1458"/>
                  <a:gd name="T71" fmla="*/ 55 h 118"/>
                  <a:gd name="T72" fmla="*/ 905 w 1458"/>
                  <a:gd name="T73" fmla="*/ 87 h 118"/>
                  <a:gd name="T74" fmla="*/ 860 w 1458"/>
                  <a:gd name="T75" fmla="*/ 52 h 118"/>
                  <a:gd name="T76" fmla="*/ 945 w 1458"/>
                  <a:gd name="T77" fmla="*/ 91 h 118"/>
                  <a:gd name="T78" fmla="*/ 998 w 1458"/>
                  <a:gd name="T79" fmla="*/ 39 h 118"/>
                  <a:gd name="T80" fmla="*/ 973 w 1458"/>
                  <a:gd name="T81" fmla="*/ 33 h 118"/>
                  <a:gd name="T82" fmla="*/ 1034 w 1458"/>
                  <a:gd name="T83" fmla="*/ 0 h 118"/>
                  <a:gd name="T84" fmla="*/ 1023 w 1458"/>
                  <a:gd name="T85" fmla="*/ 91 h 118"/>
                  <a:gd name="T86" fmla="*/ 1100 w 1458"/>
                  <a:gd name="T87" fmla="*/ 25 h 118"/>
                  <a:gd name="T88" fmla="*/ 1156 w 1458"/>
                  <a:gd name="T89" fmla="*/ 92 h 118"/>
                  <a:gd name="T90" fmla="*/ 1185 w 1458"/>
                  <a:gd name="T91" fmla="*/ 61 h 118"/>
                  <a:gd name="T92" fmla="*/ 1174 w 1458"/>
                  <a:gd name="T93" fmla="*/ 52 h 118"/>
                  <a:gd name="T94" fmla="*/ 1216 w 1458"/>
                  <a:gd name="T95" fmla="*/ 25 h 118"/>
                  <a:gd name="T96" fmla="*/ 1223 w 1458"/>
                  <a:gd name="T97" fmla="*/ 37 h 118"/>
                  <a:gd name="T98" fmla="*/ 1267 w 1458"/>
                  <a:gd name="T99" fmla="*/ 80 h 118"/>
                  <a:gd name="T100" fmla="*/ 1255 w 1458"/>
                  <a:gd name="T101" fmla="*/ 51 h 118"/>
                  <a:gd name="T102" fmla="*/ 1300 w 1458"/>
                  <a:gd name="T103" fmla="*/ 32 h 118"/>
                  <a:gd name="T104" fmla="*/ 1265 w 1458"/>
                  <a:gd name="T105" fmla="*/ 45 h 118"/>
                  <a:gd name="T106" fmla="*/ 1293 w 1458"/>
                  <a:gd name="T107" fmla="*/ 90 h 118"/>
                  <a:gd name="T108" fmla="*/ 1337 w 1458"/>
                  <a:gd name="T109" fmla="*/ 13 h 118"/>
                  <a:gd name="T110" fmla="*/ 1386 w 1458"/>
                  <a:gd name="T111" fmla="*/ 81 h 118"/>
                  <a:gd name="T112" fmla="*/ 1355 w 1458"/>
                  <a:gd name="T113" fmla="*/ 34 h 118"/>
                  <a:gd name="T114" fmla="*/ 1386 w 1458"/>
                  <a:gd name="T115" fmla="*/ 34 h 118"/>
                  <a:gd name="T116" fmla="*/ 1403 w 1458"/>
                  <a:gd name="T117" fmla="*/ 116 h 118"/>
                  <a:gd name="T118" fmla="*/ 1398 w 1458"/>
                  <a:gd name="T119" fmla="*/ 25 h 118"/>
                  <a:gd name="T120" fmla="*/ 1433 w 1458"/>
                  <a:gd name="T121"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58" h="118">
                    <a:moveTo>
                      <a:pt x="0" y="91"/>
                    </a:moveTo>
                    <a:cubicBezTo>
                      <a:pt x="0" y="0"/>
                      <a:pt x="0" y="0"/>
                      <a:pt x="0" y="0"/>
                    </a:cubicBezTo>
                    <a:cubicBezTo>
                      <a:pt x="12" y="0"/>
                      <a:pt x="12" y="0"/>
                      <a:pt x="12" y="0"/>
                    </a:cubicBezTo>
                    <a:cubicBezTo>
                      <a:pt x="60" y="71"/>
                      <a:pt x="60" y="71"/>
                      <a:pt x="60" y="71"/>
                    </a:cubicBezTo>
                    <a:cubicBezTo>
                      <a:pt x="60" y="0"/>
                      <a:pt x="60" y="0"/>
                      <a:pt x="60" y="0"/>
                    </a:cubicBezTo>
                    <a:cubicBezTo>
                      <a:pt x="71" y="0"/>
                      <a:pt x="71" y="0"/>
                      <a:pt x="71" y="0"/>
                    </a:cubicBezTo>
                    <a:cubicBezTo>
                      <a:pt x="71" y="91"/>
                      <a:pt x="71" y="91"/>
                      <a:pt x="71" y="91"/>
                    </a:cubicBezTo>
                    <a:cubicBezTo>
                      <a:pt x="59" y="91"/>
                      <a:pt x="59" y="91"/>
                      <a:pt x="59" y="91"/>
                    </a:cubicBezTo>
                    <a:cubicBezTo>
                      <a:pt x="11" y="19"/>
                      <a:pt x="11" y="19"/>
                      <a:pt x="11" y="19"/>
                    </a:cubicBezTo>
                    <a:cubicBezTo>
                      <a:pt x="11" y="91"/>
                      <a:pt x="11" y="91"/>
                      <a:pt x="11" y="91"/>
                    </a:cubicBezTo>
                    <a:cubicBezTo>
                      <a:pt x="0" y="91"/>
                      <a:pt x="0" y="91"/>
                      <a:pt x="0" y="91"/>
                    </a:cubicBezTo>
                    <a:close/>
                    <a:moveTo>
                      <a:pt x="93" y="58"/>
                    </a:moveTo>
                    <a:cubicBezTo>
                      <a:pt x="93" y="46"/>
                      <a:pt x="96" y="37"/>
                      <a:pt x="103" y="31"/>
                    </a:cubicBezTo>
                    <a:cubicBezTo>
                      <a:pt x="109" y="26"/>
                      <a:pt x="116" y="23"/>
                      <a:pt x="124" y="23"/>
                    </a:cubicBezTo>
                    <a:cubicBezTo>
                      <a:pt x="133" y="23"/>
                      <a:pt x="140" y="26"/>
                      <a:pt x="146" y="32"/>
                    </a:cubicBezTo>
                    <a:cubicBezTo>
                      <a:pt x="152" y="38"/>
                      <a:pt x="155" y="46"/>
                      <a:pt x="155" y="57"/>
                    </a:cubicBezTo>
                    <a:cubicBezTo>
                      <a:pt x="155" y="65"/>
                      <a:pt x="153" y="72"/>
                      <a:pt x="151" y="77"/>
                    </a:cubicBezTo>
                    <a:cubicBezTo>
                      <a:pt x="148" y="82"/>
                      <a:pt x="145" y="86"/>
                      <a:pt x="140" y="88"/>
                    </a:cubicBezTo>
                    <a:cubicBezTo>
                      <a:pt x="135" y="91"/>
                      <a:pt x="130" y="92"/>
                      <a:pt x="124" y="92"/>
                    </a:cubicBezTo>
                    <a:cubicBezTo>
                      <a:pt x="115" y="92"/>
                      <a:pt x="107" y="89"/>
                      <a:pt x="101" y="83"/>
                    </a:cubicBezTo>
                    <a:cubicBezTo>
                      <a:pt x="96" y="78"/>
                      <a:pt x="93" y="69"/>
                      <a:pt x="93" y="58"/>
                    </a:cubicBezTo>
                    <a:close/>
                    <a:moveTo>
                      <a:pt x="104" y="58"/>
                    </a:moveTo>
                    <a:cubicBezTo>
                      <a:pt x="104" y="66"/>
                      <a:pt x="106" y="73"/>
                      <a:pt x="110" y="77"/>
                    </a:cubicBezTo>
                    <a:cubicBezTo>
                      <a:pt x="114" y="81"/>
                      <a:pt x="118" y="83"/>
                      <a:pt x="124" y="83"/>
                    </a:cubicBezTo>
                    <a:cubicBezTo>
                      <a:pt x="129" y="83"/>
                      <a:pt x="134" y="81"/>
                      <a:pt x="138" y="77"/>
                    </a:cubicBezTo>
                    <a:cubicBezTo>
                      <a:pt x="141" y="73"/>
                      <a:pt x="143" y="66"/>
                      <a:pt x="143" y="57"/>
                    </a:cubicBezTo>
                    <a:cubicBezTo>
                      <a:pt x="143" y="49"/>
                      <a:pt x="141" y="43"/>
                      <a:pt x="138" y="39"/>
                    </a:cubicBezTo>
                    <a:cubicBezTo>
                      <a:pt x="134" y="35"/>
                      <a:pt x="129" y="33"/>
                      <a:pt x="124" y="33"/>
                    </a:cubicBezTo>
                    <a:cubicBezTo>
                      <a:pt x="118" y="33"/>
                      <a:pt x="114" y="35"/>
                      <a:pt x="110" y="39"/>
                    </a:cubicBezTo>
                    <a:cubicBezTo>
                      <a:pt x="106" y="43"/>
                      <a:pt x="104" y="49"/>
                      <a:pt x="104" y="58"/>
                    </a:cubicBezTo>
                    <a:close/>
                    <a:moveTo>
                      <a:pt x="175" y="91"/>
                    </a:moveTo>
                    <a:cubicBezTo>
                      <a:pt x="175" y="25"/>
                      <a:pt x="175" y="25"/>
                      <a:pt x="175" y="25"/>
                    </a:cubicBezTo>
                    <a:cubicBezTo>
                      <a:pt x="185" y="25"/>
                      <a:pt x="185" y="25"/>
                      <a:pt x="185" y="25"/>
                    </a:cubicBezTo>
                    <a:cubicBezTo>
                      <a:pt x="185" y="35"/>
                      <a:pt x="185" y="35"/>
                      <a:pt x="185" y="35"/>
                    </a:cubicBezTo>
                    <a:cubicBezTo>
                      <a:pt x="187" y="30"/>
                      <a:pt x="190" y="27"/>
                      <a:pt x="192" y="26"/>
                    </a:cubicBezTo>
                    <a:cubicBezTo>
                      <a:pt x="194" y="24"/>
                      <a:pt x="196" y="23"/>
                      <a:pt x="199" y="23"/>
                    </a:cubicBezTo>
                    <a:cubicBezTo>
                      <a:pt x="203" y="23"/>
                      <a:pt x="207" y="25"/>
                      <a:pt x="211" y="27"/>
                    </a:cubicBezTo>
                    <a:cubicBezTo>
                      <a:pt x="207" y="37"/>
                      <a:pt x="207" y="37"/>
                      <a:pt x="207" y="37"/>
                    </a:cubicBezTo>
                    <a:cubicBezTo>
                      <a:pt x="204" y="36"/>
                      <a:pt x="201" y="35"/>
                      <a:pt x="199" y="35"/>
                    </a:cubicBezTo>
                    <a:cubicBezTo>
                      <a:pt x="196" y="35"/>
                      <a:pt x="194" y="36"/>
                      <a:pt x="192" y="37"/>
                    </a:cubicBezTo>
                    <a:cubicBezTo>
                      <a:pt x="190" y="39"/>
                      <a:pt x="189" y="41"/>
                      <a:pt x="188" y="43"/>
                    </a:cubicBezTo>
                    <a:cubicBezTo>
                      <a:pt x="187" y="47"/>
                      <a:pt x="186" y="52"/>
                      <a:pt x="186" y="56"/>
                    </a:cubicBezTo>
                    <a:cubicBezTo>
                      <a:pt x="186" y="91"/>
                      <a:pt x="186" y="91"/>
                      <a:pt x="186" y="91"/>
                    </a:cubicBezTo>
                    <a:cubicBezTo>
                      <a:pt x="175" y="91"/>
                      <a:pt x="175" y="91"/>
                      <a:pt x="175" y="91"/>
                    </a:cubicBezTo>
                    <a:close/>
                    <a:moveTo>
                      <a:pt x="249" y="81"/>
                    </a:moveTo>
                    <a:cubicBezTo>
                      <a:pt x="250" y="91"/>
                      <a:pt x="250" y="91"/>
                      <a:pt x="250" y="91"/>
                    </a:cubicBezTo>
                    <a:cubicBezTo>
                      <a:pt x="247" y="91"/>
                      <a:pt x="244" y="92"/>
                      <a:pt x="242" y="92"/>
                    </a:cubicBezTo>
                    <a:cubicBezTo>
                      <a:pt x="238" y="92"/>
                      <a:pt x="235" y="91"/>
                      <a:pt x="232" y="90"/>
                    </a:cubicBezTo>
                    <a:cubicBezTo>
                      <a:pt x="230" y="88"/>
                      <a:pt x="229" y="87"/>
                      <a:pt x="228" y="85"/>
                    </a:cubicBezTo>
                    <a:cubicBezTo>
                      <a:pt x="227" y="83"/>
                      <a:pt x="226" y="78"/>
                      <a:pt x="226" y="72"/>
                    </a:cubicBezTo>
                    <a:cubicBezTo>
                      <a:pt x="226" y="34"/>
                      <a:pt x="226" y="34"/>
                      <a:pt x="226" y="34"/>
                    </a:cubicBezTo>
                    <a:cubicBezTo>
                      <a:pt x="218" y="34"/>
                      <a:pt x="218" y="34"/>
                      <a:pt x="218" y="34"/>
                    </a:cubicBezTo>
                    <a:cubicBezTo>
                      <a:pt x="218" y="25"/>
                      <a:pt x="218" y="25"/>
                      <a:pt x="218" y="25"/>
                    </a:cubicBezTo>
                    <a:cubicBezTo>
                      <a:pt x="226" y="25"/>
                      <a:pt x="226" y="25"/>
                      <a:pt x="226" y="25"/>
                    </a:cubicBezTo>
                    <a:cubicBezTo>
                      <a:pt x="226" y="9"/>
                      <a:pt x="226" y="9"/>
                      <a:pt x="226" y="9"/>
                    </a:cubicBezTo>
                    <a:cubicBezTo>
                      <a:pt x="237" y="2"/>
                      <a:pt x="237" y="2"/>
                      <a:pt x="237" y="2"/>
                    </a:cubicBezTo>
                    <a:cubicBezTo>
                      <a:pt x="237" y="25"/>
                      <a:pt x="237" y="25"/>
                      <a:pt x="237" y="25"/>
                    </a:cubicBezTo>
                    <a:cubicBezTo>
                      <a:pt x="249" y="25"/>
                      <a:pt x="249" y="25"/>
                      <a:pt x="249" y="25"/>
                    </a:cubicBezTo>
                    <a:cubicBezTo>
                      <a:pt x="249" y="34"/>
                      <a:pt x="249" y="34"/>
                      <a:pt x="249" y="34"/>
                    </a:cubicBezTo>
                    <a:cubicBezTo>
                      <a:pt x="237" y="34"/>
                      <a:pt x="237" y="34"/>
                      <a:pt x="237" y="34"/>
                    </a:cubicBezTo>
                    <a:cubicBezTo>
                      <a:pt x="237" y="72"/>
                      <a:pt x="237" y="72"/>
                      <a:pt x="237" y="72"/>
                    </a:cubicBezTo>
                    <a:cubicBezTo>
                      <a:pt x="237" y="75"/>
                      <a:pt x="238" y="77"/>
                      <a:pt x="238" y="78"/>
                    </a:cubicBezTo>
                    <a:cubicBezTo>
                      <a:pt x="238" y="79"/>
                      <a:pt x="239" y="80"/>
                      <a:pt x="240" y="80"/>
                    </a:cubicBezTo>
                    <a:cubicBezTo>
                      <a:pt x="241" y="81"/>
                      <a:pt x="242" y="81"/>
                      <a:pt x="244" y="81"/>
                    </a:cubicBezTo>
                    <a:cubicBezTo>
                      <a:pt x="245" y="81"/>
                      <a:pt x="247" y="81"/>
                      <a:pt x="249" y="81"/>
                    </a:cubicBezTo>
                    <a:close/>
                    <a:moveTo>
                      <a:pt x="267" y="91"/>
                    </a:moveTo>
                    <a:cubicBezTo>
                      <a:pt x="267" y="0"/>
                      <a:pt x="267" y="0"/>
                      <a:pt x="267" y="0"/>
                    </a:cubicBezTo>
                    <a:cubicBezTo>
                      <a:pt x="278" y="0"/>
                      <a:pt x="278" y="0"/>
                      <a:pt x="278" y="0"/>
                    </a:cubicBezTo>
                    <a:cubicBezTo>
                      <a:pt x="278" y="32"/>
                      <a:pt x="278" y="32"/>
                      <a:pt x="278" y="32"/>
                    </a:cubicBezTo>
                    <a:cubicBezTo>
                      <a:pt x="283" y="26"/>
                      <a:pt x="290" y="23"/>
                      <a:pt x="298" y="23"/>
                    </a:cubicBezTo>
                    <a:cubicBezTo>
                      <a:pt x="302" y="23"/>
                      <a:pt x="307" y="24"/>
                      <a:pt x="310" y="26"/>
                    </a:cubicBezTo>
                    <a:cubicBezTo>
                      <a:pt x="314" y="28"/>
                      <a:pt x="316" y="31"/>
                      <a:pt x="318" y="34"/>
                    </a:cubicBezTo>
                    <a:cubicBezTo>
                      <a:pt x="320" y="38"/>
                      <a:pt x="320" y="43"/>
                      <a:pt x="320" y="49"/>
                    </a:cubicBezTo>
                    <a:cubicBezTo>
                      <a:pt x="320" y="91"/>
                      <a:pt x="320" y="91"/>
                      <a:pt x="320" y="91"/>
                    </a:cubicBezTo>
                    <a:cubicBezTo>
                      <a:pt x="309" y="91"/>
                      <a:pt x="309" y="91"/>
                      <a:pt x="309" y="91"/>
                    </a:cubicBezTo>
                    <a:cubicBezTo>
                      <a:pt x="309" y="49"/>
                      <a:pt x="309" y="49"/>
                      <a:pt x="309" y="49"/>
                    </a:cubicBezTo>
                    <a:cubicBezTo>
                      <a:pt x="309" y="43"/>
                      <a:pt x="308" y="39"/>
                      <a:pt x="306" y="37"/>
                    </a:cubicBezTo>
                    <a:cubicBezTo>
                      <a:pt x="303" y="34"/>
                      <a:pt x="300" y="33"/>
                      <a:pt x="295" y="33"/>
                    </a:cubicBezTo>
                    <a:cubicBezTo>
                      <a:pt x="292" y="33"/>
                      <a:pt x="289" y="34"/>
                      <a:pt x="286" y="36"/>
                    </a:cubicBezTo>
                    <a:cubicBezTo>
                      <a:pt x="283" y="37"/>
                      <a:pt x="281" y="40"/>
                      <a:pt x="280" y="43"/>
                    </a:cubicBezTo>
                    <a:cubicBezTo>
                      <a:pt x="278" y="46"/>
                      <a:pt x="278" y="50"/>
                      <a:pt x="278" y="55"/>
                    </a:cubicBezTo>
                    <a:cubicBezTo>
                      <a:pt x="278" y="91"/>
                      <a:pt x="278" y="91"/>
                      <a:pt x="278" y="91"/>
                    </a:cubicBezTo>
                    <a:cubicBezTo>
                      <a:pt x="267" y="91"/>
                      <a:pt x="267" y="91"/>
                      <a:pt x="267" y="91"/>
                    </a:cubicBezTo>
                    <a:close/>
                    <a:moveTo>
                      <a:pt x="389" y="70"/>
                    </a:moveTo>
                    <a:cubicBezTo>
                      <a:pt x="401" y="71"/>
                      <a:pt x="401" y="71"/>
                      <a:pt x="401" y="71"/>
                    </a:cubicBezTo>
                    <a:cubicBezTo>
                      <a:pt x="399" y="78"/>
                      <a:pt x="396" y="83"/>
                      <a:pt x="391" y="87"/>
                    </a:cubicBezTo>
                    <a:cubicBezTo>
                      <a:pt x="386" y="90"/>
                      <a:pt x="380" y="92"/>
                      <a:pt x="372" y="92"/>
                    </a:cubicBezTo>
                    <a:cubicBezTo>
                      <a:pt x="362" y="92"/>
                      <a:pt x="355" y="89"/>
                      <a:pt x="349" y="83"/>
                    </a:cubicBezTo>
                    <a:cubicBezTo>
                      <a:pt x="343" y="77"/>
                      <a:pt x="341" y="69"/>
                      <a:pt x="341" y="58"/>
                    </a:cubicBezTo>
                    <a:cubicBezTo>
                      <a:pt x="341" y="47"/>
                      <a:pt x="344" y="39"/>
                      <a:pt x="349" y="33"/>
                    </a:cubicBezTo>
                    <a:cubicBezTo>
                      <a:pt x="355" y="26"/>
                      <a:pt x="362" y="23"/>
                      <a:pt x="371" y="23"/>
                    </a:cubicBezTo>
                    <a:cubicBezTo>
                      <a:pt x="380" y="23"/>
                      <a:pt x="387" y="26"/>
                      <a:pt x="393" y="32"/>
                    </a:cubicBezTo>
                    <a:cubicBezTo>
                      <a:pt x="399" y="38"/>
                      <a:pt x="401" y="47"/>
                      <a:pt x="401" y="58"/>
                    </a:cubicBezTo>
                    <a:cubicBezTo>
                      <a:pt x="401" y="58"/>
                      <a:pt x="401" y="59"/>
                      <a:pt x="401" y="61"/>
                    </a:cubicBezTo>
                    <a:cubicBezTo>
                      <a:pt x="352" y="61"/>
                      <a:pt x="352" y="61"/>
                      <a:pt x="352" y="61"/>
                    </a:cubicBezTo>
                    <a:cubicBezTo>
                      <a:pt x="353" y="68"/>
                      <a:pt x="355" y="74"/>
                      <a:pt x="358" y="77"/>
                    </a:cubicBezTo>
                    <a:cubicBezTo>
                      <a:pt x="362" y="81"/>
                      <a:pt x="367" y="83"/>
                      <a:pt x="372" y="83"/>
                    </a:cubicBezTo>
                    <a:cubicBezTo>
                      <a:pt x="376" y="83"/>
                      <a:pt x="380" y="82"/>
                      <a:pt x="383" y="80"/>
                    </a:cubicBezTo>
                    <a:cubicBezTo>
                      <a:pt x="385" y="78"/>
                      <a:pt x="388" y="74"/>
                      <a:pt x="389" y="70"/>
                    </a:cubicBezTo>
                    <a:close/>
                    <a:moveTo>
                      <a:pt x="353" y="52"/>
                    </a:moveTo>
                    <a:cubicBezTo>
                      <a:pt x="390" y="52"/>
                      <a:pt x="390" y="52"/>
                      <a:pt x="390" y="52"/>
                    </a:cubicBezTo>
                    <a:cubicBezTo>
                      <a:pt x="389" y="46"/>
                      <a:pt x="388" y="42"/>
                      <a:pt x="385" y="39"/>
                    </a:cubicBezTo>
                    <a:cubicBezTo>
                      <a:pt x="382" y="35"/>
                      <a:pt x="377" y="33"/>
                      <a:pt x="372" y="33"/>
                    </a:cubicBezTo>
                    <a:cubicBezTo>
                      <a:pt x="366" y="33"/>
                      <a:pt x="362" y="34"/>
                      <a:pt x="359" y="38"/>
                    </a:cubicBezTo>
                    <a:cubicBezTo>
                      <a:pt x="355" y="41"/>
                      <a:pt x="353" y="46"/>
                      <a:pt x="353" y="52"/>
                    </a:cubicBezTo>
                    <a:close/>
                    <a:moveTo>
                      <a:pt x="465" y="83"/>
                    </a:moveTo>
                    <a:cubicBezTo>
                      <a:pt x="461" y="86"/>
                      <a:pt x="457" y="89"/>
                      <a:pt x="453" y="90"/>
                    </a:cubicBezTo>
                    <a:cubicBezTo>
                      <a:pt x="449" y="92"/>
                      <a:pt x="445" y="92"/>
                      <a:pt x="441" y="92"/>
                    </a:cubicBezTo>
                    <a:cubicBezTo>
                      <a:pt x="434" y="92"/>
                      <a:pt x="428" y="91"/>
                      <a:pt x="424" y="87"/>
                    </a:cubicBezTo>
                    <a:cubicBezTo>
                      <a:pt x="420" y="83"/>
                      <a:pt x="418" y="79"/>
                      <a:pt x="418" y="73"/>
                    </a:cubicBezTo>
                    <a:cubicBezTo>
                      <a:pt x="418" y="70"/>
                      <a:pt x="419" y="67"/>
                      <a:pt x="421" y="65"/>
                    </a:cubicBezTo>
                    <a:cubicBezTo>
                      <a:pt x="422" y="62"/>
                      <a:pt x="424" y="60"/>
                      <a:pt x="426" y="58"/>
                    </a:cubicBezTo>
                    <a:cubicBezTo>
                      <a:pt x="429" y="57"/>
                      <a:pt x="431" y="55"/>
                      <a:pt x="434" y="55"/>
                    </a:cubicBezTo>
                    <a:cubicBezTo>
                      <a:pt x="437" y="54"/>
                      <a:pt x="440" y="53"/>
                      <a:pt x="444" y="53"/>
                    </a:cubicBezTo>
                    <a:cubicBezTo>
                      <a:pt x="453" y="52"/>
                      <a:pt x="460" y="50"/>
                      <a:pt x="464" y="49"/>
                    </a:cubicBezTo>
                    <a:cubicBezTo>
                      <a:pt x="464" y="47"/>
                      <a:pt x="464" y="46"/>
                      <a:pt x="464" y="46"/>
                    </a:cubicBezTo>
                    <a:cubicBezTo>
                      <a:pt x="464" y="42"/>
                      <a:pt x="463" y="38"/>
                      <a:pt x="461" y="36"/>
                    </a:cubicBezTo>
                    <a:cubicBezTo>
                      <a:pt x="458" y="34"/>
                      <a:pt x="454" y="33"/>
                      <a:pt x="448" y="33"/>
                    </a:cubicBezTo>
                    <a:cubicBezTo>
                      <a:pt x="443" y="33"/>
                      <a:pt x="439" y="34"/>
                      <a:pt x="437" y="35"/>
                    </a:cubicBezTo>
                    <a:cubicBezTo>
                      <a:pt x="434" y="37"/>
                      <a:pt x="432" y="41"/>
                      <a:pt x="431" y="45"/>
                    </a:cubicBezTo>
                    <a:cubicBezTo>
                      <a:pt x="420" y="44"/>
                      <a:pt x="420" y="44"/>
                      <a:pt x="420" y="44"/>
                    </a:cubicBezTo>
                    <a:cubicBezTo>
                      <a:pt x="421" y="39"/>
                      <a:pt x="423" y="35"/>
                      <a:pt x="425" y="32"/>
                    </a:cubicBezTo>
                    <a:cubicBezTo>
                      <a:pt x="427" y="30"/>
                      <a:pt x="431" y="27"/>
                      <a:pt x="435" y="26"/>
                    </a:cubicBezTo>
                    <a:cubicBezTo>
                      <a:pt x="439" y="24"/>
                      <a:pt x="444" y="23"/>
                      <a:pt x="450" y="23"/>
                    </a:cubicBezTo>
                    <a:cubicBezTo>
                      <a:pt x="456" y="23"/>
                      <a:pt x="460" y="24"/>
                      <a:pt x="464" y="25"/>
                    </a:cubicBezTo>
                    <a:cubicBezTo>
                      <a:pt x="467" y="27"/>
                      <a:pt x="470" y="28"/>
                      <a:pt x="471" y="30"/>
                    </a:cubicBezTo>
                    <a:cubicBezTo>
                      <a:pt x="473" y="32"/>
                      <a:pt x="474" y="35"/>
                      <a:pt x="475" y="38"/>
                    </a:cubicBezTo>
                    <a:cubicBezTo>
                      <a:pt x="475" y="40"/>
                      <a:pt x="475" y="43"/>
                      <a:pt x="475" y="48"/>
                    </a:cubicBezTo>
                    <a:cubicBezTo>
                      <a:pt x="475" y="63"/>
                      <a:pt x="475" y="63"/>
                      <a:pt x="475" y="63"/>
                    </a:cubicBezTo>
                    <a:cubicBezTo>
                      <a:pt x="475" y="74"/>
                      <a:pt x="476" y="80"/>
                      <a:pt x="476" y="83"/>
                    </a:cubicBezTo>
                    <a:cubicBezTo>
                      <a:pt x="477" y="86"/>
                      <a:pt x="478" y="88"/>
                      <a:pt x="479" y="91"/>
                    </a:cubicBezTo>
                    <a:cubicBezTo>
                      <a:pt x="467" y="91"/>
                      <a:pt x="467" y="91"/>
                      <a:pt x="467" y="91"/>
                    </a:cubicBezTo>
                    <a:cubicBezTo>
                      <a:pt x="466" y="89"/>
                      <a:pt x="465" y="86"/>
                      <a:pt x="465" y="83"/>
                    </a:cubicBezTo>
                    <a:close/>
                    <a:moveTo>
                      <a:pt x="464" y="58"/>
                    </a:moveTo>
                    <a:cubicBezTo>
                      <a:pt x="460" y="59"/>
                      <a:pt x="454" y="61"/>
                      <a:pt x="446" y="62"/>
                    </a:cubicBezTo>
                    <a:cubicBezTo>
                      <a:pt x="441" y="63"/>
                      <a:pt x="438" y="63"/>
                      <a:pt x="436" y="64"/>
                    </a:cubicBezTo>
                    <a:cubicBezTo>
                      <a:pt x="434" y="65"/>
                      <a:pt x="433" y="66"/>
                      <a:pt x="432" y="68"/>
                    </a:cubicBezTo>
                    <a:cubicBezTo>
                      <a:pt x="431" y="69"/>
                      <a:pt x="430" y="71"/>
                      <a:pt x="430" y="73"/>
                    </a:cubicBezTo>
                    <a:cubicBezTo>
                      <a:pt x="430" y="76"/>
                      <a:pt x="431" y="79"/>
                      <a:pt x="434" y="81"/>
                    </a:cubicBezTo>
                    <a:cubicBezTo>
                      <a:pt x="436" y="83"/>
                      <a:pt x="439" y="84"/>
                      <a:pt x="444" y="84"/>
                    </a:cubicBezTo>
                    <a:cubicBezTo>
                      <a:pt x="448" y="84"/>
                      <a:pt x="452" y="83"/>
                      <a:pt x="455" y="81"/>
                    </a:cubicBezTo>
                    <a:cubicBezTo>
                      <a:pt x="458" y="79"/>
                      <a:pt x="461" y="76"/>
                      <a:pt x="462" y="73"/>
                    </a:cubicBezTo>
                    <a:cubicBezTo>
                      <a:pt x="464" y="70"/>
                      <a:pt x="464" y="67"/>
                      <a:pt x="464" y="62"/>
                    </a:cubicBezTo>
                    <a:cubicBezTo>
                      <a:pt x="464" y="58"/>
                      <a:pt x="464" y="58"/>
                      <a:pt x="464" y="58"/>
                    </a:cubicBezTo>
                    <a:close/>
                    <a:moveTo>
                      <a:pt x="495" y="71"/>
                    </a:moveTo>
                    <a:cubicBezTo>
                      <a:pt x="506" y="69"/>
                      <a:pt x="506" y="69"/>
                      <a:pt x="506" y="69"/>
                    </a:cubicBezTo>
                    <a:cubicBezTo>
                      <a:pt x="507" y="74"/>
                      <a:pt x="509" y="77"/>
                      <a:pt x="512" y="80"/>
                    </a:cubicBezTo>
                    <a:cubicBezTo>
                      <a:pt x="514" y="82"/>
                      <a:pt x="518" y="83"/>
                      <a:pt x="524" y="83"/>
                    </a:cubicBezTo>
                    <a:cubicBezTo>
                      <a:pt x="529" y="83"/>
                      <a:pt x="532" y="82"/>
                      <a:pt x="535" y="80"/>
                    </a:cubicBezTo>
                    <a:cubicBezTo>
                      <a:pt x="537" y="78"/>
                      <a:pt x="539" y="75"/>
                      <a:pt x="539" y="73"/>
                    </a:cubicBezTo>
                    <a:cubicBezTo>
                      <a:pt x="539" y="70"/>
                      <a:pt x="538" y="68"/>
                      <a:pt x="535" y="67"/>
                    </a:cubicBezTo>
                    <a:cubicBezTo>
                      <a:pt x="534" y="66"/>
                      <a:pt x="530" y="64"/>
                      <a:pt x="524" y="63"/>
                    </a:cubicBezTo>
                    <a:cubicBezTo>
                      <a:pt x="516" y="61"/>
                      <a:pt x="510" y="59"/>
                      <a:pt x="507" y="58"/>
                    </a:cubicBezTo>
                    <a:cubicBezTo>
                      <a:pt x="504" y="56"/>
                      <a:pt x="501" y="54"/>
                      <a:pt x="500" y="51"/>
                    </a:cubicBezTo>
                    <a:cubicBezTo>
                      <a:pt x="498" y="49"/>
                      <a:pt x="497" y="46"/>
                      <a:pt x="497" y="42"/>
                    </a:cubicBezTo>
                    <a:cubicBezTo>
                      <a:pt x="497" y="39"/>
                      <a:pt x="498" y="37"/>
                      <a:pt x="499" y="34"/>
                    </a:cubicBezTo>
                    <a:cubicBezTo>
                      <a:pt x="501" y="32"/>
                      <a:pt x="502" y="30"/>
                      <a:pt x="505" y="28"/>
                    </a:cubicBezTo>
                    <a:cubicBezTo>
                      <a:pt x="507" y="27"/>
                      <a:pt x="509" y="26"/>
                      <a:pt x="512" y="25"/>
                    </a:cubicBezTo>
                    <a:cubicBezTo>
                      <a:pt x="515" y="24"/>
                      <a:pt x="518" y="23"/>
                      <a:pt x="522" y="23"/>
                    </a:cubicBezTo>
                    <a:cubicBezTo>
                      <a:pt x="527" y="23"/>
                      <a:pt x="531" y="24"/>
                      <a:pt x="535" y="26"/>
                    </a:cubicBezTo>
                    <a:cubicBezTo>
                      <a:pt x="539" y="27"/>
                      <a:pt x="542" y="29"/>
                      <a:pt x="544" y="32"/>
                    </a:cubicBezTo>
                    <a:cubicBezTo>
                      <a:pt x="546" y="34"/>
                      <a:pt x="547" y="38"/>
                      <a:pt x="548" y="42"/>
                    </a:cubicBezTo>
                    <a:cubicBezTo>
                      <a:pt x="537" y="43"/>
                      <a:pt x="537" y="43"/>
                      <a:pt x="537" y="43"/>
                    </a:cubicBezTo>
                    <a:cubicBezTo>
                      <a:pt x="536" y="40"/>
                      <a:pt x="535" y="37"/>
                      <a:pt x="532" y="35"/>
                    </a:cubicBezTo>
                    <a:cubicBezTo>
                      <a:pt x="530" y="34"/>
                      <a:pt x="527" y="33"/>
                      <a:pt x="522" y="33"/>
                    </a:cubicBezTo>
                    <a:cubicBezTo>
                      <a:pt x="517" y="33"/>
                      <a:pt x="514" y="33"/>
                      <a:pt x="511" y="35"/>
                    </a:cubicBezTo>
                    <a:cubicBezTo>
                      <a:pt x="509" y="37"/>
                      <a:pt x="508" y="39"/>
                      <a:pt x="508" y="41"/>
                    </a:cubicBezTo>
                    <a:cubicBezTo>
                      <a:pt x="508" y="43"/>
                      <a:pt x="509" y="44"/>
                      <a:pt x="509" y="45"/>
                    </a:cubicBezTo>
                    <a:cubicBezTo>
                      <a:pt x="510" y="46"/>
                      <a:pt x="512" y="47"/>
                      <a:pt x="514" y="48"/>
                    </a:cubicBezTo>
                    <a:cubicBezTo>
                      <a:pt x="515" y="48"/>
                      <a:pt x="518" y="49"/>
                      <a:pt x="524" y="51"/>
                    </a:cubicBezTo>
                    <a:cubicBezTo>
                      <a:pt x="531" y="53"/>
                      <a:pt x="537" y="55"/>
                      <a:pt x="540" y="56"/>
                    </a:cubicBezTo>
                    <a:cubicBezTo>
                      <a:pt x="543" y="57"/>
                      <a:pt x="546" y="59"/>
                      <a:pt x="547" y="62"/>
                    </a:cubicBezTo>
                    <a:cubicBezTo>
                      <a:pt x="549" y="64"/>
                      <a:pt x="550" y="68"/>
                      <a:pt x="550" y="71"/>
                    </a:cubicBezTo>
                    <a:cubicBezTo>
                      <a:pt x="550" y="75"/>
                      <a:pt x="549" y="79"/>
                      <a:pt x="547" y="82"/>
                    </a:cubicBezTo>
                    <a:cubicBezTo>
                      <a:pt x="545" y="85"/>
                      <a:pt x="542" y="88"/>
                      <a:pt x="537" y="90"/>
                    </a:cubicBezTo>
                    <a:cubicBezTo>
                      <a:pt x="533" y="91"/>
                      <a:pt x="529" y="92"/>
                      <a:pt x="524" y="92"/>
                    </a:cubicBezTo>
                    <a:cubicBezTo>
                      <a:pt x="515" y="92"/>
                      <a:pt x="508" y="91"/>
                      <a:pt x="504" y="87"/>
                    </a:cubicBezTo>
                    <a:cubicBezTo>
                      <a:pt x="499" y="83"/>
                      <a:pt x="497" y="78"/>
                      <a:pt x="495" y="71"/>
                    </a:cubicBezTo>
                    <a:close/>
                    <a:moveTo>
                      <a:pt x="595" y="81"/>
                    </a:moveTo>
                    <a:cubicBezTo>
                      <a:pt x="596" y="91"/>
                      <a:pt x="596" y="91"/>
                      <a:pt x="596" y="91"/>
                    </a:cubicBezTo>
                    <a:cubicBezTo>
                      <a:pt x="593" y="91"/>
                      <a:pt x="591" y="92"/>
                      <a:pt x="588" y="92"/>
                    </a:cubicBezTo>
                    <a:cubicBezTo>
                      <a:pt x="584" y="92"/>
                      <a:pt x="581" y="91"/>
                      <a:pt x="579" y="90"/>
                    </a:cubicBezTo>
                    <a:cubicBezTo>
                      <a:pt x="576" y="88"/>
                      <a:pt x="575" y="87"/>
                      <a:pt x="574" y="85"/>
                    </a:cubicBezTo>
                    <a:cubicBezTo>
                      <a:pt x="573" y="83"/>
                      <a:pt x="573" y="78"/>
                      <a:pt x="573" y="72"/>
                    </a:cubicBezTo>
                    <a:cubicBezTo>
                      <a:pt x="573" y="34"/>
                      <a:pt x="573" y="34"/>
                      <a:pt x="573" y="34"/>
                    </a:cubicBezTo>
                    <a:cubicBezTo>
                      <a:pt x="564" y="34"/>
                      <a:pt x="564" y="34"/>
                      <a:pt x="564" y="34"/>
                    </a:cubicBezTo>
                    <a:cubicBezTo>
                      <a:pt x="564" y="25"/>
                      <a:pt x="564" y="25"/>
                      <a:pt x="564" y="25"/>
                    </a:cubicBezTo>
                    <a:cubicBezTo>
                      <a:pt x="573" y="25"/>
                      <a:pt x="573" y="25"/>
                      <a:pt x="573" y="25"/>
                    </a:cubicBezTo>
                    <a:cubicBezTo>
                      <a:pt x="573" y="9"/>
                      <a:pt x="573" y="9"/>
                      <a:pt x="573" y="9"/>
                    </a:cubicBezTo>
                    <a:cubicBezTo>
                      <a:pt x="584" y="2"/>
                      <a:pt x="584" y="2"/>
                      <a:pt x="584" y="2"/>
                    </a:cubicBezTo>
                    <a:cubicBezTo>
                      <a:pt x="584" y="25"/>
                      <a:pt x="584" y="25"/>
                      <a:pt x="584" y="25"/>
                    </a:cubicBezTo>
                    <a:cubicBezTo>
                      <a:pt x="595" y="25"/>
                      <a:pt x="595" y="25"/>
                      <a:pt x="595" y="25"/>
                    </a:cubicBezTo>
                    <a:cubicBezTo>
                      <a:pt x="595" y="34"/>
                      <a:pt x="595" y="34"/>
                      <a:pt x="595" y="34"/>
                    </a:cubicBezTo>
                    <a:cubicBezTo>
                      <a:pt x="584" y="34"/>
                      <a:pt x="584" y="34"/>
                      <a:pt x="584" y="34"/>
                    </a:cubicBezTo>
                    <a:cubicBezTo>
                      <a:pt x="584" y="72"/>
                      <a:pt x="584" y="72"/>
                      <a:pt x="584" y="72"/>
                    </a:cubicBezTo>
                    <a:cubicBezTo>
                      <a:pt x="584" y="75"/>
                      <a:pt x="584" y="77"/>
                      <a:pt x="584" y="78"/>
                    </a:cubicBezTo>
                    <a:cubicBezTo>
                      <a:pt x="585" y="79"/>
                      <a:pt x="585" y="80"/>
                      <a:pt x="586" y="80"/>
                    </a:cubicBezTo>
                    <a:cubicBezTo>
                      <a:pt x="587" y="81"/>
                      <a:pt x="588" y="81"/>
                      <a:pt x="590" y="81"/>
                    </a:cubicBezTo>
                    <a:cubicBezTo>
                      <a:pt x="591" y="81"/>
                      <a:pt x="593" y="81"/>
                      <a:pt x="595" y="81"/>
                    </a:cubicBezTo>
                    <a:close/>
                    <a:moveTo>
                      <a:pt x="658" y="70"/>
                    </a:moveTo>
                    <a:cubicBezTo>
                      <a:pt x="669" y="71"/>
                      <a:pt x="669" y="71"/>
                      <a:pt x="669" y="71"/>
                    </a:cubicBezTo>
                    <a:cubicBezTo>
                      <a:pt x="668" y="78"/>
                      <a:pt x="664" y="83"/>
                      <a:pt x="659" y="87"/>
                    </a:cubicBezTo>
                    <a:cubicBezTo>
                      <a:pt x="654" y="90"/>
                      <a:pt x="648" y="92"/>
                      <a:pt x="641" y="92"/>
                    </a:cubicBezTo>
                    <a:cubicBezTo>
                      <a:pt x="631" y="92"/>
                      <a:pt x="623" y="89"/>
                      <a:pt x="618" y="83"/>
                    </a:cubicBezTo>
                    <a:cubicBezTo>
                      <a:pt x="612" y="77"/>
                      <a:pt x="609" y="69"/>
                      <a:pt x="609" y="58"/>
                    </a:cubicBezTo>
                    <a:cubicBezTo>
                      <a:pt x="609" y="47"/>
                      <a:pt x="612" y="39"/>
                      <a:pt x="618" y="33"/>
                    </a:cubicBezTo>
                    <a:cubicBezTo>
                      <a:pt x="623" y="26"/>
                      <a:pt x="631" y="23"/>
                      <a:pt x="640" y="23"/>
                    </a:cubicBezTo>
                    <a:cubicBezTo>
                      <a:pt x="649" y="23"/>
                      <a:pt x="656" y="26"/>
                      <a:pt x="661" y="32"/>
                    </a:cubicBezTo>
                    <a:cubicBezTo>
                      <a:pt x="667" y="38"/>
                      <a:pt x="670" y="47"/>
                      <a:pt x="670" y="58"/>
                    </a:cubicBezTo>
                    <a:cubicBezTo>
                      <a:pt x="670" y="58"/>
                      <a:pt x="670" y="59"/>
                      <a:pt x="670" y="61"/>
                    </a:cubicBezTo>
                    <a:cubicBezTo>
                      <a:pt x="621" y="61"/>
                      <a:pt x="621" y="61"/>
                      <a:pt x="621" y="61"/>
                    </a:cubicBezTo>
                    <a:cubicBezTo>
                      <a:pt x="621" y="68"/>
                      <a:pt x="623" y="74"/>
                      <a:pt x="627" y="77"/>
                    </a:cubicBezTo>
                    <a:cubicBezTo>
                      <a:pt x="630" y="81"/>
                      <a:pt x="635" y="83"/>
                      <a:pt x="641" y="83"/>
                    </a:cubicBezTo>
                    <a:cubicBezTo>
                      <a:pt x="645" y="83"/>
                      <a:pt x="648" y="82"/>
                      <a:pt x="651" y="80"/>
                    </a:cubicBezTo>
                    <a:cubicBezTo>
                      <a:pt x="654" y="78"/>
                      <a:pt x="656" y="74"/>
                      <a:pt x="658" y="70"/>
                    </a:cubicBezTo>
                    <a:close/>
                    <a:moveTo>
                      <a:pt x="621" y="52"/>
                    </a:moveTo>
                    <a:cubicBezTo>
                      <a:pt x="658" y="52"/>
                      <a:pt x="658" y="52"/>
                      <a:pt x="658" y="52"/>
                    </a:cubicBezTo>
                    <a:cubicBezTo>
                      <a:pt x="658" y="46"/>
                      <a:pt x="656" y="42"/>
                      <a:pt x="654" y="39"/>
                    </a:cubicBezTo>
                    <a:cubicBezTo>
                      <a:pt x="650" y="35"/>
                      <a:pt x="646" y="33"/>
                      <a:pt x="640" y="33"/>
                    </a:cubicBezTo>
                    <a:cubicBezTo>
                      <a:pt x="635" y="33"/>
                      <a:pt x="631" y="34"/>
                      <a:pt x="627" y="38"/>
                    </a:cubicBezTo>
                    <a:cubicBezTo>
                      <a:pt x="624" y="41"/>
                      <a:pt x="622" y="46"/>
                      <a:pt x="621" y="52"/>
                    </a:cubicBezTo>
                    <a:close/>
                    <a:moveTo>
                      <a:pt x="690" y="91"/>
                    </a:moveTo>
                    <a:cubicBezTo>
                      <a:pt x="690" y="25"/>
                      <a:pt x="690" y="25"/>
                      <a:pt x="690" y="25"/>
                    </a:cubicBezTo>
                    <a:cubicBezTo>
                      <a:pt x="701" y="25"/>
                      <a:pt x="701" y="25"/>
                      <a:pt x="701" y="25"/>
                    </a:cubicBezTo>
                    <a:cubicBezTo>
                      <a:pt x="701" y="35"/>
                      <a:pt x="701" y="35"/>
                      <a:pt x="701" y="35"/>
                    </a:cubicBezTo>
                    <a:cubicBezTo>
                      <a:pt x="703" y="30"/>
                      <a:pt x="705" y="27"/>
                      <a:pt x="708" y="26"/>
                    </a:cubicBezTo>
                    <a:cubicBezTo>
                      <a:pt x="710" y="24"/>
                      <a:pt x="712" y="23"/>
                      <a:pt x="715" y="23"/>
                    </a:cubicBezTo>
                    <a:cubicBezTo>
                      <a:pt x="719" y="23"/>
                      <a:pt x="722" y="25"/>
                      <a:pt x="726" y="27"/>
                    </a:cubicBezTo>
                    <a:cubicBezTo>
                      <a:pt x="722" y="37"/>
                      <a:pt x="722" y="37"/>
                      <a:pt x="722" y="37"/>
                    </a:cubicBezTo>
                    <a:cubicBezTo>
                      <a:pt x="720" y="36"/>
                      <a:pt x="717" y="35"/>
                      <a:pt x="714" y="35"/>
                    </a:cubicBezTo>
                    <a:cubicBezTo>
                      <a:pt x="712" y="35"/>
                      <a:pt x="710" y="36"/>
                      <a:pt x="708" y="37"/>
                    </a:cubicBezTo>
                    <a:cubicBezTo>
                      <a:pt x="706" y="39"/>
                      <a:pt x="704" y="41"/>
                      <a:pt x="704" y="43"/>
                    </a:cubicBezTo>
                    <a:cubicBezTo>
                      <a:pt x="702" y="47"/>
                      <a:pt x="702" y="52"/>
                      <a:pt x="702" y="56"/>
                    </a:cubicBezTo>
                    <a:cubicBezTo>
                      <a:pt x="702" y="91"/>
                      <a:pt x="702" y="91"/>
                      <a:pt x="702" y="91"/>
                    </a:cubicBezTo>
                    <a:cubicBezTo>
                      <a:pt x="690" y="91"/>
                      <a:pt x="690" y="91"/>
                      <a:pt x="690" y="91"/>
                    </a:cubicBezTo>
                    <a:close/>
                    <a:moveTo>
                      <a:pt x="740" y="91"/>
                    </a:moveTo>
                    <a:cubicBezTo>
                      <a:pt x="740" y="25"/>
                      <a:pt x="740" y="25"/>
                      <a:pt x="740" y="25"/>
                    </a:cubicBezTo>
                    <a:cubicBezTo>
                      <a:pt x="750" y="25"/>
                      <a:pt x="750" y="25"/>
                      <a:pt x="750" y="25"/>
                    </a:cubicBezTo>
                    <a:cubicBezTo>
                      <a:pt x="750" y="34"/>
                      <a:pt x="750" y="34"/>
                      <a:pt x="750" y="34"/>
                    </a:cubicBezTo>
                    <a:cubicBezTo>
                      <a:pt x="755" y="27"/>
                      <a:pt x="762" y="23"/>
                      <a:pt x="771" y="23"/>
                    </a:cubicBezTo>
                    <a:cubicBezTo>
                      <a:pt x="775" y="23"/>
                      <a:pt x="779" y="24"/>
                      <a:pt x="782" y="26"/>
                    </a:cubicBezTo>
                    <a:cubicBezTo>
                      <a:pt x="785" y="27"/>
                      <a:pt x="788" y="29"/>
                      <a:pt x="789" y="31"/>
                    </a:cubicBezTo>
                    <a:cubicBezTo>
                      <a:pt x="791" y="33"/>
                      <a:pt x="792" y="36"/>
                      <a:pt x="793" y="39"/>
                    </a:cubicBezTo>
                    <a:cubicBezTo>
                      <a:pt x="793" y="42"/>
                      <a:pt x="794" y="45"/>
                      <a:pt x="794" y="50"/>
                    </a:cubicBezTo>
                    <a:cubicBezTo>
                      <a:pt x="794" y="91"/>
                      <a:pt x="794" y="91"/>
                      <a:pt x="794" y="91"/>
                    </a:cubicBezTo>
                    <a:cubicBezTo>
                      <a:pt x="782" y="91"/>
                      <a:pt x="782" y="91"/>
                      <a:pt x="782" y="91"/>
                    </a:cubicBezTo>
                    <a:cubicBezTo>
                      <a:pt x="782" y="51"/>
                      <a:pt x="782" y="51"/>
                      <a:pt x="782" y="51"/>
                    </a:cubicBezTo>
                    <a:cubicBezTo>
                      <a:pt x="782" y="46"/>
                      <a:pt x="782" y="43"/>
                      <a:pt x="781" y="41"/>
                    </a:cubicBezTo>
                    <a:cubicBezTo>
                      <a:pt x="780" y="38"/>
                      <a:pt x="779" y="36"/>
                      <a:pt x="776" y="35"/>
                    </a:cubicBezTo>
                    <a:cubicBezTo>
                      <a:pt x="774" y="34"/>
                      <a:pt x="772" y="33"/>
                      <a:pt x="769" y="33"/>
                    </a:cubicBezTo>
                    <a:cubicBezTo>
                      <a:pt x="764" y="33"/>
                      <a:pt x="760" y="35"/>
                      <a:pt x="756" y="38"/>
                    </a:cubicBezTo>
                    <a:cubicBezTo>
                      <a:pt x="753" y="41"/>
                      <a:pt x="751" y="46"/>
                      <a:pt x="751" y="55"/>
                    </a:cubicBezTo>
                    <a:cubicBezTo>
                      <a:pt x="751" y="91"/>
                      <a:pt x="751" y="91"/>
                      <a:pt x="751" y="91"/>
                    </a:cubicBezTo>
                    <a:cubicBezTo>
                      <a:pt x="740" y="91"/>
                      <a:pt x="740" y="91"/>
                      <a:pt x="740" y="91"/>
                    </a:cubicBezTo>
                    <a:close/>
                    <a:moveTo>
                      <a:pt x="907" y="0"/>
                    </a:moveTo>
                    <a:cubicBezTo>
                      <a:pt x="919" y="0"/>
                      <a:pt x="919" y="0"/>
                      <a:pt x="919" y="0"/>
                    </a:cubicBezTo>
                    <a:cubicBezTo>
                      <a:pt x="919" y="52"/>
                      <a:pt x="919" y="52"/>
                      <a:pt x="919" y="52"/>
                    </a:cubicBezTo>
                    <a:cubicBezTo>
                      <a:pt x="919" y="62"/>
                      <a:pt x="918" y="69"/>
                      <a:pt x="916" y="74"/>
                    </a:cubicBezTo>
                    <a:cubicBezTo>
                      <a:pt x="914" y="80"/>
                      <a:pt x="910" y="84"/>
                      <a:pt x="905" y="87"/>
                    </a:cubicBezTo>
                    <a:cubicBezTo>
                      <a:pt x="899" y="91"/>
                      <a:pt x="892" y="92"/>
                      <a:pt x="884" y="92"/>
                    </a:cubicBezTo>
                    <a:cubicBezTo>
                      <a:pt x="875" y="92"/>
                      <a:pt x="868" y="91"/>
                      <a:pt x="863" y="88"/>
                    </a:cubicBezTo>
                    <a:cubicBezTo>
                      <a:pt x="857" y="85"/>
                      <a:pt x="853" y="81"/>
                      <a:pt x="851" y="75"/>
                    </a:cubicBezTo>
                    <a:cubicBezTo>
                      <a:pt x="849" y="70"/>
                      <a:pt x="848" y="62"/>
                      <a:pt x="848" y="52"/>
                    </a:cubicBezTo>
                    <a:cubicBezTo>
                      <a:pt x="848" y="0"/>
                      <a:pt x="848" y="0"/>
                      <a:pt x="848" y="0"/>
                    </a:cubicBezTo>
                    <a:cubicBezTo>
                      <a:pt x="860" y="0"/>
                      <a:pt x="860" y="0"/>
                      <a:pt x="860" y="0"/>
                    </a:cubicBezTo>
                    <a:cubicBezTo>
                      <a:pt x="860" y="52"/>
                      <a:pt x="860" y="52"/>
                      <a:pt x="860" y="52"/>
                    </a:cubicBezTo>
                    <a:cubicBezTo>
                      <a:pt x="860" y="60"/>
                      <a:pt x="860" y="66"/>
                      <a:pt x="862" y="70"/>
                    </a:cubicBezTo>
                    <a:cubicBezTo>
                      <a:pt x="863" y="74"/>
                      <a:pt x="866" y="76"/>
                      <a:pt x="869" y="78"/>
                    </a:cubicBezTo>
                    <a:cubicBezTo>
                      <a:pt x="873" y="81"/>
                      <a:pt x="877" y="82"/>
                      <a:pt x="883" y="82"/>
                    </a:cubicBezTo>
                    <a:cubicBezTo>
                      <a:pt x="891" y="82"/>
                      <a:pt x="898" y="80"/>
                      <a:pt x="901" y="75"/>
                    </a:cubicBezTo>
                    <a:cubicBezTo>
                      <a:pt x="905" y="71"/>
                      <a:pt x="907" y="64"/>
                      <a:pt x="907" y="52"/>
                    </a:cubicBezTo>
                    <a:cubicBezTo>
                      <a:pt x="907" y="0"/>
                      <a:pt x="907" y="0"/>
                      <a:pt x="907" y="0"/>
                    </a:cubicBezTo>
                    <a:close/>
                    <a:moveTo>
                      <a:pt x="945" y="91"/>
                    </a:moveTo>
                    <a:cubicBezTo>
                      <a:pt x="945" y="25"/>
                      <a:pt x="945" y="25"/>
                      <a:pt x="945" y="25"/>
                    </a:cubicBezTo>
                    <a:cubicBezTo>
                      <a:pt x="955" y="25"/>
                      <a:pt x="955" y="25"/>
                      <a:pt x="955" y="25"/>
                    </a:cubicBezTo>
                    <a:cubicBezTo>
                      <a:pt x="955" y="34"/>
                      <a:pt x="955" y="34"/>
                      <a:pt x="955" y="34"/>
                    </a:cubicBezTo>
                    <a:cubicBezTo>
                      <a:pt x="960" y="27"/>
                      <a:pt x="967" y="23"/>
                      <a:pt x="976" y="23"/>
                    </a:cubicBezTo>
                    <a:cubicBezTo>
                      <a:pt x="980" y="23"/>
                      <a:pt x="983" y="24"/>
                      <a:pt x="987" y="26"/>
                    </a:cubicBezTo>
                    <a:cubicBezTo>
                      <a:pt x="990" y="27"/>
                      <a:pt x="993" y="29"/>
                      <a:pt x="994" y="31"/>
                    </a:cubicBezTo>
                    <a:cubicBezTo>
                      <a:pt x="996" y="33"/>
                      <a:pt x="997" y="36"/>
                      <a:pt x="998" y="39"/>
                    </a:cubicBezTo>
                    <a:cubicBezTo>
                      <a:pt x="998" y="42"/>
                      <a:pt x="998" y="45"/>
                      <a:pt x="998" y="50"/>
                    </a:cubicBezTo>
                    <a:cubicBezTo>
                      <a:pt x="998" y="91"/>
                      <a:pt x="998" y="91"/>
                      <a:pt x="998" y="91"/>
                    </a:cubicBezTo>
                    <a:cubicBezTo>
                      <a:pt x="987" y="91"/>
                      <a:pt x="987" y="91"/>
                      <a:pt x="987" y="91"/>
                    </a:cubicBezTo>
                    <a:cubicBezTo>
                      <a:pt x="987" y="51"/>
                      <a:pt x="987" y="51"/>
                      <a:pt x="987" y="51"/>
                    </a:cubicBezTo>
                    <a:cubicBezTo>
                      <a:pt x="987" y="46"/>
                      <a:pt x="987" y="43"/>
                      <a:pt x="986" y="41"/>
                    </a:cubicBezTo>
                    <a:cubicBezTo>
                      <a:pt x="985" y="38"/>
                      <a:pt x="983" y="36"/>
                      <a:pt x="981" y="35"/>
                    </a:cubicBezTo>
                    <a:cubicBezTo>
                      <a:pt x="979" y="34"/>
                      <a:pt x="976" y="33"/>
                      <a:pt x="973" y="33"/>
                    </a:cubicBezTo>
                    <a:cubicBezTo>
                      <a:pt x="969" y="33"/>
                      <a:pt x="965" y="35"/>
                      <a:pt x="961" y="38"/>
                    </a:cubicBezTo>
                    <a:cubicBezTo>
                      <a:pt x="958" y="41"/>
                      <a:pt x="956" y="46"/>
                      <a:pt x="956" y="55"/>
                    </a:cubicBezTo>
                    <a:cubicBezTo>
                      <a:pt x="956" y="91"/>
                      <a:pt x="956" y="91"/>
                      <a:pt x="956" y="91"/>
                    </a:cubicBezTo>
                    <a:cubicBezTo>
                      <a:pt x="945" y="91"/>
                      <a:pt x="945" y="91"/>
                      <a:pt x="945" y="91"/>
                    </a:cubicBezTo>
                    <a:close/>
                    <a:moveTo>
                      <a:pt x="1023" y="13"/>
                    </a:moveTo>
                    <a:cubicBezTo>
                      <a:pt x="1023" y="0"/>
                      <a:pt x="1023" y="0"/>
                      <a:pt x="1023" y="0"/>
                    </a:cubicBezTo>
                    <a:cubicBezTo>
                      <a:pt x="1034" y="0"/>
                      <a:pt x="1034" y="0"/>
                      <a:pt x="1034" y="0"/>
                    </a:cubicBezTo>
                    <a:cubicBezTo>
                      <a:pt x="1034" y="13"/>
                      <a:pt x="1034" y="13"/>
                      <a:pt x="1034" y="13"/>
                    </a:cubicBezTo>
                    <a:cubicBezTo>
                      <a:pt x="1023" y="13"/>
                      <a:pt x="1023" y="13"/>
                      <a:pt x="1023" y="13"/>
                    </a:cubicBezTo>
                    <a:close/>
                    <a:moveTo>
                      <a:pt x="1023" y="91"/>
                    </a:moveTo>
                    <a:cubicBezTo>
                      <a:pt x="1023" y="25"/>
                      <a:pt x="1023" y="25"/>
                      <a:pt x="1023" y="25"/>
                    </a:cubicBezTo>
                    <a:cubicBezTo>
                      <a:pt x="1034" y="25"/>
                      <a:pt x="1034" y="25"/>
                      <a:pt x="1034" y="25"/>
                    </a:cubicBezTo>
                    <a:cubicBezTo>
                      <a:pt x="1034" y="91"/>
                      <a:pt x="1034" y="91"/>
                      <a:pt x="1034" y="91"/>
                    </a:cubicBezTo>
                    <a:cubicBezTo>
                      <a:pt x="1023" y="91"/>
                      <a:pt x="1023" y="91"/>
                      <a:pt x="1023" y="91"/>
                    </a:cubicBezTo>
                    <a:close/>
                    <a:moveTo>
                      <a:pt x="1076" y="91"/>
                    </a:moveTo>
                    <a:cubicBezTo>
                      <a:pt x="1051" y="25"/>
                      <a:pt x="1051" y="25"/>
                      <a:pt x="1051" y="25"/>
                    </a:cubicBezTo>
                    <a:cubicBezTo>
                      <a:pt x="1063" y="25"/>
                      <a:pt x="1063" y="25"/>
                      <a:pt x="1063" y="25"/>
                    </a:cubicBezTo>
                    <a:cubicBezTo>
                      <a:pt x="1077" y="64"/>
                      <a:pt x="1077" y="64"/>
                      <a:pt x="1077" y="64"/>
                    </a:cubicBezTo>
                    <a:cubicBezTo>
                      <a:pt x="1079" y="69"/>
                      <a:pt x="1080" y="73"/>
                      <a:pt x="1081" y="78"/>
                    </a:cubicBezTo>
                    <a:cubicBezTo>
                      <a:pt x="1082" y="74"/>
                      <a:pt x="1084" y="70"/>
                      <a:pt x="1085" y="65"/>
                    </a:cubicBezTo>
                    <a:cubicBezTo>
                      <a:pt x="1100" y="25"/>
                      <a:pt x="1100" y="25"/>
                      <a:pt x="1100" y="25"/>
                    </a:cubicBezTo>
                    <a:cubicBezTo>
                      <a:pt x="1112" y="25"/>
                      <a:pt x="1112" y="25"/>
                      <a:pt x="1112" y="25"/>
                    </a:cubicBezTo>
                    <a:cubicBezTo>
                      <a:pt x="1087" y="91"/>
                      <a:pt x="1087" y="91"/>
                      <a:pt x="1087" y="91"/>
                    </a:cubicBezTo>
                    <a:cubicBezTo>
                      <a:pt x="1076" y="91"/>
                      <a:pt x="1076" y="91"/>
                      <a:pt x="1076" y="91"/>
                    </a:cubicBezTo>
                    <a:close/>
                    <a:moveTo>
                      <a:pt x="1174" y="70"/>
                    </a:moveTo>
                    <a:cubicBezTo>
                      <a:pt x="1185" y="71"/>
                      <a:pt x="1185" y="71"/>
                      <a:pt x="1185" y="71"/>
                    </a:cubicBezTo>
                    <a:cubicBezTo>
                      <a:pt x="1183" y="78"/>
                      <a:pt x="1180" y="83"/>
                      <a:pt x="1175" y="87"/>
                    </a:cubicBezTo>
                    <a:cubicBezTo>
                      <a:pt x="1170" y="90"/>
                      <a:pt x="1164" y="92"/>
                      <a:pt x="1156" y="92"/>
                    </a:cubicBezTo>
                    <a:cubicBezTo>
                      <a:pt x="1146" y="92"/>
                      <a:pt x="1139" y="89"/>
                      <a:pt x="1133" y="83"/>
                    </a:cubicBezTo>
                    <a:cubicBezTo>
                      <a:pt x="1128" y="77"/>
                      <a:pt x="1125" y="69"/>
                      <a:pt x="1125" y="58"/>
                    </a:cubicBezTo>
                    <a:cubicBezTo>
                      <a:pt x="1125" y="47"/>
                      <a:pt x="1128" y="39"/>
                      <a:pt x="1133" y="33"/>
                    </a:cubicBezTo>
                    <a:cubicBezTo>
                      <a:pt x="1139" y="26"/>
                      <a:pt x="1146" y="23"/>
                      <a:pt x="1156" y="23"/>
                    </a:cubicBezTo>
                    <a:cubicBezTo>
                      <a:pt x="1164" y="23"/>
                      <a:pt x="1172" y="26"/>
                      <a:pt x="1177" y="32"/>
                    </a:cubicBezTo>
                    <a:cubicBezTo>
                      <a:pt x="1183" y="38"/>
                      <a:pt x="1185" y="47"/>
                      <a:pt x="1185" y="58"/>
                    </a:cubicBezTo>
                    <a:cubicBezTo>
                      <a:pt x="1185" y="58"/>
                      <a:pt x="1185" y="59"/>
                      <a:pt x="1185" y="61"/>
                    </a:cubicBezTo>
                    <a:cubicBezTo>
                      <a:pt x="1136" y="61"/>
                      <a:pt x="1136" y="61"/>
                      <a:pt x="1136" y="61"/>
                    </a:cubicBezTo>
                    <a:cubicBezTo>
                      <a:pt x="1137" y="68"/>
                      <a:pt x="1139" y="74"/>
                      <a:pt x="1142" y="77"/>
                    </a:cubicBezTo>
                    <a:cubicBezTo>
                      <a:pt x="1146" y="81"/>
                      <a:pt x="1151" y="83"/>
                      <a:pt x="1156" y="83"/>
                    </a:cubicBezTo>
                    <a:cubicBezTo>
                      <a:pt x="1160" y="83"/>
                      <a:pt x="1164" y="82"/>
                      <a:pt x="1167" y="80"/>
                    </a:cubicBezTo>
                    <a:cubicBezTo>
                      <a:pt x="1170" y="78"/>
                      <a:pt x="1172" y="74"/>
                      <a:pt x="1174" y="70"/>
                    </a:cubicBezTo>
                    <a:close/>
                    <a:moveTo>
                      <a:pt x="1137" y="52"/>
                    </a:moveTo>
                    <a:cubicBezTo>
                      <a:pt x="1174" y="52"/>
                      <a:pt x="1174" y="52"/>
                      <a:pt x="1174" y="52"/>
                    </a:cubicBezTo>
                    <a:cubicBezTo>
                      <a:pt x="1173" y="46"/>
                      <a:pt x="1172" y="42"/>
                      <a:pt x="1169" y="39"/>
                    </a:cubicBezTo>
                    <a:cubicBezTo>
                      <a:pt x="1166" y="35"/>
                      <a:pt x="1161" y="33"/>
                      <a:pt x="1156" y="33"/>
                    </a:cubicBezTo>
                    <a:cubicBezTo>
                      <a:pt x="1151" y="33"/>
                      <a:pt x="1146" y="34"/>
                      <a:pt x="1143" y="38"/>
                    </a:cubicBezTo>
                    <a:cubicBezTo>
                      <a:pt x="1139" y="41"/>
                      <a:pt x="1137" y="46"/>
                      <a:pt x="1137" y="52"/>
                    </a:cubicBezTo>
                    <a:close/>
                    <a:moveTo>
                      <a:pt x="1206" y="91"/>
                    </a:moveTo>
                    <a:cubicBezTo>
                      <a:pt x="1206" y="25"/>
                      <a:pt x="1206" y="25"/>
                      <a:pt x="1206" y="25"/>
                    </a:cubicBezTo>
                    <a:cubicBezTo>
                      <a:pt x="1216" y="25"/>
                      <a:pt x="1216" y="25"/>
                      <a:pt x="1216" y="25"/>
                    </a:cubicBezTo>
                    <a:cubicBezTo>
                      <a:pt x="1216" y="35"/>
                      <a:pt x="1216" y="35"/>
                      <a:pt x="1216" y="35"/>
                    </a:cubicBezTo>
                    <a:cubicBezTo>
                      <a:pt x="1219" y="30"/>
                      <a:pt x="1221" y="27"/>
                      <a:pt x="1223" y="26"/>
                    </a:cubicBezTo>
                    <a:cubicBezTo>
                      <a:pt x="1225" y="24"/>
                      <a:pt x="1228" y="23"/>
                      <a:pt x="1230" y="23"/>
                    </a:cubicBezTo>
                    <a:cubicBezTo>
                      <a:pt x="1234" y="23"/>
                      <a:pt x="1238" y="25"/>
                      <a:pt x="1242" y="27"/>
                    </a:cubicBezTo>
                    <a:cubicBezTo>
                      <a:pt x="1238" y="37"/>
                      <a:pt x="1238" y="37"/>
                      <a:pt x="1238" y="37"/>
                    </a:cubicBezTo>
                    <a:cubicBezTo>
                      <a:pt x="1235" y="36"/>
                      <a:pt x="1233" y="35"/>
                      <a:pt x="1230" y="35"/>
                    </a:cubicBezTo>
                    <a:cubicBezTo>
                      <a:pt x="1227" y="35"/>
                      <a:pt x="1225" y="36"/>
                      <a:pt x="1223" y="37"/>
                    </a:cubicBezTo>
                    <a:cubicBezTo>
                      <a:pt x="1221" y="39"/>
                      <a:pt x="1220" y="41"/>
                      <a:pt x="1219" y="43"/>
                    </a:cubicBezTo>
                    <a:cubicBezTo>
                      <a:pt x="1218" y="47"/>
                      <a:pt x="1217" y="52"/>
                      <a:pt x="1217" y="56"/>
                    </a:cubicBezTo>
                    <a:cubicBezTo>
                      <a:pt x="1217" y="91"/>
                      <a:pt x="1217" y="91"/>
                      <a:pt x="1217" y="91"/>
                    </a:cubicBezTo>
                    <a:cubicBezTo>
                      <a:pt x="1206" y="91"/>
                      <a:pt x="1206" y="91"/>
                      <a:pt x="1206" y="91"/>
                    </a:cubicBezTo>
                    <a:close/>
                    <a:moveTo>
                      <a:pt x="1251" y="71"/>
                    </a:moveTo>
                    <a:cubicBezTo>
                      <a:pt x="1262" y="69"/>
                      <a:pt x="1262" y="69"/>
                      <a:pt x="1262" y="69"/>
                    </a:cubicBezTo>
                    <a:cubicBezTo>
                      <a:pt x="1263" y="74"/>
                      <a:pt x="1265" y="77"/>
                      <a:pt x="1267" y="80"/>
                    </a:cubicBezTo>
                    <a:cubicBezTo>
                      <a:pt x="1270" y="82"/>
                      <a:pt x="1274" y="83"/>
                      <a:pt x="1279" y="83"/>
                    </a:cubicBezTo>
                    <a:cubicBezTo>
                      <a:pt x="1284" y="83"/>
                      <a:pt x="1288" y="82"/>
                      <a:pt x="1291" y="80"/>
                    </a:cubicBezTo>
                    <a:cubicBezTo>
                      <a:pt x="1293" y="78"/>
                      <a:pt x="1294" y="75"/>
                      <a:pt x="1294" y="73"/>
                    </a:cubicBezTo>
                    <a:cubicBezTo>
                      <a:pt x="1294" y="70"/>
                      <a:pt x="1293" y="68"/>
                      <a:pt x="1291" y="67"/>
                    </a:cubicBezTo>
                    <a:cubicBezTo>
                      <a:pt x="1290" y="66"/>
                      <a:pt x="1286" y="64"/>
                      <a:pt x="1280" y="63"/>
                    </a:cubicBezTo>
                    <a:cubicBezTo>
                      <a:pt x="1271" y="61"/>
                      <a:pt x="1266" y="59"/>
                      <a:pt x="1263" y="58"/>
                    </a:cubicBezTo>
                    <a:cubicBezTo>
                      <a:pt x="1259" y="56"/>
                      <a:pt x="1257" y="54"/>
                      <a:pt x="1255" y="51"/>
                    </a:cubicBezTo>
                    <a:cubicBezTo>
                      <a:pt x="1254" y="49"/>
                      <a:pt x="1253" y="46"/>
                      <a:pt x="1253" y="42"/>
                    </a:cubicBezTo>
                    <a:cubicBezTo>
                      <a:pt x="1253" y="39"/>
                      <a:pt x="1254" y="37"/>
                      <a:pt x="1255" y="34"/>
                    </a:cubicBezTo>
                    <a:cubicBezTo>
                      <a:pt x="1256" y="32"/>
                      <a:pt x="1258" y="30"/>
                      <a:pt x="1260" y="28"/>
                    </a:cubicBezTo>
                    <a:cubicBezTo>
                      <a:pt x="1262" y="27"/>
                      <a:pt x="1265" y="26"/>
                      <a:pt x="1268" y="25"/>
                    </a:cubicBezTo>
                    <a:cubicBezTo>
                      <a:pt x="1271" y="24"/>
                      <a:pt x="1274" y="23"/>
                      <a:pt x="1277" y="23"/>
                    </a:cubicBezTo>
                    <a:cubicBezTo>
                      <a:pt x="1282" y="23"/>
                      <a:pt x="1287" y="24"/>
                      <a:pt x="1291" y="26"/>
                    </a:cubicBezTo>
                    <a:cubicBezTo>
                      <a:pt x="1295" y="27"/>
                      <a:pt x="1298" y="29"/>
                      <a:pt x="1300" y="32"/>
                    </a:cubicBezTo>
                    <a:cubicBezTo>
                      <a:pt x="1301" y="34"/>
                      <a:pt x="1303" y="38"/>
                      <a:pt x="1303" y="42"/>
                    </a:cubicBezTo>
                    <a:cubicBezTo>
                      <a:pt x="1292" y="43"/>
                      <a:pt x="1292" y="43"/>
                      <a:pt x="1292" y="43"/>
                    </a:cubicBezTo>
                    <a:cubicBezTo>
                      <a:pt x="1292" y="40"/>
                      <a:pt x="1291" y="37"/>
                      <a:pt x="1288" y="35"/>
                    </a:cubicBezTo>
                    <a:cubicBezTo>
                      <a:pt x="1286" y="34"/>
                      <a:pt x="1282" y="33"/>
                      <a:pt x="1278" y="33"/>
                    </a:cubicBezTo>
                    <a:cubicBezTo>
                      <a:pt x="1273" y="33"/>
                      <a:pt x="1269" y="33"/>
                      <a:pt x="1267" y="35"/>
                    </a:cubicBezTo>
                    <a:cubicBezTo>
                      <a:pt x="1265" y="37"/>
                      <a:pt x="1264" y="39"/>
                      <a:pt x="1264" y="41"/>
                    </a:cubicBezTo>
                    <a:cubicBezTo>
                      <a:pt x="1264" y="43"/>
                      <a:pt x="1264" y="44"/>
                      <a:pt x="1265" y="45"/>
                    </a:cubicBezTo>
                    <a:cubicBezTo>
                      <a:pt x="1266" y="46"/>
                      <a:pt x="1267" y="47"/>
                      <a:pt x="1269" y="48"/>
                    </a:cubicBezTo>
                    <a:cubicBezTo>
                      <a:pt x="1271" y="48"/>
                      <a:pt x="1274" y="49"/>
                      <a:pt x="1279" y="51"/>
                    </a:cubicBezTo>
                    <a:cubicBezTo>
                      <a:pt x="1287" y="53"/>
                      <a:pt x="1293" y="55"/>
                      <a:pt x="1296" y="56"/>
                    </a:cubicBezTo>
                    <a:cubicBezTo>
                      <a:pt x="1299" y="57"/>
                      <a:pt x="1301" y="59"/>
                      <a:pt x="1303" y="62"/>
                    </a:cubicBezTo>
                    <a:cubicBezTo>
                      <a:pt x="1305" y="64"/>
                      <a:pt x="1306" y="68"/>
                      <a:pt x="1306" y="71"/>
                    </a:cubicBezTo>
                    <a:cubicBezTo>
                      <a:pt x="1306" y="75"/>
                      <a:pt x="1305" y="79"/>
                      <a:pt x="1303" y="82"/>
                    </a:cubicBezTo>
                    <a:cubicBezTo>
                      <a:pt x="1300" y="85"/>
                      <a:pt x="1297" y="88"/>
                      <a:pt x="1293" y="90"/>
                    </a:cubicBezTo>
                    <a:cubicBezTo>
                      <a:pt x="1289" y="91"/>
                      <a:pt x="1284" y="92"/>
                      <a:pt x="1279" y="92"/>
                    </a:cubicBezTo>
                    <a:cubicBezTo>
                      <a:pt x="1271" y="92"/>
                      <a:pt x="1264" y="91"/>
                      <a:pt x="1260" y="87"/>
                    </a:cubicBezTo>
                    <a:cubicBezTo>
                      <a:pt x="1255" y="83"/>
                      <a:pt x="1252" y="78"/>
                      <a:pt x="1251" y="71"/>
                    </a:cubicBezTo>
                    <a:close/>
                    <a:moveTo>
                      <a:pt x="1326" y="13"/>
                    </a:moveTo>
                    <a:cubicBezTo>
                      <a:pt x="1326" y="0"/>
                      <a:pt x="1326" y="0"/>
                      <a:pt x="1326" y="0"/>
                    </a:cubicBezTo>
                    <a:cubicBezTo>
                      <a:pt x="1337" y="0"/>
                      <a:pt x="1337" y="0"/>
                      <a:pt x="1337" y="0"/>
                    </a:cubicBezTo>
                    <a:cubicBezTo>
                      <a:pt x="1337" y="13"/>
                      <a:pt x="1337" y="13"/>
                      <a:pt x="1337" y="13"/>
                    </a:cubicBezTo>
                    <a:cubicBezTo>
                      <a:pt x="1326" y="13"/>
                      <a:pt x="1326" y="13"/>
                      <a:pt x="1326" y="13"/>
                    </a:cubicBezTo>
                    <a:close/>
                    <a:moveTo>
                      <a:pt x="1326" y="91"/>
                    </a:moveTo>
                    <a:cubicBezTo>
                      <a:pt x="1326" y="25"/>
                      <a:pt x="1326" y="25"/>
                      <a:pt x="1326" y="25"/>
                    </a:cubicBezTo>
                    <a:cubicBezTo>
                      <a:pt x="1337" y="25"/>
                      <a:pt x="1337" y="25"/>
                      <a:pt x="1337" y="25"/>
                    </a:cubicBezTo>
                    <a:cubicBezTo>
                      <a:pt x="1337" y="91"/>
                      <a:pt x="1337" y="91"/>
                      <a:pt x="1337" y="91"/>
                    </a:cubicBezTo>
                    <a:cubicBezTo>
                      <a:pt x="1326" y="91"/>
                      <a:pt x="1326" y="91"/>
                      <a:pt x="1326" y="91"/>
                    </a:cubicBezTo>
                    <a:close/>
                    <a:moveTo>
                      <a:pt x="1386" y="81"/>
                    </a:moveTo>
                    <a:cubicBezTo>
                      <a:pt x="1387" y="91"/>
                      <a:pt x="1387" y="91"/>
                      <a:pt x="1387" y="91"/>
                    </a:cubicBezTo>
                    <a:cubicBezTo>
                      <a:pt x="1384" y="91"/>
                      <a:pt x="1382" y="92"/>
                      <a:pt x="1379" y="92"/>
                    </a:cubicBezTo>
                    <a:cubicBezTo>
                      <a:pt x="1375" y="92"/>
                      <a:pt x="1372" y="91"/>
                      <a:pt x="1370" y="90"/>
                    </a:cubicBezTo>
                    <a:cubicBezTo>
                      <a:pt x="1367" y="88"/>
                      <a:pt x="1366" y="87"/>
                      <a:pt x="1365" y="85"/>
                    </a:cubicBezTo>
                    <a:cubicBezTo>
                      <a:pt x="1364" y="83"/>
                      <a:pt x="1364" y="78"/>
                      <a:pt x="1364" y="72"/>
                    </a:cubicBezTo>
                    <a:cubicBezTo>
                      <a:pt x="1364" y="34"/>
                      <a:pt x="1364" y="34"/>
                      <a:pt x="1364" y="34"/>
                    </a:cubicBezTo>
                    <a:cubicBezTo>
                      <a:pt x="1355" y="34"/>
                      <a:pt x="1355" y="34"/>
                      <a:pt x="1355" y="34"/>
                    </a:cubicBezTo>
                    <a:cubicBezTo>
                      <a:pt x="1355" y="25"/>
                      <a:pt x="1355" y="25"/>
                      <a:pt x="1355" y="25"/>
                    </a:cubicBezTo>
                    <a:cubicBezTo>
                      <a:pt x="1364" y="25"/>
                      <a:pt x="1364" y="25"/>
                      <a:pt x="1364" y="25"/>
                    </a:cubicBezTo>
                    <a:cubicBezTo>
                      <a:pt x="1364" y="9"/>
                      <a:pt x="1364" y="9"/>
                      <a:pt x="1364" y="9"/>
                    </a:cubicBezTo>
                    <a:cubicBezTo>
                      <a:pt x="1375" y="2"/>
                      <a:pt x="1375" y="2"/>
                      <a:pt x="1375" y="2"/>
                    </a:cubicBezTo>
                    <a:cubicBezTo>
                      <a:pt x="1375" y="25"/>
                      <a:pt x="1375" y="25"/>
                      <a:pt x="1375" y="25"/>
                    </a:cubicBezTo>
                    <a:cubicBezTo>
                      <a:pt x="1386" y="25"/>
                      <a:pt x="1386" y="25"/>
                      <a:pt x="1386" y="25"/>
                    </a:cubicBezTo>
                    <a:cubicBezTo>
                      <a:pt x="1386" y="34"/>
                      <a:pt x="1386" y="34"/>
                      <a:pt x="1386" y="34"/>
                    </a:cubicBezTo>
                    <a:cubicBezTo>
                      <a:pt x="1375" y="34"/>
                      <a:pt x="1375" y="34"/>
                      <a:pt x="1375" y="34"/>
                    </a:cubicBezTo>
                    <a:cubicBezTo>
                      <a:pt x="1375" y="72"/>
                      <a:pt x="1375" y="72"/>
                      <a:pt x="1375" y="72"/>
                    </a:cubicBezTo>
                    <a:cubicBezTo>
                      <a:pt x="1375" y="75"/>
                      <a:pt x="1375" y="77"/>
                      <a:pt x="1375" y="78"/>
                    </a:cubicBezTo>
                    <a:cubicBezTo>
                      <a:pt x="1376" y="79"/>
                      <a:pt x="1376" y="80"/>
                      <a:pt x="1377" y="80"/>
                    </a:cubicBezTo>
                    <a:cubicBezTo>
                      <a:pt x="1378" y="81"/>
                      <a:pt x="1379" y="81"/>
                      <a:pt x="1381" y="81"/>
                    </a:cubicBezTo>
                    <a:cubicBezTo>
                      <a:pt x="1382" y="81"/>
                      <a:pt x="1384" y="81"/>
                      <a:pt x="1386" y="81"/>
                    </a:cubicBezTo>
                    <a:close/>
                    <a:moveTo>
                      <a:pt x="1403" y="116"/>
                    </a:moveTo>
                    <a:cubicBezTo>
                      <a:pt x="1402" y="106"/>
                      <a:pt x="1402" y="106"/>
                      <a:pt x="1402" y="106"/>
                    </a:cubicBezTo>
                    <a:cubicBezTo>
                      <a:pt x="1405" y="106"/>
                      <a:pt x="1407" y="107"/>
                      <a:pt x="1409" y="107"/>
                    </a:cubicBezTo>
                    <a:cubicBezTo>
                      <a:pt x="1411" y="107"/>
                      <a:pt x="1413" y="106"/>
                      <a:pt x="1414" y="105"/>
                    </a:cubicBezTo>
                    <a:cubicBezTo>
                      <a:pt x="1416" y="105"/>
                      <a:pt x="1417" y="103"/>
                      <a:pt x="1418" y="102"/>
                    </a:cubicBezTo>
                    <a:cubicBezTo>
                      <a:pt x="1419" y="101"/>
                      <a:pt x="1420" y="98"/>
                      <a:pt x="1422" y="94"/>
                    </a:cubicBezTo>
                    <a:cubicBezTo>
                      <a:pt x="1422" y="93"/>
                      <a:pt x="1422" y="92"/>
                      <a:pt x="1423" y="91"/>
                    </a:cubicBezTo>
                    <a:cubicBezTo>
                      <a:pt x="1398" y="25"/>
                      <a:pt x="1398" y="25"/>
                      <a:pt x="1398" y="25"/>
                    </a:cubicBezTo>
                    <a:cubicBezTo>
                      <a:pt x="1410" y="25"/>
                      <a:pt x="1410" y="25"/>
                      <a:pt x="1410" y="25"/>
                    </a:cubicBezTo>
                    <a:cubicBezTo>
                      <a:pt x="1423" y="63"/>
                      <a:pt x="1423" y="63"/>
                      <a:pt x="1423" y="63"/>
                    </a:cubicBezTo>
                    <a:cubicBezTo>
                      <a:pt x="1425" y="68"/>
                      <a:pt x="1427" y="73"/>
                      <a:pt x="1428" y="78"/>
                    </a:cubicBezTo>
                    <a:cubicBezTo>
                      <a:pt x="1429" y="73"/>
                      <a:pt x="1431" y="68"/>
                      <a:pt x="1433" y="63"/>
                    </a:cubicBezTo>
                    <a:cubicBezTo>
                      <a:pt x="1447" y="25"/>
                      <a:pt x="1447" y="25"/>
                      <a:pt x="1447" y="25"/>
                    </a:cubicBezTo>
                    <a:cubicBezTo>
                      <a:pt x="1458" y="25"/>
                      <a:pt x="1458" y="25"/>
                      <a:pt x="1458" y="25"/>
                    </a:cubicBezTo>
                    <a:cubicBezTo>
                      <a:pt x="1433" y="92"/>
                      <a:pt x="1433" y="92"/>
                      <a:pt x="1433" y="92"/>
                    </a:cubicBezTo>
                    <a:cubicBezTo>
                      <a:pt x="1430" y="99"/>
                      <a:pt x="1428" y="104"/>
                      <a:pt x="1427" y="107"/>
                    </a:cubicBezTo>
                    <a:cubicBezTo>
                      <a:pt x="1425" y="111"/>
                      <a:pt x="1422" y="113"/>
                      <a:pt x="1420" y="115"/>
                    </a:cubicBezTo>
                    <a:cubicBezTo>
                      <a:pt x="1417" y="117"/>
                      <a:pt x="1414" y="118"/>
                      <a:pt x="1411" y="118"/>
                    </a:cubicBezTo>
                    <a:cubicBezTo>
                      <a:pt x="1408" y="118"/>
                      <a:pt x="1406" y="117"/>
                      <a:pt x="1403" y="116"/>
                    </a:cubicBezTo>
                    <a:close/>
                  </a:path>
                </a:pathLst>
              </a:custGeom>
              <a:grpFill/>
              <a:ln>
                <a:noFill/>
              </a:ln>
            </p:spPr>
            <p:txBody>
              <a:bodyPr anchor="ctr"/>
              <a:lstStyle/>
              <a:p>
                <a:pPr algn="ctr" defTabSz="914332">
                  <a:defRPr/>
                </a:pPr>
                <a:endParaRPr>
                  <a:solidFill>
                    <a:prstClr val="black"/>
                  </a:solidFill>
                  <a:latin typeface="等线" panose="02010600030101010101" charset="-122"/>
                </a:endParaRPr>
              </a:p>
            </p:txBody>
          </p:sp>
        </p:grpSp>
      </p:grpSp>
      <p:cxnSp>
        <p:nvCxnSpPr>
          <p:cNvPr id="14" name="直接连接符 13">
            <a:extLst>
              <a:ext uri="{FF2B5EF4-FFF2-40B4-BE49-F238E27FC236}">
                <a16:creationId xmlns:a16="http://schemas.microsoft.com/office/drawing/2014/main" id="{50217E41-F3B7-485D-9354-44A0C14D4382}"/>
              </a:ext>
            </a:extLst>
          </p:cNvPr>
          <p:cNvCxnSpPr>
            <a:cxnSpLocks/>
          </p:cNvCxnSpPr>
          <p:nvPr/>
        </p:nvCxnSpPr>
        <p:spPr>
          <a:xfrm>
            <a:off x="0" y="810805"/>
            <a:ext cx="12192000" cy="0"/>
          </a:xfrm>
          <a:prstGeom prst="line">
            <a:avLst/>
          </a:prstGeom>
          <a:ln w="31750">
            <a:gradFill flip="none" rotWithShape="1">
              <a:gsLst>
                <a:gs pos="34000">
                  <a:schemeClr val="accent2"/>
                </a:gs>
                <a:gs pos="100000">
                  <a:schemeClr val="bg1"/>
                </a:gs>
              </a:gsLst>
              <a:lin ang="0" scaled="1"/>
              <a:tileRect/>
            </a:gradFill>
          </a:ln>
        </p:spPr>
        <p:style>
          <a:lnRef idx="1">
            <a:schemeClr val="accent2"/>
          </a:lnRef>
          <a:fillRef idx="0">
            <a:schemeClr val="accent2"/>
          </a:fillRef>
          <a:effectRef idx="0">
            <a:schemeClr val="accent2"/>
          </a:effectRef>
          <a:fontRef idx="minor">
            <a:schemeClr val="tx1"/>
          </a:fontRef>
        </p:style>
      </p:cxnSp>
      <p:sp>
        <p:nvSpPr>
          <p:cNvPr id="2" name="文本框 1">
            <a:extLst>
              <a:ext uri="{FF2B5EF4-FFF2-40B4-BE49-F238E27FC236}">
                <a16:creationId xmlns:a16="http://schemas.microsoft.com/office/drawing/2014/main" id="{162D256C-32E1-475C-B302-F95A8AD3B52C}"/>
              </a:ext>
            </a:extLst>
          </p:cNvPr>
          <p:cNvSpPr txBox="1"/>
          <p:nvPr/>
        </p:nvSpPr>
        <p:spPr>
          <a:xfrm>
            <a:off x="1714821" y="2274838"/>
            <a:ext cx="9194167" cy="2308324"/>
          </a:xfrm>
          <a:prstGeom prst="rect">
            <a:avLst/>
          </a:prstGeom>
          <a:noFill/>
        </p:spPr>
        <p:txBody>
          <a:bodyPr wrap="square" rtlCol="0">
            <a:spAutoFit/>
          </a:bodyPr>
          <a:lstStyle/>
          <a:p>
            <a:pPr algn="ctr"/>
            <a:r>
              <a:rPr lang="en-US" altLang="zh-CN" sz="7200" dirty="0"/>
              <a:t>Thanks</a:t>
            </a:r>
            <a:r>
              <a:rPr lang="zh-CN" altLang="en-US" sz="7200" dirty="0"/>
              <a:t>！</a:t>
            </a:r>
            <a:endParaRPr lang="en-US" altLang="zh-CN" sz="7200" dirty="0"/>
          </a:p>
          <a:p>
            <a:pPr algn="ctr"/>
            <a:r>
              <a:rPr lang="zh-CN" altLang="en-US" sz="7200" dirty="0"/>
              <a:t>感谢批评指正！</a:t>
            </a:r>
          </a:p>
        </p:txBody>
      </p:sp>
    </p:spTree>
    <p:extLst>
      <p:ext uri="{BB962C8B-B14F-4D97-AF65-F5344CB8AC3E}">
        <p14:creationId xmlns:p14="http://schemas.microsoft.com/office/powerpoint/2010/main" val="3839554169"/>
      </p:ext>
    </p:extLst>
  </p:cSld>
  <p:clrMapOvr>
    <a:masterClrMapping/>
  </p:clrMapOvr>
</p:sld>
</file>

<file path=ppt/theme/theme1.xml><?xml version="1.0" encoding="utf-8"?>
<a:theme xmlns:a="http://schemas.openxmlformats.org/drawingml/2006/main" name="东北大学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东北大学主题1" id="{FAF31886-A64C-4DE2-BF24-CDC7B65D43D5}" vid="{8ECD2D60-15BE-4AD3-9975-3AAB4152AC0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15526</TotalTime>
  <Words>931</Words>
  <Application>Microsoft Office PowerPoint</Application>
  <PresentationFormat>宽屏</PresentationFormat>
  <Paragraphs>53</Paragraphs>
  <Slides>8</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等线</vt:lpstr>
      <vt:lpstr>等线 Light</vt:lpstr>
      <vt:lpstr>楷体</vt:lpstr>
      <vt:lpstr>宋体</vt:lpstr>
      <vt:lpstr>微软雅黑</vt:lpstr>
      <vt:lpstr>Arial</vt:lpstr>
      <vt:lpstr>Times New Roman</vt:lpstr>
      <vt:lpstr>Wingdings</vt:lpstr>
      <vt:lpstr>东北大学主题1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 家豪</dc:creator>
  <cp:lastModifiedBy>长聪 陈</cp:lastModifiedBy>
  <cp:revision>729</cp:revision>
  <dcterms:created xsi:type="dcterms:W3CDTF">2021-06-08T13:35:10Z</dcterms:created>
  <dcterms:modified xsi:type="dcterms:W3CDTF">2024-06-07T12:52:35Z</dcterms:modified>
</cp:coreProperties>
</file>