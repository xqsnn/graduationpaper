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3.xml" ContentType="application/vnd.openxmlformats-officedocument.theme+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theme/theme4.xml" ContentType="application/vnd.openxmlformats-officedocument.theme+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92" r:id="rId3"/>
    <p:sldMasterId id="2147483724" r:id="rId4"/>
    <p:sldMasterId id="2147483756" r:id="rId5"/>
  </p:sldMasterIdLst>
  <p:notesMasterIdLst>
    <p:notesMasterId r:id="rId28"/>
  </p:notesMasterIdLst>
  <p:sldIdLst>
    <p:sldId id="256" r:id="rId6"/>
    <p:sldId id="257" r:id="rId7"/>
    <p:sldId id="276" r:id="rId8"/>
    <p:sldId id="258" r:id="rId9"/>
    <p:sldId id="263" r:id="rId10"/>
    <p:sldId id="277" r:id="rId11"/>
    <p:sldId id="259" r:id="rId12"/>
    <p:sldId id="269" r:id="rId13"/>
    <p:sldId id="260" r:id="rId14"/>
    <p:sldId id="278" r:id="rId15"/>
    <p:sldId id="261" r:id="rId16"/>
    <p:sldId id="280" r:id="rId17"/>
    <p:sldId id="268" r:id="rId18"/>
    <p:sldId id="265" r:id="rId19"/>
    <p:sldId id="270" r:id="rId20"/>
    <p:sldId id="266" r:id="rId21"/>
    <p:sldId id="272" r:id="rId22"/>
    <p:sldId id="273" r:id="rId23"/>
    <p:sldId id="275" r:id="rId24"/>
    <p:sldId id="279" r:id="rId25"/>
    <p:sldId id="262" r:id="rId26"/>
    <p:sldId id="267" r:id="rId2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寅龙 左" initials="寅龙" lastIdx="1" clrIdx="0">
    <p:extLst>
      <p:ext uri="{19B8F6BF-5375-455C-9EA6-DF929625EA0E}">
        <p15:presenceInfo xmlns:p15="http://schemas.microsoft.com/office/powerpoint/2012/main" userId="4f48982b24a81e2f" providerId="Windows Live"/>
      </p:ext>
    </p:extLst>
  </p:cmAuthor>
  <p:cmAuthor id="2" name="Li Ely" initials="LE" lastIdx="1" clrIdx="1">
    <p:extLst>
      <p:ext uri="{19B8F6BF-5375-455C-9EA6-DF929625EA0E}">
        <p15:presenceInfo xmlns:p15="http://schemas.microsoft.com/office/powerpoint/2012/main" userId="b079d2c492e6e1e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D7D31"/>
    <a:srgbClr val="A5A5A5"/>
    <a:srgbClr val="F6F6F6"/>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971" autoAdjust="0"/>
    <p:restoredTop sz="81832" autoAdjust="0"/>
  </p:normalViewPr>
  <p:slideViewPr>
    <p:cSldViewPr snapToGrid="0">
      <p:cViewPr varScale="1">
        <p:scale>
          <a:sx n="86" d="100"/>
          <a:sy n="86" d="100"/>
        </p:scale>
        <p:origin x="610" y="62"/>
      </p:cViewPr>
      <p:guideLst/>
    </p:cSldViewPr>
  </p:slideViewPr>
  <p:notesTextViewPr>
    <p:cViewPr>
      <p:scale>
        <a:sx n="66" d="100"/>
        <a:sy n="66"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presProps" Target="presProps.xml"/><Relationship Id="rId8" Type="http://schemas.openxmlformats.org/officeDocument/2006/relationships/slide" Target="slides/slide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zh-CN" altLang="en-US" sz="2000" b="1" dirty="0">
                <a:latin typeface="黑体" panose="02010609060101010101" pitchFamily="49" charset="-122"/>
                <a:ea typeface="黑体" panose="02010609060101010101" pitchFamily="49" charset="-122"/>
              </a:rPr>
              <a:t>学习阶段工作总结</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pieChart>
        <c:varyColors val="1"/>
        <c:ser>
          <c:idx val="0"/>
          <c:order val="0"/>
          <c:tx>
            <c:strRef>
              <c:f>Sheet1!$B$1</c:f>
              <c:strCache>
                <c:ptCount val="1"/>
                <c:pt idx="0">
                  <c:v>销售额</c:v>
                </c:pt>
              </c:strCache>
            </c:strRef>
          </c:tx>
          <c:explosion val="3"/>
          <c:dPt>
            <c:idx val="0"/>
            <c:bubble3D val="0"/>
            <c:spPr>
              <a:solidFill>
                <a:schemeClr val="accent1"/>
              </a:solidFill>
              <a:ln w="19050">
                <a:solidFill>
                  <a:schemeClr val="lt1"/>
                </a:solidFill>
              </a:ln>
              <a:effectLst/>
            </c:spPr>
            <c:extLst>
              <c:ext xmlns:c16="http://schemas.microsoft.com/office/drawing/2014/chart" uri="{C3380CC4-5D6E-409C-BE32-E72D297353CC}">
                <c16:uniqueId val="{00000001-1AC4-4261-8109-84B385FEE191}"/>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1AC4-4261-8109-84B385FEE191}"/>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1AC4-4261-8109-84B385FEE191}"/>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1AC4-4261-8109-84B385FEE191}"/>
              </c:ext>
            </c:extLst>
          </c:dPt>
          <c:cat>
            <c:strRef>
              <c:f>Sheet1!$A$2:$A$5</c:f>
              <c:strCache>
                <c:ptCount val="4"/>
                <c:pt idx="0">
                  <c:v>专业课程学习</c:v>
                </c:pt>
                <c:pt idx="1">
                  <c:v>课外自学</c:v>
                </c:pt>
                <c:pt idx="2">
                  <c:v>课程实验</c:v>
                </c:pt>
                <c:pt idx="3">
                  <c:v>学术报告</c:v>
                </c:pt>
              </c:strCache>
            </c:strRef>
          </c:cat>
          <c:val>
            <c:numRef>
              <c:f>Sheet1!$B$2:$B$5</c:f>
              <c:numCache>
                <c:formatCode>General</c:formatCode>
                <c:ptCount val="4"/>
                <c:pt idx="0">
                  <c:v>5</c:v>
                </c:pt>
                <c:pt idx="1">
                  <c:v>2.5</c:v>
                </c:pt>
                <c:pt idx="2">
                  <c:v>1.5</c:v>
                </c:pt>
                <c:pt idx="3">
                  <c:v>1</c:v>
                </c:pt>
              </c:numCache>
            </c:numRef>
          </c:val>
          <c:extLst>
            <c:ext xmlns:c16="http://schemas.microsoft.com/office/drawing/2014/chart" uri="{C3380CC4-5D6E-409C-BE32-E72D297353CC}">
              <c16:uniqueId val="{00000000-F050-48E4-B9DE-73838C8A8D71}"/>
            </c:ext>
          </c:extLst>
        </c:ser>
        <c:dLbls>
          <c:showLegendKey val="0"/>
          <c:showVal val="0"/>
          <c:showCatName val="0"/>
          <c:showSerName val="0"/>
          <c:showPercent val="0"/>
          <c:showBubbleSize val="0"/>
          <c:showLeaderLines val="1"/>
        </c:dLbls>
        <c:firstSliceAng val="0"/>
      </c:pieChart>
      <c:spPr>
        <a:noFill/>
        <a:ln>
          <a:noFill/>
        </a:ln>
        <a:effectLst/>
      </c:spPr>
    </c:plotArea>
    <c:legend>
      <c:legendPos val="b"/>
      <c:legendEntry>
        <c:idx val="0"/>
        <c:txPr>
          <a:bodyPr rot="0" spcFirstLastPara="1" vertOverflow="ellipsis" vert="horz" wrap="square" anchor="ctr" anchorCtr="1"/>
          <a:lstStyle/>
          <a:p>
            <a:pPr>
              <a:defRPr sz="1600" b="0" i="0" u="none" strike="noStrike" kern="1200" baseline="0">
                <a:solidFill>
                  <a:schemeClr val="tx1">
                    <a:lumMod val="65000"/>
                    <a:lumOff val="35000"/>
                  </a:schemeClr>
                </a:solidFill>
                <a:latin typeface="黑体" panose="02010609060101010101" pitchFamily="49" charset="-122"/>
                <a:ea typeface="黑体" panose="02010609060101010101" pitchFamily="49" charset="-122"/>
                <a:cs typeface="+mn-cs"/>
              </a:defRPr>
            </a:pPr>
            <a:endParaRPr lang="zh-CN"/>
          </a:p>
        </c:txPr>
      </c:legendEntry>
      <c:legendEntry>
        <c:idx val="1"/>
        <c:txPr>
          <a:bodyPr rot="0" spcFirstLastPara="1" vertOverflow="ellipsis" vert="horz" wrap="square" anchor="ctr" anchorCtr="1"/>
          <a:lstStyle/>
          <a:p>
            <a:pPr>
              <a:defRPr sz="1600" b="0" i="0" u="none" strike="noStrike" kern="1200" baseline="0">
                <a:solidFill>
                  <a:schemeClr val="tx1">
                    <a:lumMod val="65000"/>
                    <a:lumOff val="35000"/>
                  </a:schemeClr>
                </a:solidFill>
                <a:latin typeface="黑体" panose="02010609060101010101" pitchFamily="49" charset="-122"/>
                <a:ea typeface="黑体" panose="02010609060101010101" pitchFamily="49" charset="-122"/>
                <a:cs typeface="+mn-cs"/>
              </a:defRPr>
            </a:pPr>
            <a:endParaRPr lang="zh-CN"/>
          </a:p>
        </c:txPr>
      </c:legendEntry>
      <c:legendEntry>
        <c:idx val="2"/>
        <c:txPr>
          <a:bodyPr rot="0" spcFirstLastPara="1" vertOverflow="ellipsis" vert="horz" wrap="square" anchor="ctr" anchorCtr="1"/>
          <a:lstStyle/>
          <a:p>
            <a:pPr>
              <a:defRPr sz="1600" b="0" i="0" u="none" strike="noStrike" kern="1200" baseline="0">
                <a:solidFill>
                  <a:schemeClr val="tx1">
                    <a:lumMod val="65000"/>
                    <a:lumOff val="35000"/>
                  </a:schemeClr>
                </a:solidFill>
                <a:latin typeface="黑体" panose="02010609060101010101" pitchFamily="49" charset="-122"/>
                <a:ea typeface="黑体" panose="02010609060101010101" pitchFamily="49" charset="-122"/>
                <a:cs typeface="+mn-cs"/>
              </a:defRPr>
            </a:pPr>
            <a:endParaRPr lang="zh-CN"/>
          </a:p>
        </c:txPr>
      </c:legendEntry>
      <c:legendEntry>
        <c:idx val="3"/>
        <c:txPr>
          <a:bodyPr rot="0" spcFirstLastPara="1" vertOverflow="ellipsis" vert="horz" wrap="square" anchor="ctr" anchorCtr="1"/>
          <a:lstStyle/>
          <a:p>
            <a:pPr>
              <a:defRPr sz="1600" b="0" i="0" u="none" strike="noStrike" kern="1200" baseline="0">
                <a:solidFill>
                  <a:schemeClr val="tx1">
                    <a:lumMod val="65000"/>
                    <a:lumOff val="35000"/>
                  </a:schemeClr>
                </a:solidFill>
                <a:latin typeface="黑体" panose="02010609060101010101" pitchFamily="49" charset="-122"/>
                <a:ea typeface="黑体" panose="02010609060101010101" pitchFamily="49" charset="-122"/>
                <a:cs typeface="+mn-cs"/>
              </a:defRPr>
            </a:pPr>
            <a:endParaRPr lang="zh-CN"/>
          </a:p>
        </c:txPr>
      </c:legendEntry>
      <c:layout>
        <c:manualLayout>
          <c:xMode val="edge"/>
          <c:yMode val="edge"/>
          <c:x val="0.1357837501443015"/>
          <c:y val="0.81511263232989539"/>
          <c:w val="0.80929642057577189"/>
          <c:h val="0.16815571764615986"/>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B91C96-9FA9-4C5F-A4E8-3C4D0901DF0C}" type="datetimeFigureOut">
              <a:rPr lang="zh-CN" altLang="en-US" smtClean="0"/>
              <a:t>2020/10/27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0FCD2D-E279-4266-9698-50F833AEDCD9}" type="slidenum">
              <a:rPr lang="zh-CN" altLang="en-US" smtClean="0"/>
              <a:t>‹#›</a:t>
            </a:fld>
            <a:endParaRPr lang="zh-CN" altLang="en-US"/>
          </a:p>
        </p:txBody>
      </p:sp>
    </p:spTree>
    <p:extLst>
      <p:ext uri="{BB962C8B-B14F-4D97-AF65-F5344CB8AC3E}">
        <p14:creationId xmlns:p14="http://schemas.microsoft.com/office/powerpoint/2010/main" val="5978503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C0FCD2D-E279-4266-9698-50F833AEDCD9}" type="slidenum">
              <a:rPr lang="zh-CN" altLang="en-US" smtClean="0"/>
              <a:t>7</a:t>
            </a:fld>
            <a:endParaRPr lang="zh-CN" altLang="en-US"/>
          </a:p>
        </p:txBody>
      </p:sp>
    </p:spTree>
    <p:extLst>
      <p:ext uri="{BB962C8B-B14F-4D97-AF65-F5344CB8AC3E}">
        <p14:creationId xmlns:p14="http://schemas.microsoft.com/office/powerpoint/2010/main" val="6848840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C0FCD2D-E279-4266-9698-50F833AEDCD9}" type="slidenum">
              <a:rPr lang="zh-CN" altLang="en-US" smtClean="0"/>
              <a:t>21</a:t>
            </a:fld>
            <a:endParaRPr lang="zh-CN" altLang="en-US"/>
          </a:p>
        </p:txBody>
      </p:sp>
    </p:spTree>
    <p:extLst>
      <p:ext uri="{BB962C8B-B14F-4D97-AF65-F5344CB8AC3E}">
        <p14:creationId xmlns:p14="http://schemas.microsoft.com/office/powerpoint/2010/main" val="15406204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3A97DA-8273-42E8-9F49-E6175BEC34CD}"/>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1E0290F7-A332-43EB-AFBB-471AC3EAAF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472ABC25-63A5-4E11-9103-6B98FDD2B895}"/>
              </a:ext>
            </a:extLst>
          </p:cNvPr>
          <p:cNvSpPr>
            <a:spLocks noGrp="1"/>
          </p:cNvSpPr>
          <p:nvPr>
            <p:ph type="dt" sz="half" idx="10"/>
          </p:nvPr>
        </p:nvSpPr>
        <p:spPr/>
        <p:txBody>
          <a:bodyPr/>
          <a:lstStyle/>
          <a:p>
            <a:fld id="{83B155F4-64D7-4288-A3BF-ECE41FECEEEC}" type="datetimeFigureOut">
              <a:rPr lang="zh-CN" altLang="en-US" smtClean="0"/>
              <a:t>2020/10/27</a:t>
            </a:fld>
            <a:endParaRPr lang="zh-CN" altLang="en-US"/>
          </a:p>
        </p:txBody>
      </p:sp>
      <p:sp>
        <p:nvSpPr>
          <p:cNvPr id="5" name="页脚占位符 4">
            <a:extLst>
              <a:ext uri="{FF2B5EF4-FFF2-40B4-BE49-F238E27FC236}">
                <a16:creationId xmlns:a16="http://schemas.microsoft.com/office/drawing/2014/main" id="{ADD75EC0-6E9B-421E-BC62-147FEC9DAB0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66919FA-4671-46F0-ACC7-B2ED1934015D}"/>
              </a:ext>
            </a:extLst>
          </p:cNvPr>
          <p:cNvSpPr>
            <a:spLocks noGrp="1"/>
          </p:cNvSpPr>
          <p:nvPr>
            <p:ph type="sldNum" sz="quarter" idx="12"/>
          </p:nvPr>
        </p:nvSpPr>
        <p:spPr/>
        <p:txBody>
          <a:bodyPr/>
          <a:lstStyle/>
          <a:p>
            <a:fld id="{A91B602B-3CB5-4505-BAB7-864EF0EEBB7F}" type="slidenum">
              <a:rPr lang="zh-CN" altLang="en-US" smtClean="0"/>
              <a:t>‹#›</a:t>
            </a:fld>
            <a:endParaRPr lang="zh-CN" altLang="en-US"/>
          </a:p>
        </p:txBody>
      </p:sp>
    </p:spTree>
    <p:extLst>
      <p:ext uri="{BB962C8B-B14F-4D97-AF65-F5344CB8AC3E}">
        <p14:creationId xmlns:p14="http://schemas.microsoft.com/office/powerpoint/2010/main" val="24576301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3938E4-C0EA-472D-B2C8-026FDE4E9AA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AE17373-AA7D-40B3-8EB5-A53804035DCB}"/>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C6E306A-CC85-42BC-9794-771F079A6572}"/>
              </a:ext>
            </a:extLst>
          </p:cNvPr>
          <p:cNvSpPr>
            <a:spLocks noGrp="1"/>
          </p:cNvSpPr>
          <p:nvPr>
            <p:ph type="dt" sz="half" idx="10"/>
          </p:nvPr>
        </p:nvSpPr>
        <p:spPr/>
        <p:txBody>
          <a:bodyPr/>
          <a:lstStyle/>
          <a:p>
            <a:fld id="{83B155F4-64D7-4288-A3BF-ECE41FECEEEC}" type="datetimeFigureOut">
              <a:rPr lang="zh-CN" altLang="en-US" smtClean="0"/>
              <a:t>2020/10/27</a:t>
            </a:fld>
            <a:endParaRPr lang="zh-CN" altLang="en-US"/>
          </a:p>
        </p:txBody>
      </p:sp>
      <p:sp>
        <p:nvSpPr>
          <p:cNvPr id="5" name="页脚占位符 4">
            <a:extLst>
              <a:ext uri="{FF2B5EF4-FFF2-40B4-BE49-F238E27FC236}">
                <a16:creationId xmlns:a16="http://schemas.microsoft.com/office/drawing/2014/main" id="{36A171EE-1BB5-488C-BD6E-B15E55A7F5F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74D3692-6DC3-4F91-B988-09169BECB410}"/>
              </a:ext>
            </a:extLst>
          </p:cNvPr>
          <p:cNvSpPr>
            <a:spLocks noGrp="1"/>
          </p:cNvSpPr>
          <p:nvPr>
            <p:ph type="sldNum" sz="quarter" idx="12"/>
          </p:nvPr>
        </p:nvSpPr>
        <p:spPr/>
        <p:txBody>
          <a:bodyPr/>
          <a:lstStyle/>
          <a:p>
            <a:fld id="{A91B602B-3CB5-4505-BAB7-864EF0EEBB7F}" type="slidenum">
              <a:rPr lang="zh-CN" altLang="en-US" smtClean="0"/>
              <a:t>‹#›</a:t>
            </a:fld>
            <a:endParaRPr lang="zh-CN" altLang="en-US"/>
          </a:p>
        </p:txBody>
      </p:sp>
    </p:spTree>
    <p:extLst>
      <p:ext uri="{BB962C8B-B14F-4D97-AF65-F5344CB8AC3E}">
        <p14:creationId xmlns:p14="http://schemas.microsoft.com/office/powerpoint/2010/main" val="875252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778175-5DDA-456B-86C9-3F8501C2A304}"/>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22DE8E08-1765-4E7D-93C0-1766CD175C1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E66D016-72D2-44C8-AC0B-CD1B6F60D321}"/>
              </a:ext>
            </a:extLst>
          </p:cNvPr>
          <p:cNvSpPr>
            <a:spLocks noGrp="1"/>
          </p:cNvSpPr>
          <p:nvPr>
            <p:ph type="dt" sz="half" idx="10"/>
          </p:nvPr>
        </p:nvSpPr>
        <p:spPr/>
        <p:txBody>
          <a:bodyPr/>
          <a:lstStyle/>
          <a:p>
            <a:fld id="{83B155F4-64D7-4288-A3BF-ECE41FECEEEC}" type="datetimeFigureOut">
              <a:rPr lang="zh-CN" altLang="en-US" smtClean="0"/>
              <a:t>2020/10/27</a:t>
            </a:fld>
            <a:endParaRPr lang="zh-CN" altLang="en-US"/>
          </a:p>
        </p:txBody>
      </p:sp>
      <p:sp>
        <p:nvSpPr>
          <p:cNvPr id="5" name="页脚占位符 4">
            <a:extLst>
              <a:ext uri="{FF2B5EF4-FFF2-40B4-BE49-F238E27FC236}">
                <a16:creationId xmlns:a16="http://schemas.microsoft.com/office/drawing/2014/main" id="{64629BD7-F584-41A1-BD74-FA5A8D8A579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8CCDA07-A8E2-41F8-A01F-3B40DF345767}"/>
              </a:ext>
            </a:extLst>
          </p:cNvPr>
          <p:cNvSpPr>
            <a:spLocks noGrp="1"/>
          </p:cNvSpPr>
          <p:nvPr>
            <p:ph type="sldNum" sz="quarter" idx="12"/>
          </p:nvPr>
        </p:nvSpPr>
        <p:spPr/>
        <p:txBody>
          <a:bodyPr/>
          <a:lstStyle/>
          <a:p>
            <a:fld id="{A91B602B-3CB5-4505-BAB7-864EF0EEBB7F}" type="slidenum">
              <a:rPr lang="zh-CN" altLang="en-US" smtClean="0"/>
              <a:t>‹#›</a:t>
            </a:fld>
            <a:endParaRPr lang="zh-CN" altLang="en-US"/>
          </a:p>
        </p:txBody>
      </p:sp>
    </p:spTree>
    <p:extLst>
      <p:ext uri="{BB962C8B-B14F-4D97-AF65-F5344CB8AC3E}">
        <p14:creationId xmlns:p14="http://schemas.microsoft.com/office/powerpoint/2010/main" val="9019565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5A3799-72AD-4D45-BFD6-05B74A950CD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A94EAC3-D07A-4B50-A81E-76686C452EA7}"/>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EF43066E-443B-4D02-8169-7D23D120136F}"/>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A6F91F46-E544-493D-A95E-60D422A78FEE}"/>
              </a:ext>
            </a:extLst>
          </p:cNvPr>
          <p:cNvSpPr>
            <a:spLocks noGrp="1"/>
          </p:cNvSpPr>
          <p:nvPr>
            <p:ph type="dt" sz="half" idx="10"/>
          </p:nvPr>
        </p:nvSpPr>
        <p:spPr/>
        <p:txBody>
          <a:bodyPr/>
          <a:lstStyle/>
          <a:p>
            <a:fld id="{83B155F4-64D7-4288-A3BF-ECE41FECEEEC}" type="datetimeFigureOut">
              <a:rPr lang="zh-CN" altLang="en-US" smtClean="0"/>
              <a:t>2020/10/27</a:t>
            </a:fld>
            <a:endParaRPr lang="zh-CN" altLang="en-US"/>
          </a:p>
        </p:txBody>
      </p:sp>
      <p:sp>
        <p:nvSpPr>
          <p:cNvPr id="6" name="页脚占位符 5">
            <a:extLst>
              <a:ext uri="{FF2B5EF4-FFF2-40B4-BE49-F238E27FC236}">
                <a16:creationId xmlns:a16="http://schemas.microsoft.com/office/drawing/2014/main" id="{D096309A-E630-43F7-AD71-A64EFA368DF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D9ED389-EAC8-42E8-BCED-4EB0B7624BFA}"/>
              </a:ext>
            </a:extLst>
          </p:cNvPr>
          <p:cNvSpPr>
            <a:spLocks noGrp="1"/>
          </p:cNvSpPr>
          <p:nvPr>
            <p:ph type="sldNum" sz="quarter" idx="12"/>
          </p:nvPr>
        </p:nvSpPr>
        <p:spPr/>
        <p:txBody>
          <a:bodyPr/>
          <a:lstStyle/>
          <a:p>
            <a:fld id="{A91B602B-3CB5-4505-BAB7-864EF0EEBB7F}" type="slidenum">
              <a:rPr lang="zh-CN" altLang="en-US" smtClean="0"/>
              <a:t>‹#›</a:t>
            </a:fld>
            <a:endParaRPr lang="zh-CN" altLang="en-US"/>
          </a:p>
        </p:txBody>
      </p:sp>
    </p:spTree>
    <p:extLst>
      <p:ext uri="{BB962C8B-B14F-4D97-AF65-F5344CB8AC3E}">
        <p14:creationId xmlns:p14="http://schemas.microsoft.com/office/powerpoint/2010/main" val="27389505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D03EAE-0CF4-491C-B275-A6D43819FF43}"/>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3A197516-C361-4B1B-9485-075A9A84845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20CC4A0D-298F-41D7-9EFE-F4C1C2DC3FB7}"/>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6DE663D-DD66-4B46-A348-9899BC58CB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C9C35418-7808-4620-8469-E6F0838264A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3B36E49E-7EDE-4AE7-9BC1-B6DB77470EFC}"/>
              </a:ext>
            </a:extLst>
          </p:cNvPr>
          <p:cNvSpPr>
            <a:spLocks noGrp="1"/>
          </p:cNvSpPr>
          <p:nvPr>
            <p:ph type="dt" sz="half" idx="10"/>
          </p:nvPr>
        </p:nvSpPr>
        <p:spPr/>
        <p:txBody>
          <a:bodyPr/>
          <a:lstStyle/>
          <a:p>
            <a:fld id="{83B155F4-64D7-4288-A3BF-ECE41FECEEEC}" type="datetimeFigureOut">
              <a:rPr lang="zh-CN" altLang="en-US" smtClean="0"/>
              <a:t>2020/10/27</a:t>
            </a:fld>
            <a:endParaRPr lang="zh-CN" altLang="en-US"/>
          </a:p>
        </p:txBody>
      </p:sp>
      <p:sp>
        <p:nvSpPr>
          <p:cNvPr id="8" name="页脚占位符 7">
            <a:extLst>
              <a:ext uri="{FF2B5EF4-FFF2-40B4-BE49-F238E27FC236}">
                <a16:creationId xmlns:a16="http://schemas.microsoft.com/office/drawing/2014/main" id="{C561C52E-11F5-45BD-BD8E-09E4AE94B4E0}"/>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8AD55182-53CF-4333-8F56-FDFE38EEBA46}"/>
              </a:ext>
            </a:extLst>
          </p:cNvPr>
          <p:cNvSpPr>
            <a:spLocks noGrp="1"/>
          </p:cNvSpPr>
          <p:nvPr>
            <p:ph type="sldNum" sz="quarter" idx="12"/>
          </p:nvPr>
        </p:nvSpPr>
        <p:spPr/>
        <p:txBody>
          <a:bodyPr/>
          <a:lstStyle/>
          <a:p>
            <a:fld id="{A91B602B-3CB5-4505-BAB7-864EF0EEBB7F}" type="slidenum">
              <a:rPr lang="zh-CN" altLang="en-US" smtClean="0"/>
              <a:t>‹#›</a:t>
            </a:fld>
            <a:endParaRPr lang="zh-CN" altLang="en-US"/>
          </a:p>
        </p:txBody>
      </p:sp>
    </p:spTree>
    <p:extLst>
      <p:ext uri="{BB962C8B-B14F-4D97-AF65-F5344CB8AC3E}">
        <p14:creationId xmlns:p14="http://schemas.microsoft.com/office/powerpoint/2010/main" val="9963391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5618BA-B16F-4FAA-A95F-6247C9047E7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557B58C-3BD8-471B-9D04-AEAA768964B4}"/>
              </a:ext>
            </a:extLst>
          </p:cNvPr>
          <p:cNvSpPr>
            <a:spLocks noGrp="1"/>
          </p:cNvSpPr>
          <p:nvPr>
            <p:ph type="dt" sz="half" idx="10"/>
          </p:nvPr>
        </p:nvSpPr>
        <p:spPr/>
        <p:txBody>
          <a:bodyPr/>
          <a:lstStyle/>
          <a:p>
            <a:fld id="{83B155F4-64D7-4288-A3BF-ECE41FECEEEC}" type="datetimeFigureOut">
              <a:rPr lang="zh-CN" altLang="en-US" smtClean="0"/>
              <a:t>2020/10/27</a:t>
            </a:fld>
            <a:endParaRPr lang="zh-CN" altLang="en-US"/>
          </a:p>
        </p:txBody>
      </p:sp>
      <p:sp>
        <p:nvSpPr>
          <p:cNvPr id="4" name="页脚占位符 3">
            <a:extLst>
              <a:ext uri="{FF2B5EF4-FFF2-40B4-BE49-F238E27FC236}">
                <a16:creationId xmlns:a16="http://schemas.microsoft.com/office/drawing/2014/main" id="{100B39F2-4630-4074-9ABC-9B912249B2E4}"/>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83348390-67DB-45E0-8CA2-46CE1DD7B094}"/>
              </a:ext>
            </a:extLst>
          </p:cNvPr>
          <p:cNvSpPr>
            <a:spLocks noGrp="1"/>
          </p:cNvSpPr>
          <p:nvPr>
            <p:ph type="sldNum" sz="quarter" idx="12"/>
          </p:nvPr>
        </p:nvSpPr>
        <p:spPr/>
        <p:txBody>
          <a:bodyPr/>
          <a:lstStyle/>
          <a:p>
            <a:fld id="{A91B602B-3CB5-4505-BAB7-864EF0EEBB7F}" type="slidenum">
              <a:rPr lang="zh-CN" altLang="en-US" smtClean="0"/>
              <a:t>‹#›</a:t>
            </a:fld>
            <a:endParaRPr lang="zh-CN" altLang="en-US"/>
          </a:p>
        </p:txBody>
      </p:sp>
    </p:spTree>
    <p:extLst>
      <p:ext uri="{BB962C8B-B14F-4D97-AF65-F5344CB8AC3E}">
        <p14:creationId xmlns:p14="http://schemas.microsoft.com/office/powerpoint/2010/main" val="37233557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C706010-84AB-4BEA-B46C-D19C8B806FB4}"/>
              </a:ext>
            </a:extLst>
          </p:cNvPr>
          <p:cNvSpPr>
            <a:spLocks noGrp="1"/>
          </p:cNvSpPr>
          <p:nvPr>
            <p:ph type="dt" sz="half" idx="10"/>
          </p:nvPr>
        </p:nvSpPr>
        <p:spPr/>
        <p:txBody>
          <a:bodyPr/>
          <a:lstStyle/>
          <a:p>
            <a:fld id="{83B155F4-64D7-4288-A3BF-ECE41FECEEEC}" type="datetimeFigureOut">
              <a:rPr lang="zh-CN" altLang="en-US" smtClean="0"/>
              <a:t>2020/10/27</a:t>
            </a:fld>
            <a:endParaRPr lang="zh-CN" altLang="en-US"/>
          </a:p>
        </p:txBody>
      </p:sp>
      <p:sp>
        <p:nvSpPr>
          <p:cNvPr id="3" name="页脚占位符 2">
            <a:extLst>
              <a:ext uri="{FF2B5EF4-FFF2-40B4-BE49-F238E27FC236}">
                <a16:creationId xmlns:a16="http://schemas.microsoft.com/office/drawing/2014/main" id="{738246B9-44B9-4FCF-986E-2D7F3D61BDBA}"/>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F3AA7C94-9C3A-4570-8E62-8ABE7A887EC4}"/>
              </a:ext>
            </a:extLst>
          </p:cNvPr>
          <p:cNvSpPr>
            <a:spLocks noGrp="1"/>
          </p:cNvSpPr>
          <p:nvPr>
            <p:ph type="sldNum" sz="quarter" idx="12"/>
          </p:nvPr>
        </p:nvSpPr>
        <p:spPr/>
        <p:txBody>
          <a:bodyPr/>
          <a:lstStyle/>
          <a:p>
            <a:fld id="{A91B602B-3CB5-4505-BAB7-864EF0EEBB7F}" type="slidenum">
              <a:rPr lang="zh-CN" altLang="en-US" smtClean="0"/>
              <a:t>‹#›</a:t>
            </a:fld>
            <a:endParaRPr lang="zh-CN" altLang="en-US"/>
          </a:p>
        </p:txBody>
      </p:sp>
    </p:spTree>
    <p:extLst>
      <p:ext uri="{BB962C8B-B14F-4D97-AF65-F5344CB8AC3E}">
        <p14:creationId xmlns:p14="http://schemas.microsoft.com/office/powerpoint/2010/main" val="12731529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61F1B2-CDC1-4803-B0B5-13487060B65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74A81FCC-7A39-4674-ADF3-3A7334ED4D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018FF9A3-46FE-481D-B2D6-88B33BA258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394D936-A500-48B5-8B83-DBA5154FC88D}"/>
              </a:ext>
            </a:extLst>
          </p:cNvPr>
          <p:cNvSpPr>
            <a:spLocks noGrp="1"/>
          </p:cNvSpPr>
          <p:nvPr>
            <p:ph type="dt" sz="half" idx="10"/>
          </p:nvPr>
        </p:nvSpPr>
        <p:spPr/>
        <p:txBody>
          <a:bodyPr/>
          <a:lstStyle/>
          <a:p>
            <a:fld id="{83B155F4-64D7-4288-A3BF-ECE41FECEEEC}" type="datetimeFigureOut">
              <a:rPr lang="zh-CN" altLang="en-US" smtClean="0"/>
              <a:t>2020/10/27</a:t>
            </a:fld>
            <a:endParaRPr lang="zh-CN" altLang="en-US"/>
          </a:p>
        </p:txBody>
      </p:sp>
      <p:sp>
        <p:nvSpPr>
          <p:cNvPr id="6" name="页脚占位符 5">
            <a:extLst>
              <a:ext uri="{FF2B5EF4-FFF2-40B4-BE49-F238E27FC236}">
                <a16:creationId xmlns:a16="http://schemas.microsoft.com/office/drawing/2014/main" id="{A08F8C5E-A2B8-45D2-B25B-B3C47446D69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11E2C67-F79A-4087-BB81-7AA43FB80633}"/>
              </a:ext>
            </a:extLst>
          </p:cNvPr>
          <p:cNvSpPr>
            <a:spLocks noGrp="1"/>
          </p:cNvSpPr>
          <p:nvPr>
            <p:ph type="sldNum" sz="quarter" idx="12"/>
          </p:nvPr>
        </p:nvSpPr>
        <p:spPr/>
        <p:txBody>
          <a:bodyPr/>
          <a:lstStyle/>
          <a:p>
            <a:fld id="{A91B602B-3CB5-4505-BAB7-864EF0EEBB7F}" type="slidenum">
              <a:rPr lang="zh-CN" altLang="en-US" smtClean="0"/>
              <a:t>‹#›</a:t>
            </a:fld>
            <a:endParaRPr lang="zh-CN" altLang="en-US"/>
          </a:p>
        </p:txBody>
      </p:sp>
    </p:spTree>
    <p:extLst>
      <p:ext uri="{BB962C8B-B14F-4D97-AF65-F5344CB8AC3E}">
        <p14:creationId xmlns:p14="http://schemas.microsoft.com/office/powerpoint/2010/main" val="4110347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B0C678-7527-4917-9985-76B202B674D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29359DC-1BDF-4A31-9B41-6C03B1967B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147AC280-1038-4D46-A373-9E0863FEBA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981A9B5-30F9-4D21-963B-1ED0E4ADD349}"/>
              </a:ext>
            </a:extLst>
          </p:cNvPr>
          <p:cNvSpPr>
            <a:spLocks noGrp="1"/>
          </p:cNvSpPr>
          <p:nvPr>
            <p:ph type="dt" sz="half" idx="10"/>
          </p:nvPr>
        </p:nvSpPr>
        <p:spPr/>
        <p:txBody>
          <a:bodyPr/>
          <a:lstStyle/>
          <a:p>
            <a:fld id="{83B155F4-64D7-4288-A3BF-ECE41FECEEEC}" type="datetimeFigureOut">
              <a:rPr lang="zh-CN" altLang="en-US" smtClean="0"/>
              <a:t>2020/10/27</a:t>
            </a:fld>
            <a:endParaRPr lang="zh-CN" altLang="en-US"/>
          </a:p>
        </p:txBody>
      </p:sp>
      <p:sp>
        <p:nvSpPr>
          <p:cNvPr id="6" name="页脚占位符 5">
            <a:extLst>
              <a:ext uri="{FF2B5EF4-FFF2-40B4-BE49-F238E27FC236}">
                <a16:creationId xmlns:a16="http://schemas.microsoft.com/office/drawing/2014/main" id="{AD110619-CC0D-4AB1-B9F7-467304ABD21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36F54A4-1156-4B6A-A7F3-538E0955AA87}"/>
              </a:ext>
            </a:extLst>
          </p:cNvPr>
          <p:cNvSpPr>
            <a:spLocks noGrp="1"/>
          </p:cNvSpPr>
          <p:nvPr>
            <p:ph type="sldNum" sz="quarter" idx="12"/>
          </p:nvPr>
        </p:nvSpPr>
        <p:spPr/>
        <p:txBody>
          <a:bodyPr/>
          <a:lstStyle/>
          <a:p>
            <a:fld id="{A91B602B-3CB5-4505-BAB7-864EF0EEBB7F}" type="slidenum">
              <a:rPr lang="zh-CN" altLang="en-US" smtClean="0"/>
              <a:t>‹#›</a:t>
            </a:fld>
            <a:endParaRPr lang="zh-CN" altLang="en-US"/>
          </a:p>
        </p:txBody>
      </p:sp>
    </p:spTree>
    <p:extLst>
      <p:ext uri="{BB962C8B-B14F-4D97-AF65-F5344CB8AC3E}">
        <p14:creationId xmlns:p14="http://schemas.microsoft.com/office/powerpoint/2010/main" val="7942566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ECFB8E-7CDD-4C95-BDE6-4EA2EB6F3F09}"/>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946FC71-5C34-4FBE-8DE2-5CB9620D0B6E}"/>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8B5140E-0EBD-4D54-BC8F-81E3196875C3}"/>
              </a:ext>
            </a:extLst>
          </p:cNvPr>
          <p:cNvSpPr>
            <a:spLocks noGrp="1"/>
          </p:cNvSpPr>
          <p:nvPr>
            <p:ph type="dt" sz="half" idx="10"/>
          </p:nvPr>
        </p:nvSpPr>
        <p:spPr/>
        <p:txBody>
          <a:bodyPr/>
          <a:lstStyle/>
          <a:p>
            <a:fld id="{83B155F4-64D7-4288-A3BF-ECE41FECEEEC}" type="datetimeFigureOut">
              <a:rPr lang="zh-CN" altLang="en-US" smtClean="0"/>
              <a:t>2020/10/27</a:t>
            </a:fld>
            <a:endParaRPr lang="zh-CN" altLang="en-US"/>
          </a:p>
        </p:txBody>
      </p:sp>
      <p:sp>
        <p:nvSpPr>
          <p:cNvPr id="5" name="页脚占位符 4">
            <a:extLst>
              <a:ext uri="{FF2B5EF4-FFF2-40B4-BE49-F238E27FC236}">
                <a16:creationId xmlns:a16="http://schemas.microsoft.com/office/drawing/2014/main" id="{0209F3CC-CD6C-4293-8B16-3FEB34407EB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047C07A-1984-47A9-968C-2363F25B31FC}"/>
              </a:ext>
            </a:extLst>
          </p:cNvPr>
          <p:cNvSpPr>
            <a:spLocks noGrp="1"/>
          </p:cNvSpPr>
          <p:nvPr>
            <p:ph type="sldNum" sz="quarter" idx="12"/>
          </p:nvPr>
        </p:nvSpPr>
        <p:spPr/>
        <p:txBody>
          <a:bodyPr/>
          <a:lstStyle/>
          <a:p>
            <a:fld id="{A91B602B-3CB5-4505-BAB7-864EF0EEBB7F}" type="slidenum">
              <a:rPr lang="zh-CN" altLang="en-US" smtClean="0"/>
              <a:t>‹#›</a:t>
            </a:fld>
            <a:endParaRPr lang="zh-CN" altLang="en-US"/>
          </a:p>
        </p:txBody>
      </p:sp>
    </p:spTree>
    <p:extLst>
      <p:ext uri="{BB962C8B-B14F-4D97-AF65-F5344CB8AC3E}">
        <p14:creationId xmlns:p14="http://schemas.microsoft.com/office/powerpoint/2010/main" val="22635250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C867800-E0CB-4B90-A8F6-8A30FC51C984}"/>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2F389201-4DBF-4257-B5B0-093D1AD0F5E7}"/>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31F0E45-8BFB-44D3-97A7-3464FE28BEC3}"/>
              </a:ext>
            </a:extLst>
          </p:cNvPr>
          <p:cNvSpPr>
            <a:spLocks noGrp="1"/>
          </p:cNvSpPr>
          <p:nvPr>
            <p:ph type="dt" sz="half" idx="10"/>
          </p:nvPr>
        </p:nvSpPr>
        <p:spPr/>
        <p:txBody>
          <a:bodyPr/>
          <a:lstStyle/>
          <a:p>
            <a:fld id="{83B155F4-64D7-4288-A3BF-ECE41FECEEEC}" type="datetimeFigureOut">
              <a:rPr lang="zh-CN" altLang="en-US" smtClean="0"/>
              <a:t>2020/10/27</a:t>
            </a:fld>
            <a:endParaRPr lang="zh-CN" altLang="en-US"/>
          </a:p>
        </p:txBody>
      </p:sp>
      <p:sp>
        <p:nvSpPr>
          <p:cNvPr id="5" name="页脚占位符 4">
            <a:extLst>
              <a:ext uri="{FF2B5EF4-FFF2-40B4-BE49-F238E27FC236}">
                <a16:creationId xmlns:a16="http://schemas.microsoft.com/office/drawing/2014/main" id="{EDF4A0CF-F908-4509-AB97-B7749F24BF6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F927BB1-EBB4-442E-8766-33F8EAC2D6FA}"/>
              </a:ext>
            </a:extLst>
          </p:cNvPr>
          <p:cNvSpPr>
            <a:spLocks noGrp="1"/>
          </p:cNvSpPr>
          <p:nvPr>
            <p:ph type="sldNum" sz="quarter" idx="12"/>
          </p:nvPr>
        </p:nvSpPr>
        <p:spPr/>
        <p:txBody>
          <a:bodyPr/>
          <a:lstStyle/>
          <a:p>
            <a:fld id="{A91B602B-3CB5-4505-BAB7-864EF0EEBB7F}" type="slidenum">
              <a:rPr lang="zh-CN" altLang="en-US" smtClean="0"/>
              <a:t>‹#›</a:t>
            </a:fld>
            <a:endParaRPr lang="zh-CN" altLang="en-US"/>
          </a:p>
        </p:txBody>
      </p:sp>
    </p:spTree>
    <p:extLst>
      <p:ext uri="{BB962C8B-B14F-4D97-AF65-F5344CB8AC3E}">
        <p14:creationId xmlns:p14="http://schemas.microsoft.com/office/powerpoint/2010/main" val="24782628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defTabSz="457200" fontAlgn="base">
              <a:spcBef>
                <a:spcPct val="0"/>
              </a:spcBef>
              <a:spcAft>
                <a:spcPct val="0"/>
              </a:spcAft>
              <a:defRPr/>
            </a:pPr>
            <a:fld id="{3CD514ED-44EC-D549-BD03-D74500207E79}" type="datetimeFigureOut">
              <a:rPr kumimoji="1" lang="zh-CN" altLang="en-US" smtClean="0"/>
              <a:pPr defTabSz="457200" fontAlgn="base">
                <a:spcBef>
                  <a:spcPct val="0"/>
                </a:spcBef>
                <a:spcAft>
                  <a:spcPct val="0"/>
                </a:spcAft>
                <a:defRPr/>
              </a:pPr>
              <a:t>2020/10/27</a:t>
            </a:fld>
            <a:endParaRPr kumimoji="1" lang="zh-CN" altLang="en-US"/>
          </a:p>
        </p:txBody>
      </p:sp>
      <p:sp>
        <p:nvSpPr>
          <p:cNvPr id="5" name="页脚占位符 4"/>
          <p:cNvSpPr>
            <a:spLocks noGrp="1"/>
          </p:cNvSpPr>
          <p:nvPr>
            <p:ph type="ftr" sz="quarter" idx="11"/>
          </p:nvPr>
        </p:nvSpPr>
        <p:spPr/>
        <p:txBody>
          <a:bodyPr/>
          <a:lstStyle>
            <a:lvl1pPr>
              <a:defRPr/>
            </a:lvl1pPr>
          </a:lstStyle>
          <a:p>
            <a:pPr defTabSz="457200">
              <a:defRPr/>
            </a:pPr>
            <a:endParaRPr kumimoji="1" lang="zh-CN" altLang="en-US">
              <a:solidFill>
                <a:prstClr val="black">
                  <a:tint val="75000"/>
                </a:prstClr>
              </a:solidFill>
            </a:endParaRPr>
          </a:p>
        </p:txBody>
      </p:sp>
      <p:sp>
        <p:nvSpPr>
          <p:cNvPr id="6" name="幻灯片编号占位符 5"/>
          <p:cNvSpPr>
            <a:spLocks noGrp="1"/>
          </p:cNvSpPr>
          <p:nvPr>
            <p:ph type="sldNum" sz="quarter" idx="12"/>
          </p:nvPr>
        </p:nvSpPr>
        <p:spPr/>
        <p:txBody>
          <a:bodyPr/>
          <a:lstStyle>
            <a:lvl1pPr>
              <a:defRPr/>
            </a:lvl1pPr>
          </a:lstStyle>
          <a:p>
            <a:pPr defTabSz="457200" fontAlgn="base">
              <a:spcBef>
                <a:spcPct val="0"/>
              </a:spcBef>
              <a:spcAft>
                <a:spcPct val="0"/>
              </a:spcAft>
              <a:defRPr/>
            </a:pPr>
            <a:fld id="{937833DD-A6E9-0E4C-8803-40B068F89247}" type="slidenum">
              <a:rPr kumimoji="1" lang="zh-CN" altLang="en-US" smtClean="0"/>
              <a:pPr defTabSz="457200" fontAlgn="base">
                <a:spcBef>
                  <a:spcPct val="0"/>
                </a:spcBef>
                <a:spcAft>
                  <a:spcPct val="0"/>
                </a:spcAft>
                <a:defRPr/>
              </a:pPr>
              <a:t>‹#›</a:t>
            </a:fld>
            <a:endParaRPr kumimoji="1" lang="zh-CN" altLang="en-US"/>
          </a:p>
        </p:txBody>
      </p:sp>
    </p:spTree>
    <p:extLst>
      <p:ext uri="{BB962C8B-B14F-4D97-AF65-F5344CB8AC3E}">
        <p14:creationId xmlns:p14="http://schemas.microsoft.com/office/powerpoint/2010/main" val="27016241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lvl1pPr>
              <a:defRPr/>
            </a:lvl1pPr>
          </a:lstStyle>
          <a:p>
            <a:pPr defTabSz="457200" fontAlgn="base">
              <a:spcBef>
                <a:spcPct val="0"/>
              </a:spcBef>
              <a:spcAft>
                <a:spcPct val="0"/>
              </a:spcAft>
              <a:defRPr/>
            </a:pPr>
            <a:fld id="{9C327F1F-21E4-8A4F-BF23-F6CA6825379B}" type="datetimeFigureOut">
              <a:rPr kumimoji="1" lang="zh-CN" altLang="en-US" smtClean="0"/>
              <a:pPr defTabSz="457200" fontAlgn="base">
                <a:spcBef>
                  <a:spcPct val="0"/>
                </a:spcBef>
                <a:spcAft>
                  <a:spcPct val="0"/>
                </a:spcAft>
                <a:defRPr/>
              </a:pPr>
              <a:t>2020/10/27</a:t>
            </a:fld>
            <a:endParaRPr kumimoji="1" lang="zh-CN" altLang="en-US"/>
          </a:p>
        </p:txBody>
      </p:sp>
      <p:sp>
        <p:nvSpPr>
          <p:cNvPr id="5" name="页脚占位符 4"/>
          <p:cNvSpPr>
            <a:spLocks noGrp="1"/>
          </p:cNvSpPr>
          <p:nvPr>
            <p:ph type="ftr" sz="quarter" idx="11"/>
          </p:nvPr>
        </p:nvSpPr>
        <p:spPr/>
        <p:txBody>
          <a:bodyPr/>
          <a:lstStyle>
            <a:lvl1pPr>
              <a:defRPr/>
            </a:lvl1pPr>
          </a:lstStyle>
          <a:p>
            <a:pPr defTabSz="457200">
              <a:defRPr/>
            </a:pPr>
            <a:endParaRPr kumimoji="1" lang="zh-CN" altLang="en-US">
              <a:solidFill>
                <a:prstClr val="black">
                  <a:tint val="75000"/>
                </a:prstClr>
              </a:solidFill>
            </a:endParaRPr>
          </a:p>
        </p:txBody>
      </p:sp>
      <p:sp>
        <p:nvSpPr>
          <p:cNvPr id="6" name="幻灯片编号占位符 5"/>
          <p:cNvSpPr>
            <a:spLocks noGrp="1"/>
          </p:cNvSpPr>
          <p:nvPr>
            <p:ph type="sldNum" sz="quarter" idx="12"/>
          </p:nvPr>
        </p:nvSpPr>
        <p:spPr/>
        <p:txBody>
          <a:bodyPr/>
          <a:lstStyle>
            <a:lvl1pPr>
              <a:defRPr/>
            </a:lvl1pPr>
          </a:lstStyle>
          <a:p>
            <a:pPr defTabSz="457200" fontAlgn="base">
              <a:spcBef>
                <a:spcPct val="0"/>
              </a:spcBef>
              <a:spcAft>
                <a:spcPct val="0"/>
              </a:spcAft>
              <a:defRPr/>
            </a:pPr>
            <a:fld id="{2D3DF938-84AA-8943-BB2B-73937EBA4E07}" type="slidenum">
              <a:rPr kumimoji="1" lang="zh-CN" altLang="en-US" smtClean="0"/>
              <a:pPr defTabSz="457200" fontAlgn="base">
                <a:spcBef>
                  <a:spcPct val="0"/>
                </a:spcBef>
                <a:spcAft>
                  <a:spcPct val="0"/>
                </a:spcAft>
                <a:defRPr/>
              </a:pPr>
              <a:t>‹#›</a:t>
            </a:fld>
            <a:endParaRPr kumimoji="1" lang="zh-CN" altLang="en-US"/>
          </a:p>
        </p:txBody>
      </p:sp>
    </p:spTree>
    <p:extLst>
      <p:ext uri="{BB962C8B-B14F-4D97-AF65-F5344CB8AC3E}">
        <p14:creationId xmlns:p14="http://schemas.microsoft.com/office/powerpoint/2010/main" val="33767642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defTabSz="457200" fontAlgn="base">
              <a:spcBef>
                <a:spcPct val="0"/>
              </a:spcBef>
              <a:spcAft>
                <a:spcPct val="0"/>
              </a:spcAft>
              <a:defRPr/>
            </a:pPr>
            <a:fld id="{8A2DB3EA-9013-D248-8C1C-888EE0DEBA27}" type="datetimeFigureOut">
              <a:rPr kumimoji="1" lang="zh-CN" altLang="en-US" smtClean="0"/>
              <a:pPr defTabSz="457200" fontAlgn="base">
                <a:spcBef>
                  <a:spcPct val="0"/>
                </a:spcBef>
                <a:spcAft>
                  <a:spcPct val="0"/>
                </a:spcAft>
                <a:defRPr/>
              </a:pPr>
              <a:t>2020/10/27</a:t>
            </a:fld>
            <a:endParaRPr kumimoji="1" lang="zh-CN" altLang="en-US"/>
          </a:p>
        </p:txBody>
      </p:sp>
      <p:sp>
        <p:nvSpPr>
          <p:cNvPr id="5" name="页脚占位符 4"/>
          <p:cNvSpPr>
            <a:spLocks noGrp="1"/>
          </p:cNvSpPr>
          <p:nvPr>
            <p:ph type="ftr" sz="quarter" idx="11"/>
          </p:nvPr>
        </p:nvSpPr>
        <p:spPr/>
        <p:txBody>
          <a:bodyPr/>
          <a:lstStyle>
            <a:lvl1pPr>
              <a:defRPr/>
            </a:lvl1pPr>
          </a:lstStyle>
          <a:p>
            <a:pPr defTabSz="457200">
              <a:defRPr/>
            </a:pPr>
            <a:endParaRPr kumimoji="1" lang="zh-CN" altLang="en-US">
              <a:solidFill>
                <a:prstClr val="black">
                  <a:tint val="75000"/>
                </a:prstClr>
              </a:solidFill>
            </a:endParaRPr>
          </a:p>
        </p:txBody>
      </p:sp>
      <p:sp>
        <p:nvSpPr>
          <p:cNvPr id="6" name="幻灯片编号占位符 5"/>
          <p:cNvSpPr>
            <a:spLocks noGrp="1"/>
          </p:cNvSpPr>
          <p:nvPr>
            <p:ph type="sldNum" sz="quarter" idx="12"/>
          </p:nvPr>
        </p:nvSpPr>
        <p:spPr/>
        <p:txBody>
          <a:bodyPr/>
          <a:lstStyle>
            <a:lvl1pPr>
              <a:defRPr/>
            </a:lvl1pPr>
          </a:lstStyle>
          <a:p>
            <a:pPr defTabSz="457200" fontAlgn="base">
              <a:spcBef>
                <a:spcPct val="0"/>
              </a:spcBef>
              <a:spcAft>
                <a:spcPct val="0"/>
              </a:spcAft>
              <a:defRPr/>
            </a:pPr>
            <a:fld id="{787CCCEE-B5F0-B441-B57A-455B378DD7E3}" type="slidenum">
              <a:rPr kumimoji="1" lang="zh-CN" altLang="en-US" smtClean="0"/>
              <a:pPr defTabSz="457200" fontAlgn="base">
                <a:spcBef>
                  <a:spcPct val="0"/>
                </a:spcBef>
                <a:spcAft>
                  <a:spcPct val="0"/>
                </a:spcAft>
                <a:defRPr/>
              </a:pPr>
              <a:t>‹#›</a:t>
            </a:fld>
            <a:endParaRPr kumimoji="1" lang="zh-CN" altLang="en-US"/>
          </a:p>
        </p:txBody>
      </p:sp>
    </p:spTree>
    <p:extLst>
      <p:ext uri="{BB962C8B-B14F-4D97-AF65-F5344CB8AC3E}">
        <p14:creationId xmlns:p14="http://schemas.microsoft.com/office/powerpoint/2010/main" val="38412788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3"/>
          <p:cNvSpPr>
            <a:spLocks noGrp="1"/>
          </p:cNvSpPr>
          <p:nvPr>
            <p:ph type="dt" sz="half" idx="10"/>
          </p:nvPr>
        </p:nvSpPr>
        <p:spPr/>
        <p:txBody>
          <a:bodyPr/>
          <a:lstStyle>
            <a:lvl1pPr>
              <a:defRPr/>
            </a:lvl1pPr>
          </a:lstStyle>
          <a:p>
            <a:pPr defTabSz="457200" fontAlgn="base">
              <a:spcBef>
                <a:spcPct val="0"/>
              </a:spcBef>
              <a:spcAft>
                <a:spcPct val="0"/>
              </a:spcAft>
              <a:defRPr/>
            </a:pPr>
            <a:fld id="{3B82A6B5-2D93-5541-8066-FD34A6FD52A9}" type="datetimeFigureOut">
              <a:rPr kumimoji="1" lang="zh-CN" altLang="en-US" smtClean="0"/>
              <a:pPr defTabSz="457200" fontAlgn="base">
                <a:spcBef>
                  <a:spcPct val="0"/>
                </a:spcBef>
                <a:spcAft>
                  <a:spcPct val="0"/>
                </a:spcAft>
                <a:defRPr/>
              </a:pPr>
              <a:t>2020/10/27</a:t>
            </a:fld>
            <a:endParaRPr kumimoji="1" lang="zh-CN" altLang="en-US"/>
          </a:p>
        </p:txBody>
      </p:sp>
      <p:sp>
        <p:nvSpPr>
          <p:cNvPr id="6" name="页脚占位符 4"/>
          <p:cNvSpPr>
            <a:spLocks noGrp="1"/>
          </p:cNvSpPr>
          <p:nvPr>
            <p:ph type="ftr" sz="quarter" idx="11"/>
          </p:nvPr>
        </p:nvSpPr>
        <p:spPr/>
        <p:txBody>
          <a:bodyPr/>
          <a:lstStyle>
            <a:lvl1pPr>
              <a:defRPr/>
            </a:lvl1pPr>
          </a:lstStyle>
          <a:p>
            <a:pPr defTabSz="457200">
              <a:defRPr/>
            </a:pPr>
            <a:endParaRPr kumimoji="1" lang="zh-CN" altLang="en-US">
              <a:solidFill>
                <a:prstClr val="black">
                  <a:tint val="75000"/>
                </a:prstClr>
              </a:solidFill>
            </a:endParaRPr>
          </a:p>
        </p:txBody>
      </p:sp>
      <p:sp>
        <p:nvSpPr>
          <p:cNvPr id="7" name="幻灯片编号占位符 5"/>
          <p:cNvSpPr>
            <a:spLocks noGrp="1"/>
          </p:cNvSpPr>
          <p:nvPr>
            <p:ph type="sldNum" sz="quarter" idx="12"/>
          </p:nvPr>
        </p:nvSpPr>
        <p:spPr/>
        <p:txBody>
          <a:bodyPr/>
          <a:lstStyle>
            <a:lvl1pPr>
              <a:defRPr/>
            </a:lvl1pPr>
          </a:lstStyle>
          <a:p>
            <a:pPr defTabSz="457200" fontAlgn="base">
              <a:spcBef>
                <a:spcPct val="0"/>
              </a:spcBef>
              <a:spcAft>
                <a:spcPct val="0"/>
              </a:spcAft>
              <a:defRPr/>
            </a:pPr>
            <a:fld id="{7AC2C501-2EF1-6240-8148-DFBAF4AEB2C3}" type="slidenum">
              <a:rPr kumimoji="1" lang="zh-CN" altLang="en-US" smtClean="0"/>
              <a:pPr defTabSz="457200" fontAlgn="base">
                <a:spcBef>
                  <a:spcPct val="0"/>
                </a:spcBef>
                <a:spcAft>
                  <a:spcPct val="0"/>
                </a:spcAft>
                <a:defRPr/>
              </a:pPr>
              <a:t>‹#›</a:t>
            </a:fld>
            <a:endParaRPr kumimoji="1" lang="zh-CN" altLang="en-US"/>
          </a:p>
        </p:txBody>
      </p:sp>
    </p:spTree>
    <p:extLst>
      <p:ext uri="{BB962C8B-B14F-4D97-AF65-F5344CB8AC3E}">
        <p14:creationId xmlns:p14="http://schemas.microsoft.com/office/powerpoint/2010/main" val="29354530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3"/>
          <p:cNvSpPr>
            <a:spLocks noGrp="1"/>
          </p:cNvSpPr>
          <p:nvPr>
            <p:ph type="dt" sz="half" idx="10"/>
          </p:nvPr>
        </p:nvSpPr>
        <p:spPr/>
        <p:txBody>
          <a:bodyPr/>
          <a:lstStyle>
            <a:lvl1pPr>
              <a:defRPr/>
            </a:lvl1pPr>
          </a:lstStyle>
          <a:p>
            <a:pPr defTabSz="457200" fontAlgn="base">
              <a:spcBef>
                <a:spcPct val="0"/>
              </a:spcBef>
              <a:spcAft>
                <a:spcPct val="0"/>
              </a:spcAft>
              <a:defRPr/>
            </a:pPr>
            <a:fld id="{B5E2EEAE-BDCE-F644-B2F5-C5F39A1450AE}" type="datetimeFigureOut">
              <a:rPr kumimoji="1" lang="zh-CN" altLang="en-US" smtClean="0"/>
              <a:pPr defTabSz="457200" fontAlgn="base">
                <a:spcBef>
                  <a:spcPct val="0"/>
                </a:spcBef>
                <a:spcAft>
                  <a:spcPct val="0"/>
                </a:spcAft>
                <a:defRPr/>
              </a:pPr>
              <a:t>2020/10/27</a:t>
            </a:fld>
            <a:endParaRPr kumimoji="1" lang="zh-CN" altLang="en-US"/>
          </a:p>
        </p:txBody>
      </p:sp>
      <p:sp>
        <p:nvSpPr>
          <p:cNvPr id="8" name="页脚占位符 4"/>
          <p:cNvSpPr>
            <a:spLocks noGrp="1"/>
          </p:cNvSpPr>
          <p:nvPr>
            <p:ph type="ftr" sz="quarter" idx="11"/>
          </p:nvPr>
        </p:nvSpPr>
        <p:spPr/>
        <p:txBody>
          <a:bodyPr/>
          <a:lstStyle>
            <a:lvl1pPr>
              <a:defRPr/>
            </a:lvl1pPr>
          </a:lstStyle>
          <a:p>
            <a:pPr defTabSz="457200">
              <a:defRPr/>
            </a:pPr>
            <a:endParaRPr kumimoji="1" lang="zh-CN" altLang="en-US">
              <a:solidFill>
                <a:prstClr val="black">
                  <a:tint val="75000"/>
                </a:prstClr>
              </a:solidFill>
            </a:endParaRPr>
          </a:p>
        </p:txBody>
      </p:sp>
      <p:sp>
        <p:nvSpPr>
          <p:cNvPr id="9" name="幻灯片编号占位符 5"/>
          <p:cNvSpPr>
            <a:spLocks noGrp="1"/>
          </p:cNvSpPr>
          <p:nvPr>
            <p:ph type="sldNum" sz="quarter" idx="12"/>
          </p:nvPr>
        </p:nvSpPr>
        <p:spPr/>
        <p:txBody>
          <a:bodyPr/>
          <a:lstStyle>
            <a:lvl1pPr>
              <a:defRPr/>
            </a:lvl1pPr>
          </a:lstStyle>
          <a:p>
            <a:pPr defTabSz="457200" fontAlgn="base">
              <a:spcBef>
                <a:spcPct val="0"/>
              </a:spcBef>
              <a:spcAft>
                <a:spcPct val="0"/>
              </a:spcAft>
              <a:defRPr/>
            </a:pPr>
            <a:fld id="{45539B18-DB65-5048-80A9-5BFC1081F9D1}" type="slidenum">
              <a:rPr kumimoji="1" lang="zh-CN" altLang="en-US" smtClean="0"/>
              <a:pPr defTabSz="457200" fontAlgn="base">
                <a:spcBef>
                  <a:spcPct val="0"/>
                </a:spcBef>
                <a:spcAft>
                  <a:spcPct val="0"/>
                </a:spcAft>
                <a:defRPr/>
              </a:pPr>
              <a:t>‹#›</a:t>
            </a:fld>
            <a:endParaRPr kumimoji="1" lang="zh-CN" altLang="en-US"/>
          </a:p>
        </p:txBody>
      </p:sp>
    </p:spTree>
    <p:extLst>
      <p:ext uri="{BB962C8B-B14F-4D97-AF65-F5344CB8AC3E}">
        <p14:creationId xmlns:p14="http://schemas.microsoft.com/office/powerpoint/2010/main" val="20926603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defTabSz="457200" fontAlgn="base">
              <a:spcBef>
                <a:spcPct val="0"/>
              </a:spcBef>
              <a:spcAft>
                <a:spcPct val="0"/>
              </a:spcAft>
              <a:defRPr/>
            </a:pPr>
            <a:fld id="{C1367425-4F0C-C440-B43F-A13D761C5B34}" type="datetimeFigureOut">
              <a:rPr kumimoji="1" lang="zh-CN" altLang="en-US" smtClean="0"/>
              <a:pPr defTabSz="457200" fontAlgn="base">
                <a:spcBef>
                  <a:spcPct val="0"/>
                </a:spcBef>
                <a:spcAft>
                  <a:spcPct val="0"/>
                </a:spcAft>
                <a:defRPr/>
              </a:pPr>
              <a:t>2020/10/27</a:t>
            </a:fld>
            <a:endParaRPr kumimoji="1" lang="zh-CN" altLang="en-US"/>
          </a:p>
        </p:txBody>
      </p:sp>
      <p:sp>
        <p:nvSpPr>
          <p:cNvPr id="4" name="页脚占位符 4"/>
          <p:cNvSpPr>
            <a:spLocks noGrp="1"/>
          </p:cNvSpPr>
          <p:nvPr>
            <p:ph type="ftr" sz="quarter" idx="11"/>
          </p:nvPr>
        </p:nvSpPr>
        <p:spPr/>
        <p:txBody>
          <a:bodyPr/>
          <a:lstStyle>
            <a:lvl1pPr>
              <a:defRPr/>
            </a:lvl1pPr>
          </a:lstStyle>
          <a:p>
            <a:pPr defTabSz="457200">
              <a:defRPr/>
            </a:pPr>
            <a:endParaRPr kumimoji="1" lang="zh-CN" altLang="en-US">
              <a:solidFill>
                <a:prstClr val="black">
                  <a:tint val="75000"/>
                </a:prstClr>
              </a:solidFill>
            </a:endParaRPr>
          </a:p>
        </p:txBody>
      </p:sp>
      <p:sp>
        <p:nvSpPr>
          <p:cNvPr id="5" name="幻灯片编号占位符 5"/>
          <p:cNvSpPr>
            <a:spLocks noGrp="1"/>
          </p:cNvSpPr>
          <p:nvPr>
            <p:ph type="sldNum" sz="quarter" idx="12"/>
          </p:nvPr>
        </p:nvSpPr>
        <p:spPr/>
        <p:txBody>
          <a:bodyPr/>
          <a:lstStyle>
            <a:lvl1pPr>
              <a:defRPr/>
            </a:lvl1pPr>
          </a:lstStyle>
          <a:p>
            <a:pPr defTabSz="457200" fontAlgn="base">
              <a:spcBef>
                <a:spcPct val="0"/>
              </a:spcBef>
              <a:spcAft>
                <a:spcPct val="0"/>
              </a:spcAft>
              <a:defRPr/>
            </a:pPr>
            <a:fld id="{AEE8C479-722B-1443-8F0D-E2EC2125E127}" type="slidenum">
              <a:rPr kumimoji="1" lang="zh-CN" altLang="en-US" smtClean="0"/>
              <a:pPr defTabSz="457200" fontAlgn="base">
                <a:spcBef>
                  <a:spcPct val="0"/>
                </a:spcBef>
                <a:spcAft>
                  <a:spcPct val="0"/>
                </a:spcAft>
                <a:defRPr/>
              </a:pPr>
              <a:t>‹#›</a:t>
            </a:fld>
            <a:endParaRPr kumimoji="1" lang="zh-CN" altLang="en-US"/>
          </a:p>
        </p:txBody>
      </p:sp>
    </p:spTree>
    <p:extLst>
      <p:ext uri="{BB962C8B-B14F-4D97-AF65-F5344CB8AC3E}">
        <p14:creationId xmlns:p14="http://schemas.microsoft.com/office/powerpoint/2010/main" val="35506776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defTabSz="457200" fontAlgn="base">
              <a:spcBef>
                <a:spcPct val="0"/>
              </a:spcBef>
              <a:spcAft>
                <a:spcPct val="0"/>
              </a:spcAft>
              <a:defRPr/>
            </a:pPr>
            <a:fld id="{1864D33A-EE21-5F48-92E5-78B752A9F063}" type="datetimeFigureOut">
              <a:rPr kumimoji="1" lang="zh-CN" altLang="en-US" smtClean="0"/>
              <a:pPr defTabSz="457200" fontAlgn="base">
                <a:spcBef>
                  <a:spcPct val="0"/>
                </a:spcBef>
                <a:spcAft>
                  <a:spcPct val="0"/>
                </a:spcAft>
                <a:defRPr/>
              </a:pPr>
              <a:t>2020/10/27</a:t>
            </a:fld>
            <a:endParaRPr kumimoji="1" lang="zh-CN" altLang="en-US"/>
          </a:p>
        </p:txBody>
      </p:sp>
      <p:sp>
        <p:nvSpPr>
          <p:cNvPr id="3" name="页脚占位符 4"/>
          <p:cNvSpPr>
            <a:spLocks noGrp="1"/>
          </p:cNvSpPr>
          <p:nvPr>
            <p:ph type="ftr" sz="quarter" idx="11"/>
          </p:nvPr>
        </p:nvSpPr>
        <p:spPr/>
        <p:txBody>
          <a:bodyPr/>
          <a:lstStyle>
            <a:lvl1pPr>
              <a:defRPr/>
            </a:lvl1pPr>
          </a:lstStyle>
          <a:p>
            <a:pPr defTabSz="457200">
              <a:defRPr/>
            </a:pPr>
            <a:endParaRPr kumimoji="1" lang="zh-CN" altLang="en-US">
              <a:solidFill>
                <a:prstClr val="black">
                  <a:tint val="75000"/>
                </a:prstClr>
              </a:solidFill>
            </a:endParaRPr>
          </a:p>
        </p:txBody>
      </p:sp>
      <p:sp>
        <p:nvSpPr>
          <p:cNvPr id="4" name="幻灯片编号占位符 5"/>
          <p:cNvSpPr>
            <a:spLocks noGrp="1"/>
          </p:cNvSpPr>
          <p:nvPr>
            <p:ph type="sldNum" sz="quarter" idx="12"/>
          </p:nvPr>
        </p:nvSpPr>
        <p:spPr/>
        <p:txBody>
          <a:bodyPr/>
          <a:lstStyle>
            <a:lvl1pPr>
              <a:defRPr/>
            </a:lvl1pPr>
          </a:lstStyle>
          <a:p>
            <a:pPr defTabSz="457200" fontAlgn="base">
              <a:spcBef>
                <a:spcPct val="0"/>
              </a:spcBef>
              <a:spcAft>
                <a:spcPct val="0"/>
              </a:spcAft>
              <a:defRPr/>
            </a:pPr>
            <a:fld id="{897B4F59-3DEE-F648-B2A8-ECAF1DE2267A}" type="slidenum">
              <a:rPr kumimoji="1" lang="zh-CN" altLang="en-US" smtClean="0"/>
              <a:pPr defTabSz="457200" fontAlgn="base">
                <a:spcBef>
                  <a:spcPct val="0"/>
                </a:spcBef>
                <a:spcAft>
                  <a:spcPct val="0"/>
                </a:spcAft>
                <a:defRPr/>
              </a:pPr>
              <a:t>‹#›</a:t>
            </a:fld>
            <a:endParaRPr kumimoji="1" lang="zh-CN" altLang="en-US"/>
          </a:p>
        </p:txBody>
      </p:sp>
    </p:spTree>
    <p:extLst>
      <p:ext uri="{BB962C8B-B14F-4D97-AF65-F5344CB8AC3E}">
        <p14:creationId xmlns:p14="http://schemas.microsoft.com/office/powerpoint/2010/main" val="257072290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defTabSz="457200" fontAlgn="base">
              <a:spcBef>
                <a:spcPct val="0"/>
              </a:spcBef>
              <a:spcAft>
                <a:spcPct val="0"/>
              </a:spcAft>
              <a:defRPr/>
            </a:pPr>
            <a:fld id="{F06C6544-3C2D-B944-A5E0-A5DDB378549D}" type="datetimeFigureOut">
              <a:rPr kumimoji="1" lang="zh-CN" altLang="en-US" smtClean="0"/>
              <a:pPr defTabSz="457200" fontAlgn="base">
                <a:spcBef>
                  <a:spcPct val="0"/>
                </a:spcBef>
                <a:spcAft>
                  <a:spcPct val="0"/>
                </a:spcAft>
                <a:defRPr/>
              </a:pPr>
              <a:t>2020/10/27</a:t>
            </a:fld>
            <a:endParaRPr kumimoji="1" lang="zh-CN" altLang="en-US"/>
          </a:p>
        </p:txBody>
      </p:sp>
      <p:sp>
        <p:nvSpPr>
          <p:cNvPr id="6" name="页脚占位符 4"/>
          <p:cNvSpPr>
            <a:spLocks noGrp="1"/>
          </p:cNvSpPr>
          <p:nvPr>
            <p:ph type="ftr" sz="quarter" idx="11"/>
          </p:nvPr>
        </p:nvSpPr>
        <p:spPr/>
        <p:txBody>
          <a:bodyPr/>
          <a:lstStyle>
            <a:lvl1pPr>
              <a:defRPr/>
            </a:lvl1pPr>
          </a:lstStyle>
          <a:p>
            <a:pPr defTabSz="457200">
              <a:defRPr/>
            </a:pPr>
            <a:endParaRPr kumimoji="1" lang="zh-CN" altLang="en-US">
              <a:solidFill>
                <a:prstClr val="black">
                  <a:tint val="75000"/>
                </a:prstClr>
              </a:solidFill>
            </a:endParaRPr>
          </a:p>
        </p:txBody>
      </p:sp>
      <p:sp>
        <p:nvSpPr>
          <p:cNvPr id="7" name="幻灯片编号占位符 5"/>
          <p:cNvSpPr>
            <a:spLocks noGrp="1"/>
          </p:cNvSpPr>
          <p:nvPr>
            <p:ph type="sldNum" sz="quarter" idx="12"/>
          </p:nvPr>
        </p:nvSpPr>
        <p:spPr/>
        <p:txBody>
          <a:bodyPr/>
          <a:lstStyle>
            <a:lvl1pPr>
              <a:defRPr/>
            </a:lvl1pPr>
          </a:lstStyle>
          <a:p>
            <a:pPr defTabSz="457200" fontAlgn="base">
              <a:spcBef>
                <a:spcPct val="0"/>
              </a:spcBef>
              <a:spcAft>
                <a:spcPct val="0"/>
              </a:spcAft>
              <a:defRPr/>
            </a:pPr>
            <a:fld id="{E973BAB4-E573-B34A-A8A4-F6D3A02373A2}" type="slidenum">
              <a:rPr kumimoji="1" lang="zh-CN" altLang="en-US" smtClean="0"/>
              <a:pPr defTabSz="457200" fontAlgn="base">
                <a:spcBef>
                  <a:spcPct val="0"/>
                </a:spcBef>
                <a:spcAft>
                  <a:spcPct val="0"/>
                </a:spcAft>
                <a:defRPr/>
              </a:pPr>
              <a:t>‹#›</a:t>
            </a:fld>
            <a:endParaRPr kumimoji="1" lang="zh-CN" altLang="en-US"/>
          </a:p>
        </p:txBody>
      </p:sp>
    </p:spTree>
    <p:extLst>
      <p:ext uri="{BB962C8B-B14F-4D97-AF65-F5344CB8AC3E}">
        <p14:creationId xmlns:p14="http://schemas.microsoft.com/office/powerpoint/2010/main" val="37435388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defTabSz="457200" fontAlgn="base">
              <a:spcBef>
                <a:spcPct val="0"/>
              </a:spcBef>
              <a:spcAft>
                <a:spcPct val="0"/>
              </a:spcAft>
              <a:defRPr/>
            </a:pPr>
            <a:fld id="{2E1F5CE5-2773-DE4B-A040-3FEADF49CD53}" type="datetimeFigureOut">
              <a:rPr kumimoji="1" lang="zh-CN" altLang="en-US" smtClean="0"/>
              <a:pPr defTabSz="457200" fontAlgn="base">
                <a:spcBef>
                  <a:spcPct val="0"/>
                </a:spcBef>
                <a:spcAft>
                  <a:spcPct val="0"/>
                </a:spcAft>
                <a:defRPr/>
              </a:pPr>
              <a:t>2020/10/27</a:t>
            </a:fld>
            <a:endParaRPr kumimoji="1" lang="zh-CN" altLang="en-US"/>
          </a:p>
        </p:txBody>
      </p:sp>
      <p:sp>
        <p:nvSpPr>
          <p:cNvPr id="6" name="页脚占位符 4"/>
          <p:cNvSpPr>
            <a:spLocks noGrp="1"/>
          </p:cNvSpPr>
          <p:nvPr>
            <p:ph type="ftr" sz="quarter" idx="11"/>
          </p:nvPr>
        </p:nvSpPr>
        <p:spPr/>
        <p:txBody>
          <a:bodyPr/>
          <a:lstStyle>
            <a:lvl1pPr>
              <a:defRPr/>
            </a:lvl1pPr>
          </a:lstStyle>
          <a:p>
            <a:pPr defTabSz="457200">
              <a:defRPr/>
            </a:pPr>
            <a:endParaRPr kumimoji="1" lang="zh-CN" altLang="en-US">
              <a:solidFill>
                <a:prstClr val="black">
                  <a:tint val="75000"/>
                </a:prstClr>
              </a:solidFill>
            </a:endParaRPr>
          </a:p>
        </p:txBody>
      </p:sp>
      <p:sp>
        <p:nvSpPr>
          <p:cNvPr id="7" name="幻灯片编号占位符 5"/>
          <p:cNvSpPr>
            <a:spLocks noGrp="1"/>
          </p:cNvSpPr>
          <p:nvPr>
            <p:ph type="sldNum" sz="quarter" idx="12"/>
          </p:nvPr>
        </p:nvSpPr>
        <p:spPr/>
        <p:txBody>
          <a:bodyPr/>
          <a:lstStyle>
            <a:lvl1pPr>
              <a:defRPr/>
            </a:lvl1pPr>
          </a:lstStyle>
          <a:p>
            <a:pPr defTabSz="457200" fontAlgn="base">
              <a:spcBef>
                <a:spcPct val="0"/>
              </a:spcBef>
              <a:spcAft>
                <a:spcPct val="0"/>
              </a:spcAft>
              <a:defRPr/>
            </a:pPr>
            <a:fld id="{2EF9C941-1671-FE4C-9517-A97A8F71DA48}" type="slidenum">
              <a:rPr kumimoji="1" lang="zh-CN" altLang="en-US" smtClean="0"/>
              <a:pPr defTabSz="457200" fontAlgn="base">
                <a:spcBef>
                  <a:spcPct val="0"/>
                </a:spcBef>
                <a:spcAft>
                  <a:spcPct val="0"/>
                </a:spcAft>
                <a:defRPr/>
              </a:pPr>
              <a:t>‹#›</a:t>
            </a:fld>
            <a:endParaRPr kumimoji="1" lang="zh-CN" altLang="en-US"/>
          </a:p>
        </p:txBody>
      </p:sp>
    </p:spTree>
    <p:extLst>
      <p:ext uri="{BB962C8B-B14F-4D97-AF65-F5344CB8AC3E}">
        <p14:creationId xmlns:p14="http://schemas.microsoft.com/office/powerpoint/2010/main" val="17689261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本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lvl1pPr>
              <a:defRPr/>
            </a:lvl1pPr>
          </a:lstStyle>
          <a:p>
            <a:pPr defTabSz="457200" fontAlgn="base">
              <a:spcBef>
                <a:spcPct val="0"/>
              </a:spcBef>
              <a:spcAft>
                <a:spcPct val="0"/>
              </a:spcAft>
              <a:defRPr/>
            </a:pPr>
            <a:fld id="{28CACC5E-3C01-B845-A2D7-8B54C27F1A35}" type="datetimeFigureOut">
              <a:rPr kumimoji="1" lang="zh-CN" altLang="en-US" smtClean="0"/>
              <a:pPr defTabSz="457200" fontAlgn="base">
                <a:spcBef>
                  <a:spcPct val="0"/>
                </a:spcBef>
                <a:spcAft>
                  <a:spcPct val="0"/>
                </a:spcAft>
                <a:defRPr/>
              </a:pPr>
              <a:t>2020/10/27</a:t>
            </a:fld>
            <a:endParaRPr kumimoji="1" lang="zh-CN" altLang="en-US"/>
          </a:p>
        </p:txBody>
      </p:sp>
      <p:sp>
        <p:nvSpPr>
          <p:cNvPr id="5" name="页脚占位符 4"/>
          <p:cNvSpPr>
            <a:spLocks noGrp="1"/>
          </p:cNvSpPr>
          <p:nvPr>
            <p:ph type="ftr" sz="quarter" idx="11"/>
          </p:nvPr>
        </p:nvSpPr>
        <p:spPr/>
        <p:txBody>
          <a:bodyPr/>
          <a:lstStyle>
            <a:lvl1pPr>
              <a:defRPr/>
            </a:lvl1pPr>
          </a:lstStyle>
          <a:p>
            <a:pPr defTabSz="457200">
              <a:defRPr/>
            </a:pPr>
            <a:endParaRPr kumimoji="1" lang="zh-CN" altLang="en-US">
              <a:solidFill>
                <a:prstClr val="black">
                  <a:tint val="75000"/>
                </a:prstClr>
              </a:solidFill>
            </a:endParaRPr>
          </a:p>
        </p:txBody>
      </p:sp>
      <p:sp>
        <p:nvSpPr>
          <p:cNvPr id="6" name="幻灯片编号占位符 5"/>
          <p:cNvSpPr>
            <a:spLocks noGrp="1"/>
          </p:cNvSpPr>
          <p:nvPr>
            <p:ph type="sldNum" sz="quarter" idx="12"/>
          </p:nvPr>
        </p:nvSpPr>
        <p:spPr/>
        <p:txBody>
          <a:bodyPr/>
          <a:lstStyle>
            <a:lvl1pPr>
              <a:defRPr/>
            </a:lvl1pPr>
          </a:lstStyle>
          <a:p>
            <a:pPr defTabSz="457200" fontAlgn="base">
              <a:spcBef>
                <a:spcPct val="0"/>
              </a:spcBef>
              <a:spcAft>
                <a:spcPct val="0"/>
              </a:spcAft>
              <a:defRPr/>
            </a:pPr>
            <a:fld id="{D4ECCDDA-5D18-C340-BF46-E0E81079968E}" type="slidenum">
              <a:rPr kumimoji="1" lang="zh-CN" altLang="en-US" smtClean="0"/>
              <a:pPr defTabSz="457200" fontAlgn="base">
                <a:spcBef>
                  <a:spcPct val="0"/>
                </a:spcBef>
                <a:spcAft>
                  <a:spcPct val="0"/>
                </a:spcAft>
                <a:defRPr/>
              </a:pPr>
              <a:t>‹#›</a:t>
            </a:fld>
            <a:endParaRPr kumimoji="1" lang="zh-CN" altLang="en-US"/>
          </a:p>
        </p:txBody>
      </p:sp>
    </p:spTree>
    <p:extLst>
      <p:ext uri="{BB962C8B-B14F-4D97-AF65-F5344CB8AC3E}">
        <p14:creationId xmlns:p14="http://schemas.microsoft.com/office/powerpoint/2010/main" val="7431676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本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lvl1pPr>
              <a:defRPr/>
            </a:lvl1pPr>
          </a:lstStyle>
          <a:p>
            <a:pPr defTabSz="457200" fontAlgn="base">
              <a:spcBef>
                <a:spcPct val="0"/>
              </a:spcBef>
              <a:spcAft>
                <a:spcPct val="0"/>
              </a:spcAft>
              <a:defRPr/>
            </a:pPr>
            <a:fld id="{78753A58-FDDC-4A4C-91BC-7D5505A40D65}" type="datetimeFigureOut">
              <a:rPr kumimoji="1" lang="zh-CN" altLang="en-US" smtClean="0"/>
              <a:pPr defTabSz="457200" fontAlgn="base">
                <a:spcBef>
                  <a:spcPct val="0"/>
                </a:spcBef>
                <a:spcAft>
                  <a:spcPct val="0"/>
                </a:spcAft>
                <a:defRPr/>
              </a:pPr>
              <a:t>2020/10/27</a:t>
            </a:fld>
            <a:endParaRPr kumimoji="1" lang="zh-CN" altLang="en-US"/>
          </a:p>
        </p:txBody>
      </p:sp>
      <p:sp>
        <p:nvSpPr>
          <p:cNvPr id="5" name="页脚占位符 4"/>
          <p:cNvSpPr>
            <a:spLocks noGrp="1"/>
          </p:cNvSpPr>
          <p:nvPr>
            <p:ph type="ftr" sz="quarter" idx="11"/>
          </p:nvPr>
        </p:nvSpPr>
        <p:spPr/>
        <p:txBody>
          <a:bodyPr/>
          <a:lstStyle>
            <a:lvl1pPr>
              <a:defRPr/>
            </a:lvl1pPr>
          </a:lstStyle>
          <a:p>
            <a:pPr defTabSz="457200">
              <a:defRPr/>
            </a:pPr>
            <a:endParaRPr kumimoji="1" lang="zh-CN" altLang="en-US">
              <a:solidFill>
                <a:prstClr val="black">
                  <a:tint val="75000"/>
                </a:prstClr>
              </a:solidFill>
            </a:endParaRPr>
          </a:p>
        </p:txBody>
      </p:sp>
      <p:sp>
        <p:nvSpPr>
          <p:cNvPr id="6" name="幻灯片编号占位符 5"/>
          <p:cNvSpPr>
            <a:spLocks noGrp="1"/>
          </p:cNvSpPr>
          <p:nvPr>
            <p:ph type="sldNum" sz="quarter" idx="12"/>
          </p:nvPr>
        </p:nvSpPr>
        <p:spPr/>
        <p:txBody>
          <a:bodyPr/>
          <a:lstStyle>
            <a:lvl1pPr>
              <a:defRPr/>
            </a:lvl1pPr>
          </a:lstStyle>
          <a:p>
            <a:pPr defTabSz="457200" fontAlgn="base">
              <a:spcBef>
                <a:spcPct val="0"/>
              </a:spcBef>
              <a:spcAft>
                <a:spcPct val="0"/>
              </a:spcAft>
              <a:defRPr/>
            </a:pPr>
            <a:fld id="{18AADB37-87A4-1D47-A61F-7F5B804C279B}" type="slidenum">
              <a:rPr kumimoji="1" lang="zh-CN" altLang="en-US" smtClean="0"/>
              <a:pPr defTabSz="457200" fontAlgn="base">
                <a:spcBef>
                  <a:spcPct val="0"/>
                </a:spcBef>
                <a:spcAft>
                  <a:spcPct val="0"/>
                </a:spcAft>
                <a:defRPr/>
              </a:pPr>
              <a:t>‹#›</a:t>
            </a:fld>
            <a:endParaRPr kumimoji="1" lang="zh-CN" altLang="en-US"/>
          </a:p>
        </p:txBody>
      </p:sp>
    </p:spTree>
    <p:extLst>
      <p:ext uri="{BB962C8B-B14F-4D97-AF65-F5344CB8AC3E}">
        <p14:creationId xmlns:p14="http://schemas.microsoft.com/office/powerpoint/2010/main" val="5689995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grpSp>
        <p:nvGrpSpPr>
          <p:cNvPr id="2" name="组合 1"/>
          <p:cNvGrpSpPr/>
          <p:nvPr userDrawn="1"/>
        </p:nvGrpSpPr>
        <p:grpSpPr>
          <a:xfrm>
            <a:off x="375373" y="2"/>
            <a:ext cx="140967" cy="962147"/>
            <a:chOff x="281524" y="0"/>
            <a:chExt cx="105725" cy="721610"/>
          </a:xfrm>
          <a:solidFill>
            <a:srgbClr val="1A7BAE"/>
          </a:solidFill>
        </p:grpSpPr>
        <p:sp>
          <p:nvSpPr>
            <p:cNvPr id="3" name="矩形 2"/>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 name="矩形 3"/>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5" name="组合 6"/>
          <p:cNvGrpSpPr/>
          <p:nvPr userDrawn="1"/>
        </p:nvGrpSpPr>
        <p:grpSpPr>
          <a:xfrm rot="10800000">
            <a:off x="11735682" y="6617464"/>
            <a:ext cx="140967" cy="240536"/>
            <a:chOff x="281524" y="0"/>
            <a:chExt cx="105725" cy="721610"/>
          </a:xfrm>
          <a:solidFill>
            <a:srgbClr val="1A7BAE"/>
          </a:solidFill>
        </p:grpSpPr>
        <p:sp>
          <p:nvSpPr>
            <p:cNvPr id="6" name="矩形 5"/>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7" name="矩形 6"/>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spTree>
    <p:extLst>
      <p:ext uri="{BB962C8B-B14F-4D97-AF65-F5344CB8AC3E}">
        <p14:creationId xmlns:p14="http://schemas.microsoft.com/office/powerpoint/2010/main" val="1409989158"/>
      </p:ext>
    </p:extLst>
  </p:cSld>
  <p:clrMapOvr>
    <a:masterClrMapping/>
  </p:clrMapOvr>
  <p:transition spd="slow">
    <p:push dir="u"/>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grpSp>
        <p:nvGrpSpPr>
          <p:cNvPr id="2" name="组合 1"/>
          <p:cNvGrpSpPr/>
          <p:nvPr userDrawn="1"/>
        </p:nvGrpSpPr>
        <p:grpSpPr>
          <a:xfrm>
            <a:off x="375367" y="1"/>
            <a:ext cx="140967" cy="962147"/>
            <a:chOff x="281524" y="0"/>
            <a:chExt cx="105725" cy="721610"/>
          </a:xfrm>
          <a:solidFill>
            <a:srgbClr val="95BC49"/>
          </a:solidFill>
        </p:grpSpPr>
        <p:sp>
          <p:nvSpPr>
            <p:cNvPr id="3" name="矩形 2"/>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 name="矩形 3"/>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5" name="组合 6"/>
          <p:cNvGrpSpPr/>
          <p:nvPr userDrawn="1"/>
        </p:nvGrpSpPr>
        <p:grpSpPr>
          <a:xfrm rot="10800000">
            <a:off x="11735677" y="6617464"/>
            <a:ext cx="140967" cy="240536"/>
            <a:chOff x="281524" y="0"/>
            <a:chExt cx="105725" cy="721610"/>
          </a:xfrm>
          <a:solidFill>
            <a:srgbClr val="95BC49"/>
          </a:solidFill>
        </p:grpSpPr>
        <p:sp>
          <p:nvSpPr>
            <p:cNvPr id="6" name="矩形 5"/>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7" name="矩形 6"/>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spTree>
    <p:extLst>
      <p:ext uri="{BB962C8B-B14F-4D97-AF65-F5344CB8AC3E}">
        <p14:creationId xmlns:p14="http://schemas.microsoft.com/office/powerpoint/2010/main" val="4162329414"/>
      </p:ext>
    </p:extLst>
  </p:cSld>
  <p:clrMapOvr>
    <a:masterClrMapping/>
  </p:clrMapOvr>
  <p:transition spd="slow"/>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6_标题和内容">
    <p:spTree>
      <p:nvGrpSpPr>
        <p:cNvPr id="1" name=""/>
        <p:cNvGrpSpPr/>
        <p:nvPr/>
      </p:nvGrpSpPr>
      <p:grpSpPr>
        <a:xfrm>
          <a:off x="0" y="0"/>
          <a:ext cx="0" cy="0"/>
          <a:chOff x="0" y="0"/>
          <a:chExt cx="0" cy="0"/>
        </a:xfrm>
      </p:grpSpPr>
      <p:grpSp>
        <p:nvGrpSpPr>
          <p:cNvPr id="2" name="组合 1"/>
          <p:cNvGrpSpPr/>
          <p:nvPr userDrawn="1"/>
        </p:nvGrpSpPr>
        <p:grpSpPr>
          <a:xfrm>
            <a:off x="375367" y="1"/>
            <a:ext cx="140967" cy="962147"/>
            <a:chOff x="281524" y="0"/>
            <a:chExt cx="105725" cy="721610"/>
          </a:xfrm>
          <a:solidFill>
            <a:srgbClr val="FDA907"/>
          </a:solidFill>
        </p:grpSpPr>
        <p:sp>
          <p:nvSpPr>
            <p:cNvPr id="3" name="矩形 2"/>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 name="矩形 3"/>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5" name="组合 6"/>
          <p:cNvGrpSpPr/>
          <p:nvPr userDrawn="1"/>
        </p:nvGrpSpPr>
        <p:grpSpPr>
          <a:xfrm rot="10800000">
            <a:off x="11735677" y="6617464"/>
            <a:ext cx="140967" cy="240536"/>
            <a:chOff x="281524" y="0"/>
            <a:chExt cx="105725" cy="721610"/>
          </a:xfrm>
          <a:solidFill>
            <a:srgbClr val="FDA907"/>
          </a:solidFill>
        </p:grpSpPr>
        <p:sp>
          <p:nvSpPr>
            <p:cNvPr id="6" name="矩形 5"/>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7" name="矩形 6"/>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spTree>
    <p:extLst>
      <p:ext uri="{BB962C8B-B14F-4D97-AF65-F5344CB8AC3E}">
        <p14:creationId xmlns:p14="http://schemas.microsoft.com/office/powerpoint/2010/main" val="244669777"/>
      </p:ext>
    </p:extLst>
  </p:cSld>
  <p:clrMapOvr>
    <a:masterClrMapping/>
  </p:clrMapOvr>
  <p:transition spd="slow"/>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_标题和内容">
    <p:spTree>
      <p:nvGrpSpPr>
        <p:cNvPr id="1" name=""/>
        <p:cNvGrpSpPr/>
        <p:nvPr/>
      </p:nvGrpSpPr>
      <p:grpSpPr>
        <a:xfrm>
          <a:off x="0" y="0"/>
          <a:ext cx="0" cy="0"/>
          <a:chOff x="0" y="0"/>
          <a:chExt cx="0" cy="0"/>
        </a:xfrm>
      </p:grpSpPr>
      <p:grpSp>
        <p:nvGrpSpPr>
          <p:cNvPr id="2" name="组合 1"/>
          <p:cNvGrpSpPr/>
          <p:nvPr userDrawn="1"/>
        </p:nvGrpSpPr>
        <p:grpSpPr>
          <a:xfrm>
            <a:off x="375367" y="1"/>
            <a:ext cx="140967" cy="962147"/>
            <a:chOff x="281524" y="0"/>
            <a:chExt cx="105725" cy="721610"/>
          </a:xfrm>
          <a:solidFill>
            <a:srgbClr val="BF3420"/>
          </a:solidFill>
        </p:grpSpPr>
        <p:sp>
          <p:nvSpPr>
            <p:cNvPr id="3" name="矩形 2"/>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 name="矩形 3"/>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5" name="组合 6"/>
          <p:cNvGrpSpPr/>
          <p:nvPr userDrawn="1"/>
        </p:nvGrpSpPr>
        <p:grpSpPr>
          <a:xfrm rot="10800000">
            <a:off x="11735677" y="6617464"/>
            <a:ext cx="140967" cy="240536"/>
            <a:chOff x="281524" y="0"/>
            <a:chExt cx="105725" cy="721610"/>
          </a:xfrm>
          <a:solidFill>
            <a:srgbClr val="BF3420"/>
          </a:solidFill>
        </p:grpSpPr>
        <p:sp>
          <p:nvSpPr>
            <p:cNvPr id="6" name="矩形 5"/>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7" name="矩形 6"/>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spTree>
    <p:extLst>
      <p:ext uri="{BB962C8B-B14F-4D97-AF65-F5344CB8AC3E}">
        <p14:creationId xmlns:p14="http://schemas.microsoft.com/office/powerpoint/2010/main" val="2278648517"/>
      </p:ext>
    </p:extLst>
  </p:cSld>
  <p:clrMapOvr>
    <a:masterClrMapping/>
  </p:clrMapOvr>
  <p:transition spd="slow"/>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2425351"/>
      </p:ext>
    </p:extLst>
  </p:cSld>
  <p:clrMapOvr>
    <a:masterClrMapping/>
  </p:clrMapOvr>
  <p:transition spd="slow">
    <p:push dir="u"/>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比较">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4400174"/>
      </p:ext>
    </p:extLst>
  </p:cSld>
  <p:clrMapOvr>
    <a:masterClrMapping/>
  </p:clrMapOvr>
  <p:transition spd="slow">
    <p:push dir="u"/>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9_标题和内容">
    <p:spTree>
      <p:nvGrpSpPr>
        <p:cNvPr id="1" name=""/>
        <p:cNvGrpSpPr/>
        <p:nvPr/>
      </p:nvGrpSpPr>
      <p:grpSpPr>
        <a:xfrm>
          <a:off x="0" y="0"/>
          <a:ext cx="0" cy="0"/>
          <a:chOff x="0" y="0"/>
          <a:chExt cx="0" cy="0"/>
        </a:xfrm>
      </p:grpSpPr>
      <p:grpSp>
        <p:nvGrpSpPr>
          <p:cNvPr id="2" name="组合 1"/>
          <p:cNvGrpSpPr/>
          <p:nvPr userDrawn="1"/>
        </p:nvGrpSpPr>
        <p:grpSpPr>
          <a:xfrm>
            <a:off x="375367" y="1"/>
            <a:ext cx="140967" cy="962147"/>
            <a:chOff x="281524" y="0"/>
            <a:chExt cx="105725" cy="721610"/>
          </a:xfrm>
          <a:solidFill>
            <a:srgbClr val="1A7BAE"/>
          </a:solidFill>
        </p:grpSpPr>
        <p:sp>
          <p:nvSpPr>
            <p:cNvPr id="3" name="矩形 2"/>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 name="矩形 3"/>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5" name="组合 6"/>
          <p:cNvGrpSpPr/>
          <p:nvPr userDrawn="1"/>
        </p:nvGrpSpPr>
        <p:grpSpPr>
          <a:xfrm rot="10800000">
            <a:off x="11735677" y="6617464"/>
            <a:ext cx="140967" cy="240536"/>
            <a:chOff x="281524" y="0"/>
            <a:chExt cx="105725" cy="721610"/>
          </a:xfrm>
          <a:solidFill>
            <a:srgbClr val="1A7BAE"/>
          </a:solidFill>
        </p:grpSpPr>
        <p:sp>
          <p:nvSpPr>
            <p:cNvPr id="6" name="矩形 5"/>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7" name="矩形 6"/>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spTree>
    <p:extLst>
      <p:ext uri="{BB962C8B-B14F-4D97-AF65-F5344CB8AC3E}">
        <p14:creationId xmlns:p14="http://schemas.microsoft.com/office/powerpoint/2010/main" val="735005115"/>
      </p:ext>
    </p:extLst>
  </p:cSld>
  <p:clrMapOvr>
    <a:masterClrMapping/>
  </p:clrMapOvr>
  <p:transition spd="slow"/>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1_标题和内容">
    <p:spTree>
      <p:nvGrpSpPr>
        <p:cNvPr id="1" name=""/>
        <p:cNvGrpSpPr/>
        <p:nvPr/>
      </p:nvGrpSpPr>
      <p:grpSpPr>
        <a:xfrm>
          <a:off x="0" y="0"/>
          <a:ext cx="0" cy="0"/>
          <a:chOff x="0" y="0"/>
          <a:chExt cx="0" cy="0"/>
        </a:xfrm>
      </p:grpSpPr>
      <p:grpSp>
        <p:nvGrpSpPr>
          <p:cNvPr id="2" name="组合 1"/>
          <p:cNvGrpSpPr/>
          <p:nvPr userDrawn="1"/>
        </p:nvGrpSpPr>
        <p:grpSpPr>
          <a:xfrm>
            <a:off x="375367" y="1"/>
            <a:ext cx="140967" cy="962147"/>
            <a:chOff x="281524" y="0"/>
            <a:chExt cx="105725" cy="721610"/>
          </a:xfrm>
          <a:solidFill>
            <a:srgbClr val="FDA907"/>
          </a:solidFill>
        </p:grpSpPr>
        <p:sp>
          <p:nvSpPr>
            <p:cNvPr id="3" name="矩形 2"/>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 name="矩形 3"/>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5" name="组合 6"/>
          <p:cNvGrpSpPr/>
          <p:nvPr userDrawn="1"/>
        </p:nvGrpSpPr>
        <p:grpSpPr>
          <a:xfrm rot="10800000">
            <a:off x="11735677" y="6617464"/>
            <a:ext cx="140967" cy="240536"/>
            <a:chOff x="281524" y="0"/>
            <a:chExt cx="105725" cy="721610"/>
          </a:xfrm>
          <a:solidFill>
            <a:srgbClr val="FDA907"/>
          </a:solidFill>
        </p:grpSpPr>
        <p:sp>
          <p:nvSpPr>
            <p:cNvPr id="6" name="矩形 5"/>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7" name="矩形 6"/>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spTree>
    <p:extLst>
      <p:ext uri="{BB962C8B-B14F-4D97-AF65-F5344CB8AC3E}">
        <p14:creationId xmlns:p14="http://schemas.microsoft.com/office/powerpoint/2010/main" val="513367915"/>
      </p:ext>
    </p:extLst>
  </p:cSld>
  <p:clrMapOvr>
    <a:masterClrMapping/>
  </p:clrMapOvr>
  <p:transition spd="slow"/>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椭圆 1"/>
          <p:cNvSpPr/>
          <p:nvPr userDrawn="1"/>
        </p:nvSpPr>
        <p:spPr>
          <a:xfrm rot="5400000">
            <a:off x="2387601" y="567267"/>
            <a:ext cx="2705100" cy="1570567"/>
          </a:xfrm>
          <a:custGeom>
            <a:avLst/>
            <a:gdLst/>
            <a:ahLst/>
            <a:cxnLst/>
            <a:rect l="l" t="t" r="r" b="b"/>
            <a:pathLst>
              <a:path w="2028376" h="1177563">
                <a:moveTo>
                  <a:pt x="0" y="1177563"/>
                </a:moveTo>
                <a:lnTo>
                  <a:pt x="0" y="0"/>
                </a:lnTo>
                <a:lnTo>
                  <a:pt x="2028376" y="0"/>
                </a:lnTo>
                <a:cubicBezTo>
                  <a:pt x="1624320" y="702037"/>
                  <a:pt x="867468" y="1174384"/>
                  <a:pt x="0" y="1177563"/>
                </a:cubicBezTo>
                <a:close/>
              </a:path>
            </a:pathLst>
          </a:custGeom>
          <a:solidFill>
            <a:srgbClr val="BF342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3" name="矩形 7"/>
          <p:cNvSpPr/>
          <p:nvPr userDrawn="1"/>
        </p:nvSpPr>
        <p:spPr>
          <a:xfrm rot="5400000">
            <a:off x="3747030" y="778405"/>
            <a:ext cx="3127375" cy="1570567"/>
          </a:xfrm>
          <a:custGeom>
            <a:avLst/>
            <a:gdLst/>
            <a:ahLst/>
            <a:cxnLst/>
            <a:rect l="l" t="t" r="r" b="b"/>
            <a:pathLst>
              <a:path w="2346109" h="1177890">
                <a:moveTo>
                  <a:pt x="0" y="1177890"/>
                </a:moveTo>
                <a:lnTo>
                  <a:pt x="0" y="0"/>
                </a:lnTo>
                <a:lnTo>
                  <a:pt x="2346109" y="0"/>
                </a:lnTo>
                <a:cubicBezTo>
                  <a:pt x="2346109" y="429552"/>
                  <a:pt x="2231144" y="832251"/>
                  <a:pt x="2028377" y="1177890"/>
                </a:cubicBezTo>
                <a:close/>
              </a:path>
            </a:pathLst>
          </a:custGeom>
          <a:solidFill>
            <a:srgbClr val="FDA90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 name="椭圆 12"/>
          <p:cNvSpPr/>
          <p:nvPr userDrawn="1"/>
        </p:nvSpPr>
        <p:spPr>
          <a:xfrm rot="5400000">
            <a:off x="7099301" y="567267"/>
            <a:ext cx="2705100" cy="1570567"/>
          </a:xfrm>
          <a:custGeom>
            <a:avLst/>
            <a:gdLst/>
            <a:ahLst/>
            <a:cxnLst/>
            <a:rect l="l" t="t" r="r" b="b"/>
            <a:pathLst>
              <a:path w="2028375" h="1177562">
                <a:moveTo>
                  <a:pt x="0" y="1177562"/>
                </a:moveTo>
                <a:lnTo>
                  <a:pt x="0" y="0"/>
                </a:lnTo>
                <a:cubicBezTo>
                  <a:pt x="867468" y="3179"/>
                  <a:pt x="1624319" y="475526"/>
                  <a:pt x="2028375" y="1177562"/>
                </a:cubicBezTo>
                <a:close/>
              </a:path>
            </a:pathLst>
          </a:custGeom>
          <a:solidFill>
            <a:srgbClr val="1A7B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5" name="椭圆 13"/>
          <p:cNvSpPr/>
          <p:nvPr userDrawn="1"/>
        </p:nvSpPr>
        <p:spPr>
          <a:xfrm rot="5400000">
            <a:off x="5316803" y="779199"/>
            <a:ext cx="3128963" cy="1570567"/>
          </a:xfrm>
          <a:custGeom>
            <a:avLst/>
            <a:gdLst/>
            <a:ahLst/>
            <a:cxnLst/>
            <a:rect l="l" t="t" r="r" b="b"/>
            <a:pathLst>
              <a:path w="2346724" h="1177890">
                <a:moveTo>
                  <a:pt x="0" y="1177890"/>
                </a:moveTo>
                <a:lnTo>
                  <a:pt x="0" y="0"/>
                </a:lnTo>
                <a:lnTo>
                  <a:pt x="2028990" y="0"/>
                </a:lnTo>
                <a:cubicBezTo>
                  <a:pt x="2231759" y="345641"/>
                  <a:pt x="2346724" y="748340"/>
                  <a:pt x="2346724" y="1177890"/>
                </a:cubicBezTo>
                <a:close/>
              </a:path>
            </a:pathLst>
          </a:custGeom>
          <a:solidFill>
            <a:srgbClr val="95BC4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弧形 5"/>
          <p:cNvSpPr/>
          <p:nvPr userDrawn="1"/>
        </p:nvSpPr>
        <p:spPr>
          <a:xfrm>
            <a:off x="2766485" y="-3351213"/>
            <a:ext cx="6659033" cy="6659563"/>
          </a:xfrm>
          <a:prstGeom prst="arc">
            <a:avLst>
              <a:gd name="adj1" fmla="val 3404"/>
              <a:gd name="adj2" fmla="val 10819516"/>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7" name="椭圆 6"/>
          <p:cNvSpPr/>
          <p:nvPr userDrawn="1"/>
        </p:nvSpPr>
        <p:spPr>
          <a:xfrm>
            <a:off x="5990167" y="3219450"/>
            <a:ext cx="211667" cy="20955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598360085"/>
      </p:ext>
    </p:extLst>
  </p:cSld>
  <p:clrMapOvr>
    <a:masterClrMapping/>
  </p:clrMapOvr>
  <p:transition spd="slow"/>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2_标题和内容">
    <p:spTree>
      <p:nvGrpSpPr>
        <p:cNvPr id="1" name=""/>
        <p:cNvGrpSpPr/>
        <p:nvPr/>
      </p:nvGrpSpPr>
      <p:grpSpPr>
        <a:xfrm>
          <a:off x="0" y="0"/>
          <a:ext cx="0" cy="0"/>
          <a:chOff x="0" y="0"/>
          <a:chExt cx="0" cy="0"/>
        </a:xfrm>
      </p:grpSpPr>
      <p:grpSp>
        <p:nvGrpSpPr>
          <p:cNvPr id="2" name="组合 1"/>
          <p:cNvGrpSpPr/>
          <p:nvPr userDrawn="1"/>
        </p:nvGrpSpPr>
        <p:grpSpPr>
          <a:xfrm>
            <a:off x="375367" y="1"/>
            <a:ext cx="140967" cy="962147"/>
            <a:chOff x="281524" y="0"/>
            <a:chExt cx="105725" cy="721610"/>
          </a:xfrm>
          <a:solidFill>
            <a:srgbClr val="BF3420"/>
          </a:solidFill>
        </p:grpSpPr>
        <p:sp>
          <p:nvSpPr>
            <p:cNvPr id="3" name="矩形 2"/>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 name="矩形 3"/>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5" name="组合 6"/>
          <p:cNvGrpSpPr/>
          <p:nvPr userDrawn="1"/>
        </p:nvGrpSpPr>
        <p:grpSpPr>
          <a:xfrm rot="10800000">
            <a:off x="11735677" y="6617464"/>
            <a:ext cx="140967" cy="240536"/>
            <a:chOff x="281524" y="0"/>
            <a:chExt cx="105725" cy="721610"/>
          </a:xfrm>
          <a:solidFill>
            <a:srgbClr val="BF3420"/>
          </a:solidFill>
        </p:grpSpPr>
        <p:sp>
          <p:nvSpPr>
            <p:cNvPr id="6" name="矩形 5"/>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7" name="矩形 6"/>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spTree>
    <p:extLst>
      <p:ext uri="{BB962C8B-B14F-4D97-AF65-F5344CB8AC3E}">
        <p14:creationId xmlns:p14="http://schemas.microsoft.com/office/powerpoint/2010/main" val="2022516083"/>
      </p:ext>
    </p:extLst>
  </p:cSld>
  <p:clrMapOvr>
    <a:masterClrMapping/>
  </p:clrMapOvr>
  <p:transition spd="slow"/>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3_标题和内容">
    <p:spTree>
      <p:nvGrpSpPr>
        <p:cNvPr id="1" name=""/>
        <p:cNvGrpSpPr/>
        <p:nvPr/>
      </p:nvGrpSpPr>
      <p:grpSpPr>
        <a:xfrm>
          <a:off x="0" y="0"/>
          <a:ext cx="0" cy="0"/>
          <a:chOff x="0" y="0"/>
          <a:chExt cx="0" cy="0"/>
        </a:xfrm>
      </p:grpSpPr>
      <p:grpSp>
        <p:nvGrpSpPr>
          <p:cNvPr id="2" name="组合 1"/>
          <p:cNvGrpSpPr/>
          <p:nvPr userDrawn="1"/>
        </p:nvGrpSpPr>
        <p:grpSpPr bwMode="auto">
          <a:xfrm>
            <a:off x="215901" y="0"/>
            <a:ext cx="300567" cy="962025"/>
            <a:chOff x="161510" y="0"/>
            <a:chExt cx="225739" cy="721610"/>
          </a:xfrm>
        </p:grpSpPr>
        <p:sp>
          <p:nvSpPr>
            <p:cNvPr id="3" name="矩形 2"/>
            <p:cNvSpPr/>
            <p:nvPr/>
          </p:nvSpPr>
          <p:spPr>
            <a:xfrm>
              <a:off x="161510" y="0"/>
              <a:ext cx="46102" cy="721610"/>
            </a:xfrm>
            <a:prstGeom prst="rect">
              <a:avLst/>
            </a:prstGeom>
            <a:solidFill>
              <a:srgbClr val="1A7B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 name="矩形 3"/>
            <p:cNvSpPr/>
            <p:nvPr/>
          </p:nvSpPr>
          <p:spPr>
            <a:xfrm>
              <a:off x="221919" y="0"/>
              <a:ext cx="46102" cy="721610"/>
            </a:xfrm>
            <a:prstGeom prst="rect">
              <a:avLst/>
            </a:prstGeom>
            <a:solidFill>
              <a:srgbClr val="95BC4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5" name="矩形 4"/>
            <p:cNvSpPr/>
            <p:nvPr/>
          </p:nvSpPr>
          <p:spPr>
            <a:xfrm>
              <a:off x="280739" y="0"/>
              <a:ext cx="46101" cy="721610"/>
            </a:xfrm>
            <a:prstGeom prst="rect">
              <a:avLst/>
            </a:prstGeom>
            <a:solidFill>
              <a:srgbClr val="FDA90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矩形 5"/>
            <p:cNvSpPr/>
            <p:nvPr/>
          </p:nvSpPr>
          <p:spPr>
            <a:xfrm>
              <a:off x="341148" y="0"/>
              <a:ext cx="46101" cy="721610"/>
            </a:xfrm>
            <a:prstGeom prst="rect">
              <a:avLst/>
            </a:prstGeom>
            <a:solidFill>
              <a:srgbClr val="BF342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7" name="组合 6"/>
          <p:cNvGrpSpPr/>
          <p:nvPr userDrawn="1"/>
        </p:nvGrpSpPr>
        <p:grpSpPr bwMode="auto">
          <a:xfrm rot="10800000">
            <a:off x="11734801" y="6616700"/>
            <a:ext cx="302684" cy="241300"/>
            <a:chOff x="161510" y="0"/>
            <a:chExt cx="225739" cy="721610"/>
          </a:xfrm>
        </p:grpSpPr>
        <p:sp>
          <p:nvSpPr>
            <p:cNvPr id="8" name="矩形 7"/>
            <p:cNvSpPr/>
            <p:nvPr/>
          </p:nvSpPr>
          <p:spPr>
            <a:xfrm>
              <a:off x="170982" y="28485"/>
              <a:ext cx="45780" cy="721610"/>
            </a:xfrm>
            <a:prstGeom prst="rect">
              <a:avLst/>
            </a:prstGeom>
            <a:solidFill>
              <a:srgbClr val="1A7B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9" name="矩形 8"/>
            <p:cNvSpPr/>
            <p:nvPr/>
          </p:nvSpPr>
          <p:spPr>
            <a:xfrm>
              <a:off x="230968" y="28485"/>
              <a:ext cx="45780" cy="721610"/>
            </a:xfrm>
            <a:prstGeom prst="rect">
              <a:avLst/>
            </a:prstGeom>
            <a:solidFill>
              <a:srgbClr val="95BC4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0" name="矩形 9"/>
            <p:cNvSpPr/>
            <p:nvPr/>
          </p:nvSpPr>
          <p:spPr>
            <a:xfrm>
              <a:off x="290954" y="28485"/>
              <a:ext cx="45780" cy="721610"/>
            </a:xfrm>
            <a:prstGeom prst="rect">
              <a:avLst/>
            </a:prstGeom>
            <a:solidFill>
              <a:srgbClr val="FDA90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1" name="矩形 10"/>
            <p:cNvSpPr/>
            <p:nvPr/>
          </p:nvSpPr>
          <p:spPr>
            <a:xfrm>
              <a:off x="350941" y="28485"/>
              <a:ext cx="45780" cy="721610"/>
            </a:xfrm>
            <a:prstGeom prst="rect">
              <a:avLst/>
            </a:prstGeom>
            <a:solidFill>
              <a:srgbClr val="BF342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spTree>
    <p:extLst>
      <p:ext uri="{BB962C8B-B14F-4D97-AF65-F5344CB8AC3E}">
        <p14:creationId xmlns:p14="http://schemas.microsoft.com/office/powerpoint/2010/main" val="3268123188"/>
      </p:ext>
    </p:extLst>
  </p:cSld>
  <p:clrMapOvr>
    <a:masterClrMapping/>
  </p:clrMapOvr>
  <p:transition spd="slow"/>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2" name="矩形 1"/>
          <p:cNvSpPr/>
          <p:nvPr userDrawn="1"/>
        </p:nvSpPr>
        <p:spPr>
          <a:xfrm>
            <a:off x="0" y="3608389"/>
            <a:ext cx="12192000" cy="18002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pic>
        <p:nvPicPr>
          <p:cNvPr id="3" name="Picture 2" descr="C:\Documents and Settings\yangweizhou\桌面\2.jpg"/>
          <p:cNvPicPr>
            <a:picLocks noChangeAspect="1" noChangeArrowheads="1"/>
          </p:cNvPicPr>
          <p:nvPr userDrawn="1"/>
        </p:nvPicPr>
        <p:blipFill>
          <a:blip r:embed="rId2">
            <a:extLst>
              <a:ext uri="{28A0092B-C50C-407E-A947-70E740481C1C}">
                <a14:useLocalDpi xmlns:a14="http://schemas.microsoft.com/office/drawing/2010/main" val="0"/>
              </a:ext>
            </a:extLst>
          </a:blip>
          <a:srcRect b="20467"/>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12463935"/>
      </p:ext>
    </p:extLst>
  </p:cSld>
  <p:clrMapOvr>
    <a:masterClrMapping/>
  </p:clrMapOvr>
  <p:transition spd="slow"/>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6425186"/>
      </p:ext>
    </p:extLst>
  </p:cSld>
  <p:clrMapOvr>
    <a:masterClrMapping/>
  </p:clrMapOvr>
  <p:transition spd="slow"/>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6_标题和内容">
    <p:spTree>
      <p:nvGrpSpPr>
        <p:cNvPr id="1" name=""/>
        <p:cNvGrpSpPr/>
        <p:nvPr/>
      </p:nvGrpSpPr>
      <p:grpSpPr>
        <a:xfrm>
          <a:off x="0" y="0"/>
          <a:ext cx="0" cy="0"/>
          <a:chOff x="0" y="0"/>
          <a:chExt cx="0" cy="0"/>
        </a:xfrm>
      </p:grpSpPr>
      <p:grpSp>
        <p:nvGrpSpPr>
          <p:cNvPr id="3" name="组合 1"/>
          <p:cNvGrpSpPr/>
          <p:nvPr userDrawn="1"/>
        </p:nvGrpSpPr>
        <p:grpSpPr>
          <a:xfrm>
            <a:off x="375367" y="1"/>
            <a:ext cx="140967" cy="962147"/>
            <a:chOff x="281524" y="0"/>
            <a:chExt cx="105725" cy="721610"/>
          </a:xfrm>
          <a:solidFill>
            <a:srgbClr val="00B050"/>
          </a:solidFill>
        </p:grpSpPr>
        <p:sp>
          <p:nvSpPr>
            <p:cNvPr id="4" name="矩形 3"/>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5" name="矩形 4"/>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6" name="组合 6"/>
          <p:cNvGrpSpPr/>
          <p:nvPr userDrawn="1"/>
        </p:nvGrpSpPr>
        <p:grpSpPr>
          <a:xfrm rot="10800000">
            <a:off x="11735677" y="6617464"/>
            <a:ext cx="140967" cy="240536"/>
            <a:chOff x="281524" y="0"/>
            <a:chExt cx="105725" cy="721610"/>
          </a:xfrm>
          <a:solidFill>
            <a:srgbClr val="00B050"/>
          </a:solidFill>
        </p:grpSpPr>
        <p:sp>
          <p:nvSpPr>
            <p:cNvPr id="7" name="矩形 6"/>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8" name="矩形 7"/>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spTree>
    <p:extLst>
      <p:ext uri="{BB962C8B-B14F-4D97-AF65-F5344CB8AC3E}">
        <p14:creationId xmlns:p14="http://schemas.microsoft.com/office/powerpoint/2010/main" val="831814225"/>
      </p:ext>
    </p:extLst>
  </p:cSld>
  <p:clrMapOvr>
    <a:masterClrMapping/>
  </p:clrMapOvr>
  <p:transition spd="slow">
    <p:push dir="u"/>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defTabSz="457200" fontAlgn="base">
              <a:spcBef>
                <a:spcPct val="0"/>
              </a:spcBef>
              <a:spcAft>
                <a:spcPct val="0"/>
              </a:spcAft>
              <a:defRPr/>
            </a:pPr>
            <a:fld id="{3CD514ED-44EC-D549-BD03-D74500207E79}" type="datetimeFigureOut">
              <a:rPr kumimoji="1" lang="zh-CN" altLang="en-US" smtClean="0"/>
              <a:pPr defTabSz="457200" fontAlgn="base">
                <a:spcBef>
                  <a:spcPct val="0"/>
                </a:spcBef>
                <a:spcAft>
                  <a:spcPct val="0"/>
                </a:spcAft>
                <a:defRPr/>
              </a:pPr>
              <a:t>2020/10/27</a:t>
            </a:fld>
            <a:endParaRPr kumimoji="1" lang="zh-CN" altLang="en-US"/>
          </a:p>
        </p:txBody>
      </p:sp>
      <p:sp>
        <p:nvSpPr>
          <p:cNvPr id="5" name="页脚占位符 4"/>
          <p:cNvSpPr>
            <a:spLocks noGrp="1"/>
          </p:cNvSpPr>
          <p:nvPr>
            <p:ph type="ftr" sz="quarter" idx="11"/>
          </p:nvPr>
        </p:nvSpPr>
        <p:spPr/>
        <p:txBody>
          <a:bodyPr/>
          <a:lstStyle>
            <a:lvl1pPr>
              <a:defRPr/>
            </a:lvl1pPr>
          </a:lstStyle>
          <a:p>
            <a:pPr defTabSz="457200">
              <a:defRPr/>
            </a:pPr>
            <a:endParaRPr kumimoji="1" lang="zh-CN" altLang="en-US">
              <a:solidFill>
                <a:prstClr val="black">
                  <a:tint val="75000"/>
                </a:prstClr>
              </a:solidFill>
            </a:endParaRPr>
          </a:p>
        </p:txBody>
      </p:sp>
      <p:sp>
        <p:nvSpPr>
          <p:cNvPr id="6" name="幻灯片编号占位符 5"/>
          <p:cNvSpPr>
            <a:spLocks noGrp="1"/>
          </p:cNvSpPr>
          <p:nvPr>
            <p:ph type="sldNum" sz="quarter" idx="12"/>
          </p:nvPr>
        </p:nvSpPr>
        <p:spPr/>
        <p:txBody>
          <a:bodyPr/>
          <a:lstStyle>
            <a:lvl1pPr>
              <a:defRPr/>
            </a:lvl1pPr>
          </a:lstStyle>
          <a:p>
            <a:pPr defTabSz="457200" fontAlgn="base">
              <a:spcBef>
                <a:spcPct val="0"/>
              </a:spcBef>
              <a:spcAft>
                <a:spcPct val="0"/>
              </a:spcAft>
              <a:defRPr/>
            </a:pPr>
            <a:fld id="{937833DD-A6E9-0E4C-8803-40B068F89247}" type="slidenum">
              <a:rPr kumimoji="1" lang="zh-CN" altLang="en-US" smtClean="0"/>
              <a:pPr defTabSz="457200" fontAlgn="base">
                <a:spcBef>
                  <a:spcPct val="0"/>
                </a:spcBef>
                <a:spcAft>
                  <a:spcPct val="0"/>
                </a:spcAft>
                <a:defRPr/>
              </a:pPr>
              <a:t>‹#›</a:t>
            </a:fld>
            <a:endParaRPr kumimoji="1" lang="zh-CN" altLang="en-US"/>
          </a:p>
        </p:txBody>
      </p:sp>
    </p:spTree>
    <p:extLst>
      <p:ext uri="{BB962C8B-B14F-4D97-AF65-F5344CB8AC3E}">
        <p14:creationId xmlns:p14="http://schemas.microsoft.com/office/powerpoint/2010/main" val="156190613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lvl1pPr>
              <a:defRPr/>
            </a:lvl1pPr>
          </a:lstStyle>
          <a:p>
            <a:pPr defTabSz="457200" fontAlgn="base">
              <a:spcBef>
                <a:spcPct val="0"/>
              </a:spcBef>
              <a:spcAft>
                <a:spcPct val="0"/>
              </a:spcAft>
              <a:defRPr/>
            </a:pPr>
            <a:fld id="{9C327F1F-21E4-8A4F-BF23-F6CA6825379B}" type="datetimeFigureOut">
              <a:rPr kumimoji="1" lang="zh-CN" altLang="en-US" smtClean="0"/>
              <a:pPr defTabSz="457200" fontAlgn="base">
                <a:spcBef>
                  <a:spcPct val="0"/>
                </a:spcBef>
                <a:spcAft>
                  <a:spcPct val="0"/>
                </a:spcAft>
                <a:defRPr/>
              </a:pPr>
              <a:t>2020/10/27</a:t>
            </a:fld>
            <a:endParaRPr kumimoji="1" lang="zh-CN" altLang="en-US"/>
          </a:p>
        </p:txBody>
      </p:sp>
      <p:sp>
        <p:nvSpPr>
          <p:cNvPr id="5" name="页脚占位符 4"/>
          <p:cNvSpPr>
            <a:spLocks noGrp="1"/>
          </p:cNvSpPr>
          <p:nvPr>
            <p:ph type="ftr" sz="quarter" idx="11"/>
          </p:nvPr>
        </p:nvSpPr>
        <p:spPr/>
        <p:txBody>
          <a:bodyPr/>
          <a:lstStyle>
            <a:lvl1pPr>
              <a:defRPr/>
            </a:lvl1pPr>
          </a:lstStyle>
          <a:p>
            <a:pPr defTabSz="457200">
              <a:defRPr/>
            </a:pPr>
            <a:endParaRPr kumimoji="1" lang="zh-CN" altLang="en-US">
              <a:solidFill>
                <a:prstClr val="black">
                  <a:tint val="75000"/>
                </a:prstClr>
              </a:solidFill>
            </a:endParaRPr>
          </a:p>
        </p:txBody>
      </p:sp>
      <p:sp>
        <p:nvSpPr>
          <p:cNvPr id="6" name="幻灯片编号占位符 5"/>
          <p:cNvSpPr>
            <a:spLocks noGrp="1"/>
          </p:cNvSpPr>
          <p:nvPr>
            <p:ph type="sldNum" sz="quarter" idx="12"/>
          </p:nvPr>
        </p:nvSpPr>
        <p:spPr/>
        <p:txBody>
          <a:bodyPr/>
          <a:lstStyle>
            <a:lvl1pPr>
              <a:defRPr/>
            </a:lvl1pPr>
          </a:lstStyle>
          <a:p>
            <a:pPr defTabSz="457200" fontAlgn="base">
              <a:spcBef>
                <a:spcPct val="0"/>
              </a:spcBef>
              <a:spcAft>
                <a:spcPct val="0"/>
              </a:spcAft>
              <a:defRPr/>
            </a:pPr>
            <a:fld id="{2D3DF938-84AA-8943-BB2B-73937EBA4E07}" type="slidenum">
              <a:rPr kumimoji="1" lang="zh-CN" altLang="en-US" smtClean="0"/>
              <a:pPr defTabSz="457200" fontAlgn="base">
                <a:spcBef>
                  <a:spcPct val="0"/>
                </a:spcBef>
                <a:spcAft>
                  <a:spcPct val="0"/>
                </a:spcAft>
                <a:defRPr/>
              </a:pPr>
              <a:t>‹#›</a:t>
            </a:fld>
            <a:endParaRPr kumimoji="1" lang="zh-CN" altLang="en-US"/>
          </a:p>
        </p:txBody>
      </p:sp>
    </p:spTree>
    <p:extLst>
      <p:ext uri="{BB962C8B-B14F-4D97-AF65-F5344CB8AC3E}">
        <p14:creationId xmlns:p14="http://schemas.microsoft.com/office/powerpoint/2010/main" val="338940361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defTabSz="457200" fontAlgn="base">
              <a:spcBef>
                <a:spcPct val="0"/>
              </a:spcBef>
              <a:spcAft>
                <a:spcPct val="0"/>
              </a:spcAft>
              <a:defRPr/>
            </a:pPr>
            <a:fld id="{8A2DB3EA-9013-D248-8C1C-888EE0DEBA27}" type="datetimeFigureOut">
              <a:rPr kumimoji="1" lang="zh-CN" altLang="en-US" smtClean="0"/>
              <a:pPr defTabSz="457200" fontAlgn="base">
                <a:spcBef>
                  <a:spcPct val="0"/>
                </a:spcBef>
                <a:spcAft>
                  <a:spcPct val="0"/>
                </a:spcAft>
                <a:defRPr/>
              </a:pPr>
              <a:t>2020/10/27</a:t>
            </a:fld>
            <a:endParaRPr kumimoji="1" lang="zh-CN" altLang="en-US"/>
          </a:p>
        </p:txBody>
      </p:sp>
      <p:sp>
        <p:nvSpPr>
          <p:cNvPr id="5" name="页脚占位符 4"/>
          <p:cNvSpPr>
            <a:spLocks noGrp="1"/>
          </p:cNvSpPr>
          <p:nvPr>
            <p:ph type="ftr" sz="quarter" idx="11"/>
          </p:nvPr>
        </p:nvSpPr>
        <p:spPr/>
        <p:txBody>
          <a:bodyPr/>
          <a:lstStyle>
            <a:lvl1pPr>
              <a:defRPr/>
            </a:lvl1pPr>
          </a:lstStyle>
          <a:p>
            <a:pPr defTabSz="457200">
              <a:defRPr/>
            </a:pPr>
            <a:endParaRPr kumimoji="1" lang="zh-CN" altLang="en-US">
              <a:solidFill>
                <a:prstClr val="black">
                  <a:tint val="75000"/>
                </a:prstClr>
              </a:solidFill>
            </a:endParaRPr>
          </a:p>
        </p:txBody>
      </p:sp>
      <p:sp>
        <p:nvSpPr>
          <p:cNvPr id="6" name="幻灯片编号占位符 5"/>
          <p:cNvSpPr>
            <a:spLocks noGrp="1"/>
          </p:cNvSpPr>
          <p:nvPr>
            <p:ph type="sldNum" sz="quarter" idx="12"/>
          </p:nvPr>
        </p:nvSpPr>
        <p:spPr/>
        <p:txBody>
          <a:bodyPr/>
          <a:lstStyle>
            <a:lvl1pPr>
              <a:defRPr/>
            </a:lvl1pPr>
          </a:lstStyle>
          <a:p>
            <a:pPr defTabSz="457200" fontAlgn="base">
              <a:spcBef>
                <a:spcPct val="0"/>
              </a:spcBef>
              <a:spcAft>
                <a:spcPct val="0"/>
              </a:spcAft>
              <a:defRPr/>
            </a:pPr>
            <a:fld id="{787CCCEE-B5F0-B441-B57A-455B378DD7E3}" type="slidenum">
              <a:rPr kumimoji="1" lang="zh-CN" altLang="en-US" smtClean="0"/>
              <a:pPr defTabSz="457200" fontAlgn="base">
                <a:spcBef>
                  <a:spcPct val="0"/>
                </a:spcBef>
                <a:spcAft>
                  <a:spcPct val="0"/>
                </a:spcAft>
                <a:defRPr/>
              </a:pPr>
              <a:t>‹#›</a:t>
            </a:fld>
            <a:endParaRPr kumimoji="1" lang="zh-CN" altLang="en-US"/>
          </a:p>
        </p:txBody>
      </p:sp>
    </p:spTree>
    <p:extLst>
      <p:ext uri="{BB962C8B-B14F-4D97-AF65-F5344CB8AC3E}">
        <p14:creationId xmlns:p14="http://schemas.microsoft.com/office/powerpoint/2010/main" val="269064645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3"/>
          <p:cNvSpPr>
            <a:spLocks noGrp="1"/>
          </p:cNvSpPr>
          <p:nvPr>
            <p:ph type="dt" sz="half" idx="10"/>
          </p:nvPr>
        </p:nvSpPr>
        <p:spPr/>
        <p:txBody>
          <a:bodyPr/>
          <a:lstStyle>
            <a:lvl1pPr>
              <a:defRPr/>
            </a:lvl1pPr>
          </a:lstStyle>
          <a:p>
            <a:pPr defTabSz="457200" fontAlgn="base">
              <a:spcBef>
                <a:spcPct val="0"/>
              </a:spcBef>
              <a:spcAft>
                <a:spcPct val="0"/>
              </a:spcAft>
              <a:defRPr/>
            </a:pPr>
            <a:fld id="{3B82A6B5-2D93-5541-8066-FD34A6FD52A9}" type="datetimeFigureOut">
              <a:rPr kumimoji="1" lang="zh-CN" altLang="en-US" smtClean="0"/>
              <a:pPr defTabSz="457200" fontAlgn="base">
                <a:spcBef>
                  <a:spcPct val="0"/>
                </a:spcBef>
                <a:spcAft>
                  <a:spcPct val="0"/>
                </a:spcAft>
                <a:defRPr/>
              </a:pPr>
              <a:t>2020/10/27</a:t>
            </a:fld>
            <a:endParaRPr kumimoji="1" lang="zh-CN" altLang="en-US"/>
          </a:p>
        </p:txBody>
      </p:sp>
      <p:sp>
        <p:nvSpPr>
          <p:cNvPr id="6" name="页脚占位符 4"/>
          <p:cNvSpPr>
            <a:spLocks noGrp="1"/>
          </p:cNvSpPr>
          <p:nvPr>
            <p:ph type="ftr" sz="quarter" idx="11"/>
          </p:nvPr>
        </p:nvSpPr>
        <p:spPr/>
        <p:txBody>
          <a:bodyPr/>
          <a:lstStyle>
            <a:lvl1pPr>
              <a:defRPr/>
            </a:lvl1pPr>
          </a:lstStyle>
          <a:p>
            <a:pPr defTabSz="457200">
              <a:defRPr/>
            </a:pPr>
            <a:endParaRPr kumimoji="1" lang="zh-CN" altLang="en-US">
              <a:solidFill>
                <a:prstClr val="black">
                  <a:tint val="75000"/>
                </a:prstClr>
              </a:solidFill>
            </a:endParaRPr>
          </a:p>
        </p:txBody>
      </p:sp>
      <p:sp>
        <p:nvSpPr>
          <p:cNvPr id="7" name="幻灯片编号占位符 5"/>
          <p:cNvSpPr>
            <a:spLocks noGrp="1"/>
          </p:cNvSpPr>
          <p:nvPr>
            <p:ph type="sldNum" sz="quarter" idx="12"/>
          </p:nvPr>
        </p:nvSpPr>
        <p:spPr/>
        <p:txBody>
          <a:bodyPr/>
          <a:lstStyle>
            <a:lvl1pPr>
              <a:defRPr/>
            </a:lvl1pPr>
          </a:lstStyle>
          <a:p>
            <a:pPr defTabSz="457200" fontAlgn="base">
              <a:spcBef>
                <a:spcPct val="0"/>
              </a:spcBef>
              <a:spcAft>
                <a:spcPct val="0"/>
              </a:spcAft>
              <a:defRPr/>
            </a:pPr>
            <a:fld id="{7AC2C501-2EF1-6240-8148-DFBAF4AEB2C3}" type="slidenum">
              <a:rPr kumimoji="1" lang="zh-CN" altLang="en-US" smtClean="0"/>
              <a:pPr defTabSz="457200" fontAlgn="base">
                <a:spcBef>
                  <a:spcPct val="0"/>
                </a:spcBef>
                <a:spcAft>
                  <a:spcPct val="0"/>
                </a:spcAft>
                <a:defRPr/>
              </a:pPr>
              <a:t>‹#›</a:t>
            </a:fld>
            <a:endParaRPr kumimoji="1" lang="zh-CN" altLang="en-US"/>
          </a:p>
        </p:txBody>
      </p:sp>
    </p:spTree>
    <p:extLst>
      <p:ext uri="{BB962C8B-B14F-4D97-AF65-F5344CB8AC3E}">
        <p14:creationId xmlns:p14="http://schemas.microsoft.com/office/powerpoint/2010/main" val="313674879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3"/>
          <p:cNvSpPr>
            <a:spLocks noGrp="1"/>
          </p:cNvSpPr>
          <p:nvPr>
            <p:ph type="dt" sz="half" idx="10"/>
          </p:nvPr>
        </p:nvSpPr>
        <p:spPr/>
        <p:txBody>
          <a:bodyPr/>
          <a:lstStyle>
            <a:lvl1pPr>
              <a:defRPr/>
            </a:lvl1pPr>
          </a:lstStyle>
          <a:p>
            <a:pPr defTabSz="457200" fontAlgn="base">
              <a:spcBef>
                <a:spcPct val="0"/>
              </a:spcBef>
              <a:spcAft>
                <a:spcPct val="0"/>
              </a:spcAft>
              <a:defRPr/>
            </a:pPr>
            <a:fld id="{B5E2EEAE-BDCE-F644-B2F5-C5F39A1450AE}" type="datetimeFigureOut">
              <a:rPr kumimoji="1" lang="zh-CN" altLang="en-US" smtClean="0"/>
              <a:pPr defTabSz="457200" fontAlgn="base">
                <a:spcBef>
                  <a:spcPct val="0"/>
                </a:spcBef>
                <a:spcAft>
                  <a:spcPct val="0"/>
                </a:spcAft>
                <a:defRPr/>
              </a:pPr>
              <a:t>2020/10/27</a:t>
            </a:fld>
            <a:endParaRPr kumimoji="1" lang="zh-CN" altLang="en-US"/>
          </a:p>
        </p:txBody>
      </p:sp>
      <p:sp>
        <p:nvSpPr>
          <p:cNvPr id="8" name="页脚占位符 4"/>
          <p:cNvSpPr>
            <a:spLocks noGrp="1"/>
          </p:cNvSpPr>
          <p:nvPr>
            <p:ph type="ftr" sz="quarter" idx="11"/>
          </p:nvPr>
        </p:nvSpPr>
        <p:spPr/>
        <p:txBody>
          <a:bodyPr/>
          <a:lstStyle>
            <a:lvl1pPr>
              <a:defRPr/>
            </a:lvl1pPr>
          </a:lstStyle>
          <a:p>
            <a:pPr defTabSz="457200">
              <a:defRPr/>
            </a:pPr>
            <a:endParaRPr kumimoji="1" lang="zh-CN" altLang="en-US">
              <a:solidFill>
                <a:prstClr val="black">
                  <a:tint val="75000"/>
                </a:prstClr>
              </a:solidFill>
            </a:endParaRPr>
          </a:p>
        </p:txBody>
      </p:sp>
      <p:sp>
        <p:nvSpPr>
          <p:cNvPr id="9" name="幻灯片编号占位符 5"/>
          <p:cNvSpPr>
            <a:spLocks noGrp="1"/>
          </p:cNvSpPr>
          <p:nvPr>
            <p:ph type="sldNum" sz="quarter" idx="12"/>
          </p:nvPr>
        </p:nvSpPr>
        <p:spPr/>
        <p:txBody>
          <a:bodyPr/>
          <a:lstStyle>
            <a:lvl1pPr>
              <a:defRPr/>
            </a:lvl1pPr>
          </a:lstStyle>
          <a:p>
            <a:pPr defTabSz="457200" fontAlgn="base">
              <a:spcBef>
                <a:spcPct val="0"/>
              </a:spcBef>
              <a:spcAft>
                <a:spcPct val="0"/>
              </a:spcAft>
              <a:defRPr/>
            </a:pPr>
            <a:fld id="{45539B18-DB65-5048-80A9-5BFC1081F9D1}" type="slidenum">
              <a:rPr kumimoji="1" lang="zh-CN" altLang="en-US" smtClean="0"/>
              <a:pPr defTabSz="457200" fontAlgn="base">
                <a:spcBef>
                  <a:spcPct val="0"/>
                </a:spcBef>
                <a:spcAft>
                  <a:spcPct val="0"/>
                </a:spcAft>
                <a:defRPr/>
              </a:pPr>
              <a:t>‹#›</a:t>
            </a:fld>
            <a:endParaRPr kumimoji="1" lang="zh-CN" altLang="en-US"/>
          </a:p>
        </p:txBody>
      </p:sp>
    </p:spTree>
    <p:extLst>
      <p:ext uri="{BB962C8B-B14F-4D97-AF65-F5344CB8AC3E}">
        <p14:creationId xmlns:p14="http://schemas.microsoft.com/office/powerpoint/2010/main" val="162325110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defTabSz="457200" fontAlgn="base">
              <a:spcBef>
                <a:spcPct val="0"/>
              </a:spcBef>
              <a:spcAft>
                <a:spcPct val="0"/>
              </a:spcAft>
              <a:defRPr/>
            </a:pPr>
            <a:fld id="{C1367425-4F0C-C440-B43F-A13D761C5B34}" type="datetimeFigureOut">
              <a:rPr kumimoji="1" lang="zh-CN" altLang="en-US" smtClean="0"/>
              <a:pPr defTabSz="457200" fontAlgn="base">
                <a:spcBef>
                  <a:spcPct val="0"/>
                </a:spcBef>
                <a:spcAft>
                  <a:spcPct val="0"/>
                </a:spcAft>
                <a:defRPr/>
              </a:pPr>
              <a:t>2020/10/27</a:t>
            </a:fld>
            <a:endParaRPr kumimoji="1" lang="zh-CN" altLang="en-US"/>
          </a:p>
        </p:txBody>
      </p:sp>
      <p:sp>
        <p:nvSpPr>
          <p:cNvPr id="4" name="页脚占位符 4"/>
          <p:cNvSpPr>
            <a:spLocks noGrp="1"/>
          </p:cNvSpPr>
          <p:nvPr>
            <p:ph type="ftr" sz="quarter" idx="11"/>
          </p:nvPr>
        </p:nvSpPr>
        <p:spPr/>
        <p:txBody>
          <a:bodyPr/>
          <a:lstStyle>
            <a:lvl1pPr>
              <a:defRPr/>
            </a:lvl1pPr>
          </a:lstStyle>
          <a:p>
            <a:pPr defTabSz="457200">
              <a:defRPr/>
            </a:pPr>
            <a:endParaRPr kumimoji="1" lang="zh-CN" altLang="en-US">
              <a:solidFill>
                <a:prstClr val="black">
                  <a:tint val="75000"/>
                </a:prstClr>
              </a:solidFill>
            </a:endParaRPr>
          </a:p>
        </p:txBody>
      </p:sp>
      <p:sp>
        <p:nvSpPr>
          <p:cNvPr id="5" name="幻灯片编号占位符 5"/>
          <p:cNvSpPr>
            <a:spLocks noGrp="1"/>
          </p:cNvSpPr>
          <p:nvPr>
            <p:ph type="sldNum" sz="quarter" idx="12"/>
          </p:nvPr>
        </p:nvSpPr>
        <p:spPr/>
        <p:txBody>
          <a:bodyPr/>
          <a:lstStyle>
            <a:lvl1pPr>
              <a:defRPr/>
            </a:lvl1pPr>
          </a:lstStyle>
          <a:p>
            <a:pPr defTabSz="457200" fontAlgn="base">
              <a:spcBef>
                <a:spcPct val="0"/>
              </a:spcBef>
              <a:spcAft>
                <a:spcPct val="0"/>
              </a:spcAft>
              <a:defRPr/>
            </a:pPr>
            <a:fld id="{AEE8C479-722B-1443-8F0D-E2EC2125E127}" type="slidenum">
              <a:rPr kumimoji="1" lang="zh-CN" altLang="en-US" smtClean="0"/>
              <a:pPr defTabSz="457200" fontAlgn="base">
                <a:spcBef>
                  <a:spcPct val="0"/>
                </a:spcBef>
                <a:spcAft>
                  <a:spcPct val="0"/>
                </a:spcAft>
                <a:defRPr/>
              </a:pPr>
              <a:t>‹#›</a:t>
            </a:fld>
            <a:endParaRPr kumimoji="1" lang="zh-CN" altLang="en-US"/>
          </a:p>
        </p:txBody>
      </p:sp>
    </p:spTree>
    <p:extLst>
      <p:ext uri="{BB962C8B-B14F-4D97-AF65-F5344CB8AC3E}">
        <p14:creationId xmlns:p14="http://schemas.microsoft.com/office/powerpoint/2010/main" val="348855278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defTabSz="457200" fontAlgn="base">
              <a:spcBef>
                <a:spcPct val="0"/>
              </a:spcBef>
              <a:spcAft>
                <a:spcPct val="0"/>
              </a:spcAft>
              <a:defRPr/>
            </a:pPr>
            <a:fld id="{1864D33A-EE21-5F48-92E5-78B752A9F063}" type="datetimeFigureOut">
              <a:rPr kumimoji="1" lang="zh-CN" altLang="en-US" smtClean="0"/>
              <a:pPr defTabSz="457200" fontAlgn="base">
                <a:spcBef>
                  <a:spcPct val="0"/>
                </a:spcBef>
                <a:spcAft>
                  <a:spcPct val="0"/>
                </a:spcAft>
                <a:defRPr/>
              </a:pPr>
              <a:t>2020/10/27</a:t>
            </a:fld>
            <a:endParaRPr kumimoji="1" lang="zh-CN" altLang="en-US"/>
          </a:p>
        </p:txBody>
      </p:sp>
      <p:sp>
        <p:nvSpPr>
          <p:cNvPr id="3" name="页脚占位符 4"/>
          <p:cNvSpPr>
            <a:spLocks noGrp="1"/>
          </p:cNvSpPr>
          <p:nvPr>
            <p:ph type="ftr" sz="quarter" idx="11"/>
          </p:nvPr>
        </p:nvSpPr>
        <p:spPr/>
        <p:txBody>
          <a:bodyPr/>
          <a:lstStyle>
            <a:lvl1pPr>
              <a:defRPr/>
            </a:lvl1pPr>
          </a:lstStyle>
          <a:p>
            <a:pPr defTabSz="457200">
              <a:defRPr/>
            </a:pPr>
            <a:endParaRPr kumimoji="1" lang="zh-CN" altLang="en-US">
              <a:solidFill>
                <a:prstClr val="black">
                  <a:tint val="75000"/>
                </a:prstClr>
              </a:solidFill>
            </a:endParaRPr>
          </a:p>
        </p:txBody>
      </p:sp>
      <p:sp>
        <p:nvSpPr>
          <p:cNvPr id="4" name="幻灯片编号占位符 5"/>
          <p:cNvSpPr>
            <a:spLocks noGrp="1"/>
          </p:cNvSpPr>
          <p:nvPr>
            <p:ph type="sldNum" sz="quarter" idx="12"/>
          </p:nvPr>
        </p:nvSpPr>
        <p:spPr/>
        <p:txBody>
          <a:bodyPr/>
          <a:lstStyle>
            <a:lvl1pPr>
              <a:defRPr/>
            </a:lvl1pPr>
          </a:lstStyle>
          <a:p>
            <a:pPr defTabSz="457200" fontAlgn="base">
              <a:spcBef>
                <a:spcPct val="0"/>
              </a:spcBef>
              <a:spcAft>
                <a:spcPct val="0"/>
              </a:spcAft>
              <a:defRPr/>
            </a:pPr>
            <a:fld id="{897B4F59-3DEE-F648-B2A8-ECAF1DE2267A}" type="slidenum">
              <a:rPr kumimoji="1" lang="zh-CN" altLang="en-US" smtClean="0"/>
              <a:pPr defTabSz="457200" fontAlgn="base">
                <a:spcBef>
                  <a:spcPct val="0"/>
                </a:spcBef>
                <a:spcAft>
                  <a:spcPct val="0"/>
                </a:spcAft>
                <a:defRPr/>
              </a:pPr>
              <a:t>‹#›</a:t>
            </a:fld>
            <a:endParaRPr kumimoji="1" lang="zh-CN" altLang="en-US"/>
          </a:p>
        </p:txBody>
      </p:sp>
    </p:spTree>
    <p:extLst>
      <p:ext uri="{BB962C8B-B14F-4D97-AF65-F5344CB8AC3E}">
        <p14:creationId xmlns:p14="http://schemas.microsoft.com/office/powerpoint/2010/main" val="204995634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defTabSz="457200" fontAlgn="base">
              <a:spcBef>
                <a:spcPct val="0"/>
              </a:spcBef>
              <a:spcAft>
                <a:spcPct val="0"/>
              </a:spcAft>
              <a:defRPr/>
            </a:pPr>
            <a:fld id="{F06C6544-3C2D-B944-A5E0-A5DDB378549D}" type="datetimeFigureOut">
              <a:rPr kumimoji="1" lang="zh-CN" altLang="en-US" smtClean="0"/>
              <a:pPr defTabSz="457200" fontAlgn="base">
                <a:spcBef>
                  <a:spcPct val="0"/>
                </a:spcBef>
                <a:spcAft>
                  <a:spcPct val="0"/>
                </a:spcAft>
                <a:defRPr/>
              </a:pPr>
              <a:t>2020/10/27</a:t>
            </a:fld>
            <a:endParaRPr kumimoji="1" lang="zh-CN" altLang="en-US"/>
          </a:p>
        </p:txBody>
      </p:sp>
      <p:sp>
        <p:nvSpPr>
          <p:cNvPr id="6" name="页脚占位符 4"/>
          <p:cNvSpPr>
            <a:spLocks noGrp="1"/>
          </p:cNvSpPr>
          <p:nvPr>
            <p:ph type="ftr" sz="quarter" idx="11"/>
          </p:nvPr>
        </p:nvSpPr>
        <p:spPr/>
        <p:txBody>
          <a:bodyPr/>
          <a:lstStyle>
            <a:lvl1pPr>
              <a:defRPr/>
            </a:lvl1pPr>
          </a:lstStyle>
          <a:p>
            <a:pPr defTabSz="457200">
              <a:defRPr/>
            </a:pPr>
            <a:endParaRPr kumimoji="1" lang="zh-CN" altLang="en-US">
              <a:solidFill>
                <a:prstClr val="black">
                  <a:tint val="75000"/>
                </a:prstClr>
              </a:solidFill>
            </a:endParaRPr>
          </a:p>
        </p:txBody>
      </p:sp>
      <p:sp>
        <p:nvSpPr>
          <p:cNvPr id="7" name="幻灯片编号占位符 5"/>
          <p:cNvSpPr>
            <a:spLocks noGrp="1"/>
          </p:cNvSpPr>
          <p:nvPr>
            <p:ph type="sldNum" sz="quarter" idx="12"/>
          </p:nvPr>
        </p:nvSpPr>
        <p:spPr/>
        <p:txBody>
          <a:bodyPr/>
          <a:lstStyle>
            <a:lvl1pPr>
              <a:defRPr/>
            </a:lvl1pPr>
          </a:lstStyle>
          <a:p>
            <a:pPr defTabSz="457200" fontAlgn="base">
              <a:spcBef>
                <a:spcPct val="0"/>
              </a:spcBef>
              <a:spcAft>
                <a:spcPct val="0"/>
              </a:spcAft>
              <a:defRPr/>
            </a:pPr>
            <a:fld id="{E973BAB4-E573-B34A-A8A4-F6D3A02373A2}" type="slidenum">
              <a:rPr kumimoji="1" lang="zh-CN" altLang="en-US" smtClean="0"/>
              <a:pPr defTabSz="457200" fontAlgn="base">
                <a:spcBef>
                  <a:spcPct val="0"/>
                </a:spcBef>
                <a:spcAft>
                  <a:spcPct val="0"/>
                </a:spcAft>
                <a:defRPr/>
              </a:pPr>
              <a:t>‹#›</a:t>
            </a:fld>
            <a:endParaRPr kumimoji="1" lang="zh-CN" altLang="en-US"/>
          </a:p>
        </p:txBody>
      </p:sp>
    </p:spTree>
    <p:extLst>
      <p:ext uri="{BB962C8B-B14F-4D97-AF65-F5344CB8AC3E}">
        <p14:creationId xmlns:p14="http://schemas.microsoft.com/office/powerpoint/2010/main" val="407396183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defTabSz="457200" fontAlgn="base">
              <a:spcBef>
                <a:spcPct val="0"/>
              </a:spcBef>
              <a:spcAft>
                <a:spcPct val="0"/>
              </a:spcAft>
              <a:defRPr/>
            </a:pPr>
            <a:fld id="{2E1F5CE5-2773-DE4B-A040-3FEADF49CD53}" type="datetimeFigureOut">
              <a:rPr kumimoji="1" lang="zh-CN" altLang="en-US" smtClean="0"/>
              <a:pPr defTabSz="457200" fontAlgn="base">
                <a:spcBef>
                  <a:spcPct val="0"/>
                </a:spcBef>
                <a:spcAft>
                  <a:spcPct val="0"/>
                </a:spcAft>
                <a:defRPr/>
              </a:pPr>
              <a:t>2020/10/27</a:t>
            </a:fld>
            <a:endParaRPr kumimoji="1" lang="zh-CN" altLang="en-US"/>
          </a:p>
        </p:txBody>
      </p:sp>
      <p:sp>
        <p:nvSpPr>
          <p:cNvPr id="6" name="页脚占位符 4"/>
          <p:cNvSpPr>
            <a:spLocks noGrp="1"/>
          </p:cNvSpPr>
          <p:nvPr>
            <p:ph type="ftr" sz="quarter" idx="11"/>
          </p:nvPr>
        </p:nvSpPr>
        <p:spPr/>
        <p:txBody>
          <a:bodyPr/>
          <a:lstStyle>
            <a:lvl1pPr>
              <a:defRPr/>
            </a:lvl1pPr>
          </a:lstStyle>
          <a:p>
            <a:pPr defTabSz="457200">
              <a:defRPr/>
            </a:pPr>
            <a:endParaRPr kumimoji="1" lang="zh-CN" altLang="en-US">
              <a:solidFill>
                <a:prstClr val="black">
                  <a:tint val="75000"/>
                </a:prstClr>
              </a:solidFill>
            </a:endParaRPr>
          </a:p>
        </p:txBody>
      </p:sp>
      <p:sp>
        <p:nvSpPr>
          <p:cNvPr id="7" name="幻灯片编号占位符 5"/>
          <p:cNvSpPr>
            <a:spLocks noGrp="1"/>
          </p:cNvSpPr>
          <p:nvPr>
            <p:ph type="sldNum" sz="quarter" idx="12"/>
          </p:nvPr>
        </p:nvSpPr>
        <p:spPr/>
        <p:txBody>
          <a:bodyPr/>
          <a:lstStyle>
            <a:lvl1pPr>
              <a:defRPr/>
            </a:lvl1pPr>
          </a:lstStyle>
          <a:p>
            <a:pPr defTabSz="457200" fontAlgn="base">
              <a:spcBef>
                <a:spcPct val="0"/>
              </a:spcBef>
              <a:spcAft>
                <a:spcPct val="0"/>
              </a:spcAft>
              <a:defRPr/>
            </a:pPr>
            <a:fld id="{2EF9C941-1671-FE4C-9517-A97A8F71DA48}" type="slidenum">
              <a:rPr kumimoji="1" lang="zh-CN" altLang="en-US" smtClean="0"/>
              <a:pPr defTabSz="457200" fontAlgn="base">
                <a:spcBef>
                  <a:spcPct val="0"/>
                </a:spcBef>
                <a:spcAft>
                  <a:spcPct val="0"/>
                </a:spcAft>
                <a:defRPr/>
              </a:pPr>
              <a:t>‹#›</a:t>
            </a:fld>
            <a:endParaRPr kumimoji="1" lang="zh-CN" altLang="en-US"/>
          </a:p>
        </p:txBody>
      </p:sp>
    </p:spTree>
    <p:extLst>
      <p:ext uri="{BB962C8B-B14F-4D97-AF65-F5344CB8AC3E}">
        <p14:creationId xmlns:p14="http://schemas.microsoft.com/office/powerpoint/2010/main" val="403723219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本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lvl1pPr>
              <a:defRPr/>
            </a:lvl1pPr>
          </a:lstStyle>
          <a:p>
            <a:pPr defTabSz="457200" fontAlgn="base">
              <a:spcBef>
                <a:spcPct val="0"/>
              </a:spcBef>
              <a:spcAft>
                <a:spcPct val="0"/>
              </a:spcAft>
              <a:defRPr/>
            </a:pPr>
            <a:fld id="{28CACC5E-3C01-B845-A2D7-8B54C27F1A35}" type="datetimeFigureOut">
              <a:rPr kumimoji="1" lang="zh-CN" altLang="en-US" smtClean="0"/>
              <a:pPr defTabSz="457200" fontAlgn="base">
                <a:spcBef>
                  <a:spcPct val="0"/>
                </a:spcBef>
                <a:spcAft>
                  <a:spcPct val="0"/>
                </a:spcAft>
                <a:defRPr/>
              </a:pPr>
              <a:t>2020/10/27</a:t>
            </a:fld>
            <a:endParaRPr kumimoji="1" lang="zh-CN" altLang="en-US"/>
          </a:p>
        </p:txBody>
      </p:sp>
      <p:sp>
        <p:nvSpPr>
          <p:cNvPr id="5" name="页脚占位符 4"/>
          <p:cNvSpPr>
            <a:spLocks noGrp="1"/>
          </p:cNvSpPr>
          <p:nvPr>
            <p:ph type="ftr" sz="quarter" idx="11"/>
          </p:nvPr>
        </p:nvSpPr>
        <p:spPr/>
        <p:txBody>
          <a:bodyPr/>
          <a:lstStyle>
            <a:lvl1pPr>
              <a:defRPr/>
            </a:lvl1pPr>
          </a:lstStyle>
          <a:p>
            <a:pPr defTabSz="457200">
              <a:defRPr/>
            </a:pPr>
            <a:endParaRPr kumimoji="1" lang="zh-CN" altLang="en-US">
              <a:solidFill>
                <a:prstClr val="black">
                  <a:tint val="75000"/>
                </a:prstClr>
              </a:solidFill>
            </a:endParaRPr>
          </a:p>
        </p:txBody>
      </p:sp>
      <p:sp>
        <p:nvSpPr>
          <p:cNvPr id="6" name="幻灯片编号占位符 5"/>
          <p:cNvSpPr>
            <a:spLocks noGrp="1"/>
          </p:cNvSpPr>
          <p:nvPr>
            <p:ph type="sldNum" sz="quarter" idx="12"/>
          </p:nvPr>
        </p:nvSpPr>
        <p:spPr/>
        <p:txBody>
          <a:bodyPr/>
          <a:lstStyle>
            <a:lvl1pPr>
              <a:defRPr/>
            </a:lvl1pPr>
          </a:lstStyle>
          <a:p>
            <a:pPr defTabSz="457200" fontAlgn="base">
              <a:spcBef>
                <a:spcPct val="0"/>
              </a:spcBef>
              <a:spcAft>
                <a:spcPct val="0"/>
              </a:spcAft>
              <a:defRPr/>
            </a:pPr>
            <a:fld id="{D4ECCDDA-5D18-C340-BF46-E0E81079968E}" type="slidenum">
              <a:rPr kumimoji="1" lang="zh-CN" altLang="en-US" smtClean="0"/>
              <a:pPr defTabSz="457200" fontAlgn="base">
                <a:spcBef>
                  <a:spcPct val="0"/>
                </a:spcBef>
                <a:spcAft>
                  <a:spcPct val="0"/>
                </a:spcAft>
                <a:defRPr/>
              </a:pPr>
              <a:t>‹#›</a:t>
            </a:fld>
            <a:endParaRPr kumimoji="1" lang="zh-CN" altLang="en-US"/>
          </a:p>
        </p:txBody>
      </p:sp>
    </p:spTree>
    <p:extLst>
      <p:ext uri="{BB962C8B-B14F-4D97-AF65-F5344CB8AC3E}">
        <p14:creationId xmlns:p14="http://schemas.microsoft.com/office/powerpoint/2010/main" val="44692273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本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lvl1pPr>
              <a:defRPr/>
            </a:lvl1pPr>
          </a:lstStyle>
          <a:p>
            <a:pPr defTabSz="457200" fontAlgn="base">
              <a:spcBef>
                <a:spcPct val="0"/>
              </a:spcBef>
              <a:spcAft>
                <a:spcPct val="0"/>
              </a:spcAft>
              <a:defRPr/>
            </a:pPr>
            <a:fld id="{78753A58-FDDC-4A4C-91BC-7D5505A40D65}" type="datetimeFigureOut">
              <a:rPr kumimoji="1" lang="zh-CN" altLang="en-US" smtClean="0"/>
              <a:pPr defTabSz="457200" fontAlgn="base">
                <a:spcBef>
                  <a:spcPct val="0"/>
                </a:spcBef>
                <a:spcAft>
                  <a:spcPct val="0"/>
                </a:spcAft>
                <a:defRPr/>
              </a:pPr>
              <a:t>2020/10/27</a:t>
            </a:fld>
            <a:endParaRPr kumimoji="1" lang="zh-CN" altLang="en-US"/>
          </a:p>
        </p:txBody>
      </p:sp>
      <p:sp>
        <p:nvSpPr>
          <p:cNvPr id="5" name="页脚占位符 4"/>
          <p:cNvSpPr>
            <a:spLocks noGrp="1"/>
          </p:cNvSpPr>
          <p:nvPr>
            <p:ph type="ftr" sz="quarter" idx="11"/>
          </p:nvPr>
        </p:nvSpPr>
        <p:spPr/>
        <p:txBody>
          <a:bodyPr/>
          <a:lstStyle>
            <a:lvl1pPr>
              <a:defRPr/>
            </a:lvl1pPr>
          </a:lstStyle>
          <a:p>
            <a:pPr defTabSz="457200">
              <a:defRPr/>
            </a:pPr>
            <a:endParaRPr kumimoji="1" lang="zh-CN" altLang="en-US">
              <a:solidFill>
                <a:prstClr val="black">
                  <a:tint val="75000"/>
                </a:prstClr>
              </a:solidFill>
            </a:endParaRPr>
          </a:p>
        </p:txBody>
      </p:sp>
      <p:sp>
        <p:nvSpPr>
          <p:cNvPr id="6" name="幻灯片编号占位符 5"/>
          <p:cNvSpPr>
            <a:spLocks noGrp="1"/>
          </p:cNvSpPr>
          <p:nvPr>
            <p:ph type="sldNum" sz="quarter" idx="12"/>
          </p:nvPr>
        </p:nvSpPr>
        <p:spPr/>
        <p:txBody>
          <a:bodyPr/>
          <a:lstStyle>
            <a:lvl1pPr>
              <a:defRPr/>
            </a:lvl1pPr>
          </a:lstStyle>
          <a:p>
            <a:pPr defTabSz="457200" fontAlgn="base">
              <a:spcBef>
                <a:spcPct val="0"/>
              </a:spcBef>
              <a:spcAft>
                <a:spcPct val="0"/>
              </a:spcAft>
              <a:defRPr/>
            </a:pPr>
            <a:fld id="{18AADB37-87A4-1D47-A61F-7F5B804C279B}" type="slidenum">
              <a:rPr kumimoji="1" lang="zh-CN" altLang="en-US" smtClean="0"/>
              <a:pPr defTabSz="457200" fontAlgn="base">
                <a:spcBef>
                  <a:spcPct val="0"/>
                </a:spcBef>
                <a:spcAft>
                  <a:spcPct val="0"/>
                </a:spcAft>
                <a:defRPr/>
              </a:pPr>
              <a:t>‹#›</a:t>
            </a:fld>
            <a:endParaRPr kumimoji="1" lang="zh-CN" altLang="en-US"/>
          </a:p>
        </p:txBody>
      </p:sp>
    </p:spTree>
    <p:extLst>
      <p:ext uri="{BB962C8B-B14F-4D97-AF65-F5344CB8AC3E}">
        <p14:creationId xmlns:p14="http://schemas.microsoft.com/office/powerpoint/2010/main" val="293837367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grpSp>
        <p:nvGrpSpPr>
          <p:cNvPr id="2" name="组合 1"/>
          <p:cNvGrpSpPr/>
          <p:nvPr userDrawn="1"/>
        </p:nvGrpSpPr>
        <p:grpSpPr>
          <a:xfrm>
            <a:off x="375373" y="2"/>
            <a:ext cx="140967" cy="962147"/>
            <a:chOff x="281524" y="0"/>
            <a:chExt cx="105725" cy="721610"/>
          </a:xfrm>
          <a:solidFill>
            <a:srgbClr val="1A7BAE"/>
          </a:solidFill>
        </p:grpSpPr>
        <p:sp>
          <p:nvSpPr>
            <p:cNvPr id="3" name="矩形 2"/>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 name="矩形 3"/>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5" name="组合 6"/>
          <p:cNvGrpSpPr/>
          <p:nvPr userDrawn="1"/>
        </p:nvGrpSpPr>
        <p:grpSpPr>
          <a:xfrm rot="10800000">
            <a:off x="11735682" y="6617464"/>
            <a:ext cx="140967" cy="240536"/>
            <a:chOff x="281524" y="0"/>
            <a:chExt cx="105725" cy="721610"/>
          </a:xfrm>
          <a:solidFill>
            <a:srgbClr val="1A7BAE"/>
          </a:solidFill>
        </p:grpSpPr>
        <p:sp>
          <p:nvSpPr>
            <p:cNvPr id="6" name="矩形 5"/>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7" name="矩形 6"/>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spTree>
    <p:extLst>
      <p:ext uri="{BB962C8B-B14F-4D97-AF65-F5344CB8AC3E}">
        <p14:creationId xmlns:p14="http://schemas.microsoft.com/office/powerpoint/2010/main" val="908930989"/>
      </p:ext>
    </p:extLst>
  </p:cSld>
  <p:clrMapOvr>
    <a:masterClrMapping/>
  </p:clrMapOvr>
  <p:transition spd="slow">
    <p:push dir="u"/>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grpSp>
        <p:nvGrpSpPr>
          <p:cNvPr id="2" name="组合 1"/>
          <p:cNvGrpSpPr/>
          <p:nvPr userDrawn="1"/>
        </p:nvGrpSpPr>
        <p:grpSpPr>
          <a:xfrm>
            <a:off x="375367" y="1"/>
            <a:ext cx="140967" cy="962147"/>
            <a:chOff x="281524" y="0"/>
            <a:chExt cx="105725" cy="721610"/>
          </a:xfrm>
          <a:solidFill>
            <a:srgbClr val="95BC49"/>
          </a:solidFill>
        </p:grpSpPr>
        <p:sp>
          <p:nvSpPr>
            <p:cNvPr id="3" name="矩形 2"/>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 name="矩形 3"/>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5" name="组合 6"/>
          <p:cNvGrpSpPr/>
          <p:nvPr userDrawn="1"/>
        </p:nvGrpSpPr>
        <p:grpSpPr>
          <a:xfrm rot="10800000">
            <a:off x="11735677" y="6617464"/>
            <a:ext cx="140967" cy="240536"/>
            <a:chOff x="281524" y="0"/>
            <a:chExt cx="105725" cy="721610"/>
          </a:xfrm>
          <a:solidFill>
            <a:srgbClr val="95BC49"/>
          </a:solidFill>
        </p:grpSpPr>
        <p:sp>
          <p:nvSpPr>
            <p:cNvPr id="6" name="矩形 5"/>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7" name="矩形 6"/>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spTree>
    <p:extLst>
      <p:ext uri="{BB962C8B-B14F-4D97-AF65-F5344CB8AC3E}">
        <p14:creationId xmlns:p14="http://schemas.microsoft.com/office/powerpoint/2010/main" val="3227002826"/>
      </p:ext>
    </p:extLst>
  </p:cSld>
  <p:clrMapOvr>
    <a:masterClrMapping/>
  </p:clrMapOvr>
  <p:transition spd="slow"/>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6_标题和内容">
    <p:spTree>
      <p:nvGrpSpPr>
        <p:cNvPr id="1" name=""/>
        <p:cNvGrpSpPr/>
        <p:nvPr/>
      </p:nvGrpSpPr>
      <p:grpSpPr>
        <a:xfrm>
          <a:off x="0" y="0"/>
          <a:ext cx="0" cy="0"/>
          <a:chOff x="0" y="0"/>
          <a:chExt cx="0" cy="0"/>
        </a:xfrm>
      </p:grpSpPr>
      <p:grpSp>
        <p:nvGrpSpPr>
          <p:cNvPr id="2" name="组合 1"/>
          <p:cNvGrpSpPr/>
          <p:nvPr userDrawn="1"/>
        </p:nvGrpSpPr>
        <p:grpSpPr>
          <a:xfrm>
            <a:off x="375367" y="1"/>
            <a:ext cx="140967" cy="962147"/>
            <a:chOff x="281524" y="0"/>
            <a:chExt cx="105725" cy="721610"/>
          </a:xfrm>
          <a:solidFill>
            <a:srgbClr val="FDA907"/>
          </a:solidFill>
        </p:grpSpPr>
        <p:sp>
          <p:nvSpPr>
            <p:cNvPr id="3" name="矩形 2"/>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 name="矩形 3"/>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5" name="组合 6"/>
          <p:cNvGrpSpPr/>
          <p:nvPr userDrawn="1"/>
        </p:nvGrpSpPr>
        <p:grpSpPr>
          <a:xfrm rot="10800000">
            <a:off x="11735677" y="6617464"/>
            <a:ext cx="140967" cy="240536"/>
            <a:chOff x="281524" y="0"/>
            <a:chExt cx="105725" cy="721610"/>
          </a:xfrm>
          <a:solidFill>
            <a:srgbClr val="FDA907"/>
          </a:solidFill>
        </p:grpSpPr>
        <p:sp>
          <p:nvSpPr>
            <p:cNvPr id="6" name="矩形 5"/>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7" name="矩形 6"/>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spTree>
    <p:extLst>
      <p:ext uri="{BB962C8B-B14F-4D97-AF65-F5344CB8AC3E}">
        <p14:creationId xmlns:p14="http://schemas.microsoft.com/office/powerpoint/2010/main" val="1492693328"/>
      </p:ext>
    </p:extLst>
  </p:cSld>
  <p:clrMapOvr>
    <a:masterClrMapping/>
  </p:clrMapOvr>
  <p:transition spd="slow"/>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5_标题和内容">
    <p:spTree>
      <p:nvGrpSpPr>
        <p:cNvPr id="1" name=""/>
        <p:cNvGrpSpPr/>
        <p:nvPr/>
      </p:nvGrpSpPr>
      <p:grpSpPr>
        <a:xfrm>
          <a:off x="0" y="0"/>
          <a:ext cx="0" cy="0"/>
          <a:chOff x="0" y="0"/>
          <a:chExt cx="0" cy="0"/>
        </a:xfrm>
      </p:grpSpPr>
      <p:grpSp>
        <p:nvGrpSpPr>
          <p:cNvPr id="2" name="组合 1"/>
          <p:cNvGrpSpPr/>
          <p:nvPr userDrawn="1"/>
        </p:nvGrpSpPr>
        <p:grpSpPr>
          <a:xfrm>
            <a:off x="375367" y="1"/>
            <a:ext cx="140967" cy="962147"/>
            <a:chOff x="281524" y="0"/>
            <a:chExt cx="105725" cy="721610"/>
          </a:xfrm>
          <a:solidFill>
            <a:srgbClr val="BF3420"/>
          </a:solidFill>
        </p:grpSpPr>
        <p:sp>
          <p:nvSpPr>
            <p:cNvPr id="3" name="矩形 2"/>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 name="矩形 3"/>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5" name="组合 6"/>
          <p:cNvGrpSpPr/>
          <p:nvPr userDrawn="1"/>
        </p:nvGrpSpPr>
        <p:grpSpPr>
          <a:xfrm rot="10800000">
            <a:off x="11735677" y="6617464"/>
            <a:ext cx="140967" cy="240536"/>
            <a:chOff x="281524" y="0"/>
            <a:chExt cx="105725" cy="721610"/>
          </a:xfrm>
          <a:solidFill>
            <a:srgbClr val="BF3420"/>
          </a:solidFill>
        </p:grpSpPr>
        <p:sp>
          <p:nvSpPr>
            <p:cNvPr id="6" name="矩形 5"/>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7" name="矩形 6"/>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spTree>
    <p:extLst>
      <p:ext uri="{BB962C8B-B14F-4D97-AF65-F5344CB8AC3E}">
        <p14:creationId xmlns:p14="http://schemas.microsoft.com/office/powerpoint/2010/main" val="529673601"/>
      </p:ext>
    </p:extLst>
  </p:cSld>
  <p:clrMapOvr>
    <a:masterClrMapping/>
  </p:clrMapOvr>
  <p:transition spd="slow"/>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0923534"/>
      </p:ext>
    </p:extLst>
  </p:cSld>
  <p:clrMapOvr>
    <a:masterClrMapping/>
  </p:clrMapOvr>
  <p:transition spd="slow">
    <p:push dir="u"/>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1_比较">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7261836"/>
      </p:ext>
    </p:extLst>
  </p:cSld>
  <p:clrMapOvr>
    <a:masterClrMapping/>
  </p:clrMapOvr>
  <p:transition spd="slow">
    <p:push dir="u"/>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9_标题和内容">
    <p:spTree>
      <p:nvGrpSpPr>
        <p:cNvPr id="1" name=""/>
        <p:cNvGrpSpPr/>
        <p:nvPr/>
      </p:nvGrpSpPr>
      <p:grpSpPr>
        <a:xfrm>
          <a:off x="0" y="0"/>
          <a:ext cx="0" cy="0"/>
          <a:chOff x="0" y="0"/>
          <a:chExt cx="0" cy="0"/>
        </a:xfrm>
      </p:grpSpPr>
      <p:grpSp>
        <p:nvGrpSpPr>
          <p:cNvPr id="2" name="组合 1"/>
          <p:cNvGrpSpPr/>
          <p:nvPr userDrawn="1"/>
        </p:nvGrpSpPr>
        <p:grpSpPr>
          <a:xfrm>
            <a:off x="375367" y="1"/>
            <a:ext cx="140967" cy="962147"/>
            <a:chOff x="281524" y="0"/>
            <a:chExt cx="105725" cy="721610"/>
          </a:xfrm>
          <a:solidFill>
            <a:srgbClr val="1A7BAE"/>
          </a:solidFill>
        </p:grpSpPr>
        <p:sp>
          <p:nvSpPr>
            <p:cNvPr id="3" name="矩形 2"/>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 name="矩形 3"/>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5" name="组合 6"/>
          <p:cNvGrpSpPr/>
          <p:nvPr userDrawn="1"/>
        </p:nvGrpSpPr>
        <p:grpSpPr>
          <a:xfrm rot="10800000">
            <a:off x="11735677" y="6617464"/>
            <a:ext cx="140967" cy="240536"/>
            <a:chOff x="281524" y="0"/>
            <a:chExt cx="105725" cy="721610"/>
          </a:xfrm>
          <a:solidFill>
            <a:srgbClr val="1A7BAE"/>
          </a:solidFill>
        </p:grpSpPr>
        <p:sp>
          <p:nvSpPr>
            <p:cNvPr id="6" name="矩形 5"/>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7" name="矩形 6"/>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spTree>
    <p:extLst>
      <p:ext uri="{BB962C8B-B14F-4D97-AF65-F5344CB8AC3E}">
        <p14:creationId xmlns:p14="http://schemas.microsoft.com/office/powerpoint/2010/main" val="2640539148"/>
      </p:ext>
    </p:extLst>
  </p:cSld>
  <p:clrMapOvr>
    <a:masterClrMapping/>
  </p:clrMapOvr>
  <p:transition spd="slow"/>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11_标题和内容">
    <p:spTree>
      <p:nvGrpSpPr>
        <p:cNvPr id="1" name=""/>
        <p:cNvGrpSpPr/>
        <p:nvPr/>
      </p:nvGrpSpPr>
      <p:grpSpPr>
        <a:xfrm>
          <a:off x="0" y="0"/>
          <a:ext cx="0" cy="0"/>
          <a:chOff x="0" y="0"/>
          <a:chExt cx="0" cy="0"/>
        </a:xfrm>
      </p:grpSpPr>
      <p:grpSp>
        <p:nvGrpSpPr>
          <p:cNvPr id="2" name="组合 1"/>
          <p:cNvGrpSpPr/>
          <p:nvPr userDrawn="1"/>
        </p:nvGrpSpPr>
        <p:grpSpPr>
          <a:xfrm>
            <a:off x="375367" y="1"/>
            <a:ext cx="140967" cy="962147"/>
            <a:chOff x="281524" y="0"/>
            <a:chExt cx="105725" cy="721610"/>
          </a:xfrm>
          <a:solidFill>
            <a:srgbClr val="FDA907"/>
          </a:solidFill>
        </p:grpSpPr>
        <p:sp>
          <p:nvSpPr>
            <p:cNvPr id="3" name="矩形 2"/>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 name="矩形 3"/>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5" name="组合 6"/>
          <p:cNvGrpSpPr/>
          <p:nvPr userDrawn="1"/>
        </p:nvGrpSpPr>
        <p:grpSpPr>
          <a:xfrm rot="10800000">
            <a:off x="11735677" y="6617464"/>
            <a:ext cx="140967" cy="240536"/>
            <a:chOff x="281524" y="0"/>
            <a:chExt cx="105725" cy="721610"/>
          </a:xfrm>
          <a:solidFill>
            <a:srgbClr val="FDA907"/>
          </a:solidFill>
        </p:grpSpPr>
        <p:sp>
          <p:nvSpPr>
            <p:cNvPr id="6" name="矩形 5"/>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7" name="矩形 6"/>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spTree>
    <p:extLst>
      <p:ext uri="{BB962C8B-B14F-4D97-AF65-F5344CB8AC3E}">
        <p14:creationId xmlns:p14="http://schemas.microsoft.com/office/powerpoint/2010/main" val="1022754342"/>
      </p:ext>
    </p:extLst>
  </p:cSld>
  <p:clrMapOvr>
    <a:masterClrMapping/>
  </p:clrMapOvr>
  <p:transition spd="slow"/>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椭圆 1"/>
          <p:cNvSpPr/>
          <p:nvPr userDrawn="1"/>
        </p:nvSpPr>
        <p:spPr>
          <a:xfrm rot="5400000">
            <a:off x="2387601" y="567267"/>
            <a:ext cx="2705100" cy="1570567"/>
          </a:xfrm>
          <a:custGeom>
            <a:avLst/>
            <a:gdLst/>
            <a:ahLst/>
            <a:cxnLst/>
            <a:rect l="l" t="t" r="r" b="b"/>
            <a:pathLst>
              <a:path w="2028376" h="1177563">
                <a:moveTo>
                  <a:pt x="0" y="1177563"/>
                </a:moveTo>
                <a:lnTo>
                  <a:pt x="0" y="0"/>
                </a:lnTo>
                <a:lnTo>
                  <a:pt x="2028376" y="0"/>
                </a:lnTo>
                <a:cubicBezTo>
                  <a:pt x="1624320" y="702037"/>
                  <a:pt x="867468" y="1174384"/>
                  <a:pt x="0" y="1177563"/>
                </a:cubicBezTo>
                <a:close/>
              </a:path>
            </a:pathLst>
          </a:custGeom>
          <a:solidFill>
            <a:srgbClr val="BF342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3" name="矩形 7"/>
          <p:cNvSpPr/>
          <p:nvPr userDrawn="1"/>
        </p:nvSpPr>
        <p:spPr>
          <a:xfrm rot="5400000">
            <a:off x="3747030" y="778405"/>
            <a:ext cx="3127375" cy="1570567"/>
          </a:xfrm>
          <a:custGeom>
            <a:avLst/>
            <a:gdLst/>
            <a:ahLst/>
            <a:cxnLst/>
            <a:rect l="l" t="t" r="r" b="b"/>
            <a:pathLst>
              <a:path w="2346109" h="1177890">
                <a:moveTo>
                  <a:pt x="0" y="1177890"/>
                </a:moveTo>
                <a:lnTo>
                  <a:pt x="0" y="0"/>
                </a:lnTo>
                <a:lnTo>
                  <a:pt x="2346109" y="0"/>
                </a:lnTo>
                <a:cubicBezTo>
                  <a:pt x="2346109" y="429552"/>
                  <a:pt x="2231144" y="832251"/>
                  <a:pt x="2028377" y="1177890"/>
                </a:cubicBezTo>
                <a:close/>
              </a:path>
            </a:pathLst>
          </a:custGeom>
          <a:solidFill>
            <a:srgbClr val="FDA90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 name="椭圆 12"/>
          <p:cNvSpPr/>
          <p:nvPr userDrawn="1"/>
        </p:nvSpPr>
        <p:spPr>
          <a:xfrm rot="5400000">
            <a:off x="7099301" y="567267"/>
            <a:ext cx="2705100" cy="1570567"/>
          </a:xfrm>
          <a:custGeom>
            <a:avLst/>
            <a:gdLst/>
            <a:ahLst/>
            <a:cxnLst/>
            <a:rect l="l" t="t" r="r" b="b"/>
            <a:pathLst>
              <a:path w="2028375" h="1177562">
                <a:moveTo>
                  <a:pt x="0" y="1177562"/>
                </a:moveTo>
                <a:lnTo>
                  <a:pt x="0" y="0"/>
                </a:lnTo>
                <a:cubicBezTo>
                  <a:pt x="867468" y="3179"/>
                  <a:pt x="1624319" y="475526"/>
                  <a:pt x="2028375" y="1177562"/>
                </a:cubicBezTo>
                <a:close/>
              </a:path>
            </a:pathLst>
          </a:custGeom>
          <a:solidFill>
            <a:srgbClr val="1A7B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5" name="椭圆 13"/>
          <p:cNvSpPr/>
          <p:nvPr userDrawn="1"/>
        </p:nvSpPr>
        <p:spPr>
          <a:xfrm rot="5400000">
            <a:off x="5316803" y="779199"/>
            <a:ext cx="3128963" cy="1570567"/>
          </a:xfrm>
          <a:custGeom>
            <a:avLst/>
            <a:gdLst/>
            <a:ahLst/>
            <a:cxnLst/>
            <a:rect l="l" t="t" r="r" b="b"/>
            <a:pathLst>
              <a:path w="2346724" h="1177890">
                <a:moveTo>
                  <a:pt x="0" y="1177890"/>
                </a:moveTo>
                <a:lnTo>
                  <a:pt x="0" y="0"/>
                </a:lnTo>
                <a:lnTo>
                  <a:pt x="2028990" y="0"/>
                </a:lnTo>
                <a:cubicBezTo>
                  <a:pt x="2231759" y="345641"/>
                  <a:pt x="2346724" y="748340"/>
                  <a:pt x="2346724" y="1177890"/>
                </a:cubicBezTo>
                <a:close/>
              </a:path>
            </a:pathLst>
          </a:custGeom>
          <a:solidFill>
            <a:srgbClr val="95BC4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弧形 5"/>
          <p:cNvSpPr/>
          <p:nvPr userDrawn="1"/>
        </p:nvSpPr>
        <p:spPr>
          <a:xfrm>
            <a:off x="2766485" y="-3351213"/>
            <a:ext cx="6659033" cy="6659563"/>
          </a:xfrm>
          <a:prstGeom prst="arc">
            <a:avLst>
              <a:gd name="adj1" fmla="val 3404"/>
              <a:gd name="adj2" fmla="val 10819516"/>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7" name="椭圆 6"/>
          <p:cNvSpPr/>
          <p:nvPr userDrawn="1"/>
        </p:nvSpPr>
        <p:spPr>
          <a:xfrm>
            <a:off x="5990167" y="3219450"/>
            <a:ext cx="211667" cy="20955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027501384"/>
      </p:ext>
    </p:extLst>
  </p:cSld>
  <p:clrMapOvr>
    <a:masterClrMapping/>
  </p:clrMapOvr>
  <p:transition spd="slow"/>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2_标题和内容">
    <p:spTree>
      <p:nvGrpSpPr>
        <p:cNvPr id="1" name=""/>
        <p:cNvGrpSpPr/>
        <p:nvPr/>
      </p:nvGrpSpPr>
      <p:grpSpPr>
        <a:xfrm>
          <a:off x="0" y="0"/>
          <a:ext cx="0" cy="0"/>
          <a:chOff x="0" y="0"/>
          <a:chExt cx="0" cy="0"/>
        </a:xfrm>
      </p:grpSpPr>
      <p:grpSp>
        <p:nvGrpSpPr>
          <p:cNvPr id="2" name="组合 1"/>
          <p:cNvGrpSpPr/>
          <p:nvPr userDrawn="1"/>
        </p:nvGrpSpPr>
        <p:grpSpPr>
          <a:xfrm>
            <a:off x="375367" y="1"/>
            <a:ext cx="140967" cy="962147"/>
            <a:chOff x="281524" y="0"/>
            <a:chExt cx="105725" cy="721610"/>
          </a:xfrm>
          <a:solidFill>
            <a:srgbClr val="BF3420"/>
          </a:solidFill>
        </p:grpSpPr>
        <p:sp>
          <p:nvSpPr>
            <p:cNvPr id="3" name="矩形 2"/>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 name="矩形 3"/>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5" name="组合 6"/>
          <p:cNvGrpSpPr/>
          <p:nvPr userDrawn="1"/>
        </p:nvGrpSpPr>
        <p:grpSpPr>
          <a:xfrm rot="10800000">
            <a:off x="11735677" y="6617464"/>
            <a:ext cx="140967" cy="240536"/>
            <a:chOff x="281524" y="0"/>
            <a:chExt cx="105725" cy="721610"/>
          </a:xfrm>
          <a:solidFill>
            <a:srgbClr val="BF3420"/>
          </a:solidFill>
        </p:grpSpPr>
        <p:sp>
          <p:nvSpPr>
            <p:cNvPr id="6" name="矩形 5"/>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7" name="矩形 6"/>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spTree>
    <p:extLst>
      <p:ext uri="{BB962C8B-B14F-4D97-AF65-F5344CB8AC3E}">
        <p14:creationId xmlns:p14="http://schemas.microsoft.com/office/powerpoint/2010/main" val="4007186626"/>
      </p:ext>
    </p:extLst>
  </p:cSld>
  <p:clrMapOvr>
    <a:masterClrMapping/>
  </p:clrMapOvr>
  <p:transition spd="slow"/>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3_标题和内容">
    <p:spTree>
      <p:nvGrpSpPr>
        <p:cNvPr id="1" name=""/>
        <p:cNvGrpSpPr/>
        <p:nvPr/>
      </p:nvGrpSpPr>
      <p:grpSpPr>
        <a:xfrm>
          <a:off x="0" y="0"/>
          <a:ext cx="0" cy="0"/>
          <a:chOff x="0" y="0"/>
          <a:chExt cx="0" cy="0"/>
        </a:xfrm>
      </p:grpSpPr>
      <p:grpSp>
        <p:nvGrpSpPr>
          <p:cNvPr id="2" name="组合 1"/>
          <p:cNvGrpSpPr/>
          <p:nvPr userDrawn="1"/>
        </p:nvGrpSpPr>
        <p:grpSpPr bwMode="auto">
          <a:xfrm>
            <a:off x="215901" y="0"/>
            <a:ext cx="300567" cy="962025"/>
            <a:chOff x="161510" y="0"/>
            <a:chExt cx="225739" cy="721610"/>
          </a:xfrm>
        </p:grpSpPr>
        <p:sp>
          <p:nvSpPr>
            <p:cNvPr id="3" name="矩形 2"/>
            <p:cNvSpPr/>
            <p:nvPr/>
          </p:nvSpPr>
          <p:spPr>
            <a:xfrm>
              <a:off x="161510" y="0"/>
              <a:ext cx="46102" cy="721610"/>
            </a:xfrm>
            <a:prstGeom prst="rect">
              <a:avLst/>
            </a:prstGeom>
            <a:solidFill>
              <a:srgbClr val="1A7B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 name="矩形 3"/>
            <p:cNvSpPr/>
            <p:nvPr/>
          </p:nvSpPr>
          <p:spPr>
            <a:xfrm>
              <a:off x="221919" y="0"/>
              <a:ext cx="46102" cy="721610"/>
            </a:xfrm>
            <a:prstGeom prst="rect">
              <a:avLst/>
            </a:prstGeom>
            <a:solidFill>
              <a:srgbClr val="95BC4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5" name="矩形 4"/>
            <p:cNvSpPr/>
            <p:nvPr/>
          </p:nvSpPr>
          <p:spPr>
            <a:xfrm>
              <a:off x="280739" y="0"/>
              <a:ext cx="46101" cy="721610"/>
            </a:xfrm>
            <a:prstGeom prst="rect">
              <a:avLst/>
            </a:prstGeom>
            <a:solidFill>
              <a:srgbClr val="FDA90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矩形 5"/>
            <p:cNvSpPr/>
            <p:nvPr/>
          </p:nvSpPr>
          <p:spPr>
            <a:xfrm>
              <a:off x="341148" y="0"/>
              <a:ext cx="46101" cy="721610"/>
            </a:xfrm>
            <a:prstGeom prst="rect">
              <a:avLst/>
            </a:prstGeom>
            <a:solidFill>
              <a:srgbClr val="BF342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7" name="组合 6"/>
          <p:cNvGrpSpPr/>
          <p:nvPr userDrawn="1"/>
        </p:nvGrpSpPr>
        <p:grpSpPr bwMode="auto">
          <a:xfrm rot="10800000">
            <a:off x="11734801" y="6616700"/>
            <a:ext cx="302684" cy="241300"/>
            <a:chOff x="161510" y="0"/>
            <a:chExt cx="225739" cy="721610"/>
          </a:xfrm>
        </p:grpSpPr>
        <p:sp>
          <p:nvSpPr>
            <p:cNvPr id="8" name="矩形 7"/>
            <p:cNvSpPr/>
            <p:nvPr/>
          </p:nvSpPr>
          <p:spPr>
            <a:xfrm>
              <a:off x="170982" y="28485"/>
              <a:ext cx="45780" cy="721610"/>
            </a:xfrm>
            <a:prstGeom prst="rect">
              <a:avLst/>
            </a:prstGeom>
            <a:solidFill>
              <a:srgbClr val="1A7B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9" name="矩形 8"/>
            <p:cNvSpPr/>
            <p:nvPr/>
          </p:nvSpPr>
          <p:spPr>
            <a:xfrm>
              <a:off x="230968" y="28485"/>
              <a:ext cx="45780" cy="721610"/>
            </a:xfrm>
            <a:prstGeom prst="rect">
              <a:avLst/>
            </a:prstGeom>
            <a:solidFill>
              <a:srgbClr val="95BC4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0" name="矩形 9"/>
            <p:cNvSpPr/>
            <p:nvPr/>
          </p:nvSpPr>
          <p:spPr>
            <a:xfrm>
              <a:off x="290954" y="28485"/>
              <a:ext cx="45780" cy="721610"/>
            </a:xfrm>
            <a:prstGeom prst="rect">
              <a:avLst/>
            </a:prstGeom>
            <a:solidFill>
              <a:srgbClr val="FDA90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1" name="矩形 10"/>
            <p:cNvSpPr/>
            <p:nvPr/>
          </p:nvSpPr>
          <p:spPr>
            <a:xfrm>
              <a:off x="350941" y="28485"/>
              <a:ext cx="45780" cy="721610"/>
            </a:xfrm>
            <a:prstGeom prst="rect">
              <a:avLst/>
            </a:prstGeom>
            <a:solidFill>
              <a:srgbClr val="BF342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spTree>
    <p:extLst>
      <p:ext uri="{BB962C8B-B14F-4D97-AF65-F5344CB8AC3E}">
        <p14:creationId xmlns:p14="http://schemas.microsoft.com/office/powerpoint/2010/main" val="1159569904"/>
      </p:ext>
    </p:extLst>
  </p:cSld>
  <p:clrMapOvr>
    <a:masterClrMapping/>
  </p:clrMapOvr>
  <p:transition spd="slow"/>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2" name="矩形 1"/>
          <p:cNvSpPr/>
          <p:nvPr userDrawn="1"/>
        </p:nvSpPr>
        <p:spPr>
          <a:xfrm>
            <a:off x="0" y="3608389"/>
            <a:ext cx="12192000" cy="18002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pic>
        <p:nvPicPr>
          <p:cNvPr id="3" name="Picture 2" descr="C:\Documents and Settings\yangweizhou\桌面\2.jpg"/>
          <p:cNvPicPr>
            <a:picLocks noChangeAspect="1" noChangeArrowheads="1"/>
          </p:cNvPicPr>
          <p:nvPr userDrawn="1"/>
        </p:nvPicPr>
        <p:blipFill>
          <a:blip r:embed="rId2">
            <a:extLst>
              <a:ext uri="{28A0092B-C50C-407E-A947-70E740481C1C}">
                <a14:useLocalDpi xmlns:a14="http://schemas.microsoft.com/office/drawing/2010/main" val="0"/>
              </a:ext>
            </a:extLst>
          </a:blip>
          <a:srcRect b="20467"/>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97859576"/>
      </p:ext>
    </p:extLst>
  </p:cSld>
  <p:clrMapOvr>
    <a:masterClrMapping/>
  </p:clrMapOvr>
  <p:transition spd="slow"/>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8545748"/>
      </p:ext>
    </p:extLst>
  </p:cSld>
  <p:clrMapOvr>
    <a:masterClrMapping/>
  </p:clrMapOvr>
  <p:transition spd="slow"/>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16_标题和内容">
    <p:spTree>
      <p:nvGrpSpPr>
        <p:cNvPr id="1" name=""/>
        <p:cNvGrpSpPr/>
        <p:nvPr/>
      </p:nvGrpSpPr>
      <p:grpSpPr>
        <a:xfrm>
          <a:off x="0" y="0"/>
          <a:ext cx="0" cy="0"/>
          <a:chOff x="0" y="0"/>
          <a:chExt cx="0" cy="0"/>
        </a:xfrm>
      </p:grpSpPr>
      <p:grpSp>
        <p:nvGrpSpPr>
          <p:cNvPr id="3" name="组合 1"/>
          <p:cNvGrpSpPr/>
          <p:nvPr userDrawn="1"/>
        </p:nvGrpSpPr>
        <p:grpSpPr>
          <a:xfrm>
            <a:off x="375367" y="1"/>
            <a:ext cx="140967" cy="962147"/>
            <a:chOff x="281524" y="0"/>
            <a:chExt cx="105725" cy="721610"/>
          </a:xfrm>
          <a:solidFill>
            <a:srgbClr val="00B050"/>
          </a:solidFill>
        </p:grpSpPr>
        <p:sp>
          <p:nvSpPr>
            <p:cNvPr id="4" name="矩形 3"/>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5" name="矩形 4"/>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6" name="组合 6"/>
          <p:cNvGrpSpPr/>
          <p:nvPr userDrawn="1"/>
        </p:nvGrpSpPr>
        <p:grpSpPr>
          <a:xfrm rot="10800000">
            <a:off x="11735677" y="6617464"/>
            <a:ext cx="140967" cy="240536"/>
            <a:chOff x="281524" y="0"/>
            <a:chExt cx="105725" cy="721610"/>
          </a:xfrm>
          <a:solidFill>
            <a:srgbClr val="00B050"/>
          </a:solidFill>
        </p:grpSpPr>
        <p:sp>
          <p:nvSpPr>
            <p:cNvPr id="7" name="矩形 6"/>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8" name="矩形 7"/>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spTree>
    <p:extLst>
      <p:ext uri="{BB962C8B-B14F-4D97-AF65-F5344CB8AC3E}">
        <p14:creationId xmlns:p14="http://schemas.microsoft.com/office/powerpoint/2010/main" val="863270148"/>
      </p:ext>
    </p:extLst>
  </p:cSld>
  <p:clrMapOvr>
    <a:masterClrMapping/>
  </p:clrMapOvr>
  <p:transition spd="slow">
    <p:push dir="u"/>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defTabSz="457200" fontAlgn="base">
              <a:spcBef>
                <a:spcPct val="0"/>
              </a:spcBef>
              <a:spcAft>
                <a:spcPct val="0"/>
              </a:spcAft>
              <a:defRPr/>
            </a:pPr>
            <a:fld id="{3CD514ED-44EC-D549-BD03-D74500207E79}" type="datetimeFigureOut">
              <a:rPr kumimoji="1" lang="zh-CN" altLang="en-US" smtClean="0"/>
              <a:pPr defTabSz="457200" fontAlgn="base">
                <a:spcBef>
                  <a:spcPct val="0"/>
                </a:spcBef>
                <a:spcAft>
                  <a:spcPct val="0"/>
                </a:spcAft>
                <a:defRPr/>
              </a:pPr>
              <a:t>2020/10/27</a:t>
            </a:fld>
            <a:endParaRPr kumimoji="1" lang="zh-CN" altLang="en-US"/>
          </a:p>
        </p:txBody>
      </p:sp>
      <p:sp>
        <p:nvSpPr>
          <p:cNvPr id="5" name="页脚占位符 4"/>
          <p:cNvSpPr>
            <a:spLocks noGrp="1"/>
          </p:cNvSpPr>
          <p:nvPr>
            <p:ph type="ftr" sz="quarter" idx="11"/>
          </p:nvPr>
        </p:nvSpPr>
        <p:spPr/>
        <p:txBody>
          <a:bodyPr/>
          <a:lstStyle>
            <a:lvl1pPr>
              <a:defRPr/>
            </a:lvl1pPr>
          </a:lstStyle>
          <a:p>
            <a:pPr defTabSz="457200">
              <a:defRPr/>
            </a:pPr>
            <a:endParaRPr kumimoji="1" lang="zh-CN" altLang="en-US">
              <a:solidFill>
                <a:prstClr val="black">
                  <a:tint val="75000"/>
                </a:prstClr>
              </a:solidFill>
            </a:endParaRPr>
          </a:p>
        </p:txBody>
      </p:sp>
      <p:sp>
        <p:nvSpPr>
          <p:cNvPr id="6" name="幻灯片编号占位符 5"/>
          <p:cNvSpPr>
            <a:spLocks noGrp="1"/>
          </p:cNvSpPr>
          <p:nvPr>
            <p:ph type="sldNum" sz="quarter" idx="12"/>
          </p:nvPr>
        </p:nvSpPr>
        <p:spPr/>
        <p:txBody>
          <a:bodyPr/>
          <a:lstStyle>
            <a:lvl1pPr>
              <a:defRPr/>
            </a:lvl1pPr>
          </a:lstStyle>
          <a:p>
            <a:pPr defTabSz="457200" fontAlgn="base">
              <a:spcBef>
                <a:spcPct val="0"/>
              </a:spcBef>
              <a:spcAft>
                <a:spcPct val="0"/>
              </a:spcAft>
              <a:defRPr/>
            </a:pPr>
            <a:fld id="{937833DD-A6E9-0E4C-8803-40B068F89247}" type="slidenum">
              <a:rPr kumimoji="1" lang="zh-CN" altLang="en-US" smtClean="0"/>
              <a:pPr defTabSz="457200" fontAlgn="base">
                <a:spcBef>
                  <a:spcPct val="0"/>
                </a:spcBef>
                <a:spcAft>
                  <a:spcPct val="0"/>
                </a:spcAft>
                <a:defRPr/>
              </a:pPr>
              <a:t>‹#›</a:t>
            </a:fld>
            <a:endParaRPr kumimoji="1" lang="zh-CN" altLang="en-US"/>
          </a:p>
        </p:txBody>
      </p:sp>
    </p:spTree>
    <p:extLst>
      <p:ext uri="{BB962C8B-B14F-4D97-AF65-F5344CB8AC3E}">
        <p14:creationId xmlns:p14="http://schemas.microsoft.com/office/powerpoint/2010/main" val="413793792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lvl1pPr>
              <a:defRPr/>
            </a:lvl1pPr>
          </a:lstStyle>
          <a:p>
            <a:pPr defTabSz="457200" fontAlgn="base">
              <a:spcBef>
                <a:spcPct val="0"/>
              </a:spcBef>
              <a:spcAft>
                <a:spcPct val="0"/>
              </a:spcAft>
              <a:defRPr/>
            </a:pPr>
            <a:fld id="{9C327F1F-21E4-8A4F-BF23-F6CA6825379B}" type="datetimeFigureOut">
              <a:rPr kumimoji="1" lang="zh-CN" altLang="en-US" smtClean="0"/>
              <a:pPr defTabSz="457200" fontAlgn="base">
                <a:spcBef>
                  <a:spcPct val="0"/>
                </a:spcBef>
                <a:spcAft>
                  <a:spcPct val="0"/>
                </a:spcAft>
                <a:defRPr/>
              </a:pPr>
              <a:t>2020/10/27</a:t>
            </a:fld>
            <a:endParaRPr kumimoji="1" lang="zh-CN" altLang="en-US"/>
          </a:p>
        </p:txBody>
      </p:sp>
      <p:sp>
        <p:nvSpPr>
          <p:cNvPr id="5" name="页脚占位符 4"/>
          <p:cNvSpPr>
            <a:spLocks noGrp="1"/>
          </p:cNvSpPr>
          <p:nvPr>
            <p:ph type="ftr" sz="quarter" idx="11"/>
          </p:nvPr>
        </p:nvSpPr>
        <p:spPr/>
        <p:txBody>
          <a:bodyPr/>
          <a:lstStyle>
            <a:lvl1pPr>
              <a:defRPr/>
            </a:lvl1pPr>
          </a:lstStyle>
          <a:p>
            <a:pPr defTabSz="457200">
              <a:defRPr/>
            </a:pPr>
            <a:endParaRPr kumimoji="1" lang="zh-CN" altLang="en-US">
              <a:solidFill>
                <a:prstClr val="black">
                  <a:tint val="75000"/>
                </a:prstClr>
              </a:solidFill>
            </a:endParaRPr>
          </a:p>
        </p:txBody>
      </p:sp>
      <p:sp>
        <p:nvSpPr>
          <p:cNvPr id="6" name="幻灯片编号占位符 5"/>
          <p:cNvSpPr>
            <a:spLocks noGrp="1"/>
          </p:cNvSpPr>
          <p:nvPr>
            <p:ph type="sldNum" sz="quarter" idx="12"/>
          </p:nvPr>
        </p:nvSpPr>
        <p:spPr/>
        <p:txBody>
          <a:bodyPr/>
          <a:lstStyle>
            <a:lvl1pPr>
              <a:defRPr/>
            </a:lvl1pPr>
          </a:lstStyle>
          <a:p>
            <a:pPr defTabSz="457200" fontAlgn="base">
              <a:spcBef>
                <a:spcPct val="0"/>
              </a:spcBef>
              <a:spcAft>
                <a:spcPct val="0"/>
              </a:spcAft>
              <a:defRPr/>
            </a:pPr>
            <a:fld id="{2D3DF938-84AA-8943-BB2B-73937EBA4E07}" type="slidenum">
              <a:rPr kumimoji="1" lang="zh-CN" altLang="en-US" smtClean="0"/>
              <a:pPr defTabSz="457200" fontAlgn="base">
                <a:spcBef>
                  <a:spcPct val="0"/>
                </a:spcBef>
                <a:spcAft>
                  <a:spcPct val="0"/>
                </a:spcAft>
                <a:defRPr/>
              </a:pPr>
              <a:t>‹#›</a:t>
            </a:fld>
            <a:endParaRPr kumimoji="1" lang="zh-CN" altLang="en-US"/>
          </a:p>
        </p:txBody>
      </p:sp>
    </p:spTree>
    <p:extLst>
      <p:ext uri="{BB962C8B-B14F-4D97-AF65-F5344CB8AC3E}">
        <p14:creationId xmlns:p14="http://schemas.microsoft.com/office/powerpoint/2010/main" val="263053839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defTabSz="457200" fontAlgn="base">
              <a:spcBef>
                <a:spcPct val="0"/>
              </a:spcBef>
              <a:spcAft>
                <a:spcPct val="0"/>
              </a:spcAft>
              <a:defRPr/>
            </a:pPr>
            <a:fld id="{8A2DB3EA-9013-D248-8C1C-888EE0DEBA27}" type="datetimeFigureOut">
              <a:rPr kumimoji="1" lang="zh-CN" altLang="en-US" smtClean="0"/>
              <a:pPr defTabSz="457200" fontAlgn="base">
                <a:spcBef>
                  <a:spcPct val="0"/>
                </a:spcBef>
                <a:spcAft>
                  <a:spcPct val="0"/>
                </a:spcAft>
                <a:defRPr/>
              </a:pPr>
              <a:t>2020/10/27</a:t>
            </a:fld>
            <a:endParaRPr kumimoji="1" lang="zh-CN" altLang="en-US"/>
          </a:p>
        </p:txBody>
      </p:sp>
      <p:sp>
        <p:nvSpPr>
          <p:cNvPr id="5" name="页脚占位符 4"/>
          <p:cNvSpPr>
            <a:spLocks noGrp="1"/>
          </p:cNvSpPr>
          <p:nvPr>
            <p:ph type="ftr" sz="quarter" idx="11"/>
          </p:nvPr>
        </p:nvSpPr>
        <p:spPr/>
        <p:txBody>
          <a:bodyPr/>
          <a:lstStyle>
            <a:lvl1pPr>
              <a:defRPr/>
            </a:lvl1pPr>
          </a:lstStyle>
          <a:p>
            <a:pPr defTabSz="457200">
              <a:defRPr/>
            </a:pPr>
            <a:endParaRPr kumimoji="1" lang="zh-CN" altLang="en-US">
              <a:solidFill>
                <a:prstClr val="black">
                  <a:tint val="75000"/>
                </a:prstClr>
              </a:solidFill>
            </a:endParaRPr>
          </a:p>
        </p:txBody>
      </p:sp>
      <p:sp>
        <p:nvSpPr>
          <p:cNvPr id="6" name="幻灯片编号占位符 5"/>
          <p:cNvSpPr>
            <a:spLocks noGrp="1"/>
          </p:cNvSpPr>
          <p:nvPr>
            <p:ph type="sldNum" sz="quarter" idx="12"/>
          </p:nvPr>
        </p:nvSpPr>
        <p:spPr/>
        <p:txBody>
          <a:bodyPr/>
          <a:lstStyle>
            <a:lvl1pPr>
              <a:defRPr/>
            </a:lvl1pPr>
          </a:lstStyle>
          <a:p>
            <a:pPr defTabSz="457200" fontAlgn="base">
              <a:spcBef>
                <a:spcPct val="0"/>
              </a:spcBef>
              <a:spcAft>
                <a:spcPct val="0"/>
              </a:spcAft>
              <a:defRPr/>
            </a:pPr>
            <a:fld id="{787CCCEE-B5F0-B441-B57A-455B378DD7E3}" type="slidenum">
              <a:rPr kumimoji="1" lang="zh-CN" altLang="en-US" smtClean="0"/>
              <a:pPr defTabSz="457200" fontAlgn="base">
                <a:spcBef>
                  <a:spcPct val="0"/>
                </a:spcBef>
                <a:spcAft>
                  <a:spcPct val="0"/>
                </a:spcAft>
                <a:defRPr/>
              </a:pPr>
              <a:t>‹#›</a:t>
            </a:fld>
            <a:endParaRPr kumimoji="1" lang="zh-CN" altLang="en-US"/>
          </a:p>
        </p:txBody>
      </p:sp>
    </p:spTree>
    <p:extLst>
      <p:ext uri="{BB962C8B-B14F-4D97-AF65-F5344CB8AC3E}">
        <p14:creationId xmlns:p14="http://schemas.microsoft.com/office/powerpoint/2010/main" val="47163106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3"/>
          <p:cNvSpPr>
            <a:spLocks noGrp="1"/>
          </p:cNvSpPr>
          <p:nvPr>
            <p:ph type="dt" sz="half" idx="10"/>
          </p:nvPr>
        </p:nvSpPr>
        <p:spPr/>
        <p:txBody>
          <a:bodyPr/>
          <a:lstStyle>
            <a:lvl1pPr>
              <a:defRPr/>
            </a:lvl1pPr>
          </a:lstStyle>
          <a:p>
            <a:pPr defTabSz="457200" fontAlgn="base">
              <a:spcBef>
                <a:spcPct val="0"/>
              </a:spcBef>
              <a:spcAft>
                <a:spcPct val="0"/>
              </a:spcAft>
              <a:defRPr/>
            </a:pPr>
            <a:fld id="{3B82A6B5-2D93-5541-8066-FD34A6FD52A9}" type="datetimeFigureOut">
              <a:rPr kumimoji="1" lang="zh-CN" altLang="en-US" smtClean="0"/>
              <a:pPr defTabSz="457200" fontAlgn="base">
                <a:spcBef>
                  <a:spcPct val="0"/>
                </a:spcBef>
                <a:spcAft>
                  <a:spcPct val="0"/>
                </a:spcAft>
                <a:defRPr/>
              </a:pPr>
              <a:t>2020/10/27</a:t>
            </a:fld>
            <a:endParaRPr kumimoji="1" lang="zh-CN" altLang="en-US"/>
          </a:p>
        </p:txBody>
      </p:sp>
      <p:sp>
        <p:nvSpPr>
          <p:cNvPr id="6" name="页脚占位符 4"/>
          <p:cNvSpPr>
            <a:spLocks noGrp="1"/>
          </p:cNvSpPr>
          <p:nvPr>
            <p:ph type="ftr" sz="quarter" idx="11"/>
          </p:nvPr>
        </p:nvSpPr>
        <p:spPr/>
        <p:txBody>
          <a:bodyPr/>
          <a:lstStyle>
            <a:lvl1pPr>
              <a:defRPr/>
            </a:lvl1pPr>
          </a:lstStyle>
          <a:p>
            <a:pPr defTabSz="457200">
              <a:defRPr/>
            </a:pPr>
            <a:endParaRPr kumimoji="1" lang="zh-CN" altLang="en-US">
              <a:solidFill>
                <a:prstClr val="black">
                  <a:tint val="75000"/>
                </a:prstClr>
              </a:solidFill>
            </a:endParaRPr>
          </a:p>
        </p:txBody>
      </p:sp>
      <p:sp>
        <p:nvSpPr>
          <p:cNvPr id="7" name="幻灯片编号占位符 5"/>
          <p:cNvSpPr>
            <a:spLocks noGrp="1"/>
          </p:cNvSpPr>
          <p:nvPr>
            <p:ph type="sldNum" sz="quarter" idx="12"/>
          </p:nvPr>
        </p:nvSpPr>
        <p:spPr/>
        <p:txBody>
          <a:bodyPr/>
          <a:lstStyle>
            <a:lvl1pPr>
              <a:defRPr/>
            </a:lvl1pPr>
          </a:lstStyle>
          <a:p>
            <a:pPr defTabSz="457200" fontAlgn="base">
              <a:spcBef>
                <a:spcPct val="0"/>
              </a:spcBef>
              <a:spcAft>
                <a:spcPct val="0"/>
              </a:spcAft>
              <a:defRPr/>
            </a:pPr>
            <a:fld id="{7AC2C501-2EF1-6240-8148-DFBAF4AEB2C3}" type="slidenum">
              <a:rPr kumimoji="1" lang="zh-CN" altLang="en-US" smtClean="0"/>
              <a:pPr defTabSz="457200" fontAlgn="base">
                <a:spcBef>
                  <a:spcPct val="0"/>
                </a:spcBef>
                <a:spcAft>
                  <a:spcPct val="0"/>
                </a:spcAft>
                <a:defRPr/>
              </a:pPr>
              <a:t>‹#›</a:t>
            </a:fld>
            <a:endParaRPr kumimoji="1" lang="zh-CN" altLang="en-US"/>
          </a:p>
        </p:txBody>
      </p:sp>
    </p:spTree>
    <p:extLst>
      <p:ext uri="{BB962C8B-B14F-4D97-AF65-F5344CB8AC3E}">
        <p14:creationId xmlns:p14="http://schemas.microsoft.com/office/powerpoint/2010/main" val="171263279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3"/>
          <p:cNvSpPr>
            <a:spLocks noGrp="1"/>
          </p:cNvSpPr>
          <p:nvPr>
            <p:ph type="dt" sz="half" idx="10"/>
          </p:nvPr>
        </p:nvSpPr>
        <p:spPr/>
        <p:txBody>
          <a:bodyPr/>
          <a:lstStyle>
            <a:lvl1pPr>
              <a:defRPr/>
            </a:lvl1pPr>
          </a:lstStyle>
          <a:p>
            <a:pPr defTabSz="457200" fontAlgn="base">
              <a:spcBef>
                <a:spcPct val="0"/>
              </a:spcBef>
              <a:spcAft>
                <a:spcPct val="0"/>
              </a:spcAft>
              <a:defRPr/>
            </a:pPr>
            <a:fld id="{B5E2EEAE-BDCE-F644-B2F5-C5F39A1450AE}" type="datetimeFigureOut">
              <a:rPr kumimoji="1" lang="zh-CN" altLang="en-US" smtClean="0"/>
              <a:pPr defTabSz="457200" fontAlgn="base">
                <a:spcBef>
                  <a:spcPct val="0"/>
                </a:spcBef>
                <a:spcAft>
                  <a:spcPct val="0"/>
                </a:spcAft>
                <a:defRPr/>
              </a:pPr>
              <a:t>2020/10/27</a:t>
            </a:fld>
            <a:endParaRPr kumimoji="1" lang="zh-CN" altLang="en-US"/>
          </a:p>
        </p:txBody>
      </p:sp>
      <p:sp>
        <p:nvSpPr>
          <p:cNvPr id="8" name="页脚占位符 4"/>
          <p:cNvSpPr>
            <a:spLocks noGrp="1"/>
          </p:cNvSpPr>
          <p:nvPr>
            <p:ph type="ftr" sz="quarter" idx="11"/>
          </p:nvPr>
        </p:nvSpPr>
        <p:spPr/>
        <p:txBody>
          <a:bodyPr/>
          <a:lstStyle>
            <a:lvl1pPr>
              <a:defRPr/>
            </a:lvl1pPr>
          </a:lstStyle>
          <a:p>
            <a:pPr defTabSz="457200">
              <a:defRPr/>
            </a:pPr>
            <a:endParaRPr kumimoji="1" lang="zh-CN" altLang="en-US">
              <a:solidFill>
                <a:prstClr val="black">
                  <a:tint val="75000"/>
                </a:prstClr>
              </a:solidFill>
            </a:endParaRPr>
          </a:p>
        </p:txBody>
      </p:sp>
      <p:sp>
        <p:nvSpPr>
          <p:cNvPr id="9" name="幻灯片编号占位符 5"/>
          <p:cNvSpPr>
            <a:spLocks noGrp="1"/>
          </p:cNvSpPr>
          <p:nvPr>
            <p:ph type="sldNum" sz="quarter" idx="12"/>
          </p:nvPr>
        </p:nvSpPr>
        <p:spPr/>
        <p:txBody>
          <a:bodyPr/>
          <a:lstStyle>
            <a:lvl1pPr>
              <a:defRPr/>
            </a:lvl1pPr>
          </a:lstStyle>
          <a:p>
            <a:pPr defTabSz="457200" fontAlgn="base">
              <a:spcBef>
                <a:spcPct val="0"/>
              </a:spcBef>
              <a:spcAft>
                <a:spcPct val="0"/>
              </a:spcAft>
              <a:defRPr/>
            </a:pPr>
            <a:fld id="{45539B18-DB65-5048-80A9-5BFC1081F9D1}" type="slidenum">
              <a:rPr kumimoji="1" lang="zh-CN" altLang="en-US" smtClean="0"/>
              <a:pPr defTabSz="457200" fontAlgn="base">
                <a:spcBef>
                  <a:spcPct val="0"/>
                </a:spcBef>
                <a:spcAft>
                  <a:spcPct val="0"/>
                </a:spcAft>
                <a:defRPr/>
              </a:pPr>
              <a:t>‹#›</a:t>
            </a:fld>
            <a:endParaRPr kumimoji="1" lang="zh-CN" altLang="en-US"/>
          </a:p>
        </p:txBody>
      </p:sp>
    </p:spTree>
    <p:extLst>
      <p:ext uri="{BB962C8B-B14F-4D97-AF65-F5344CB8AC3E}">
        <p14:creationId xmlns:p14="http://schemas.microsoft.com/office/powerpoint/2010/main" val="170250745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defTabSz="457200" fontAlgn="base">
              <a:spcBef>
                <a:spcPct val="0"/>
              </a:spcBef>
              <a:spcAft>
                <a:spcPct val="0"/>
              </a:spcAft>
              <a:defRPr/>
            </a:pPr>
            <a:fld id="{C1367425-4F0C-C440-B43F-A13D761C5B34}" type="datetimeFigureOut">
              <a:rPr kumimoji="1" lang="zh-CN" altLang="en-US" smtClean="0"/>
              <a:pPr defTabSz="457200" fontAlgn="base">
                <a:spcBef>
                  <a:spcPct val="0"/>
                </a:spcBef>
                <a:spcAft>
                  <a:spcPct val="0"/>
                </a:spcAft>
                <a:defRPr/>
              </a:pPr>
              <a:t>2020/10/27</a:t>
            </a:fld>
            <a:endParaRPr kumimoji="1" lang="zh-CN" altLang="en-US"/>
          </a:p>
        </p:txBody>
      </p:sp>
      <p:sp>
        <p:nvSpPr>
          <p:cNvPr id="4" name="页脚占位符 4"/>
          <p:cNvSpPr>
            <a:spLocks noGrp="1"/>
          </p:cNvSpPr>
          <p:nvPr>
            <p:ph type="ftr" sz="quarter" idx="11"/>
          </p:nvPr>
        </p:nvSpPr>
        <p:spPr/>
        <p:txBody>
          <a:bodyPr/>
          <a:lstStyle>
            <a:lvl1pPr>
              <a:defRPr/>
            </a:lvl1pPr>
          </a:lstStyle>
          <a:p>
            <a:pPr defTabSz="457200">
              <a:defRPr/>
            </a:pPr>
            <a:endParaRPr kumimoji="1" lang="zh-CN" altLang="en-US">
              <a:solidFill>
                <a:prstClr val="black">
                  <a:tint val="75000"/>
                </a:prstClr>
              </a:solidFill>
            </a:endParaRPr>
          </a:p>
        </p:txBody>
      </p:sp>
      <p:sp>
        <p:nvSpPr>
          <p:cNvPr id="5" name="幻灯片编号占位符 5"/>
          <p:cNvSpPr>
            <a:spLocks noGrp="1"/>
          </p:cNvSpPr>
          <p:nvPr>
            <p:ph type="sldNum" sz="quarter" idx="12"/>
          </p:nvPr>
        </p:nvSpPr>
        <p:spPr/>
        <p:txBody>
          <a:bodyPr/>
          <a:lstStyle>
            <a:lvl1pPr>
              <a:defRPr/>
            </a:lvl1pPr>
          </a:lstStyle>
          <a:p>
            <a:pPr defTabSz="457200" fontAlgn="base">
              <a:spcBef>
                <a:spcPct val="0"/>
              </a:spcBef>
              <a:spcAft>
                <a:spcPct val="0"/>
              </a:spcAft>
              <a:defRPr/>
            </a:pPr>
            <a:fld id="{AEE8C479-722B-1443-8F0D-E2EC2125E127}" type="slidenum">
              <a:rPr kumimoji="1" lang="zh-CN" altLang="en-US" smtClean="0"/>
              <a:pPr defTabSz="457200" fontAlgn="base">
                <a:spcBef>
                  <a:spcPct val="0"/>
                </a:spcBef>
                <a:spcAft>
                  <a:spcPct val="0"/>
                </a:spcAft>
                <a:defRPr/>
              </a:pPr>
              <a:t>‹#›</a:t>
            </a:fld>
            <a:endParaRPr kumimoji="1" lang="zh-CN" altLang="en-US"/>
          </a:p>
        </p:txBody>
      </p:sp>
    </p:spTree>
    <p:extLst>
      <p:ext uri="{BB962C8B-B14F-4D97-AF65-F5344CB8AC3E}">
        <p14:creationId xmlns:p14="http://schemas.microsoft.com/office/powerpoint/2010/main" val="86011153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defTabSz="457200" fontAlgn="base">
              <a:spcBef>
                <a:spcPct val="0"/>
              </a:spcBef>
              <a:spcAft>
                <a:spcPct val="0"/>
              </a:spcAft>
              <a:defRPr/>
            </a:pPr>
            <a:fld id="{1864D33A-EE21-5F48-92E5-78B752A9F063}" type="datetimeFigureOut">
              <a:rPr kumimoji="1" lang="zh-CN" altLang="en-US" smtClean="0"/>
              <a:pPr defTabSz="457200" fontAlgn="base">
                <a:spcBef>
                  <a:spcPct val="0"/>
                </a:spcBef>
                <a:spcAft>
                  <a:spcPct val="0"/>
                </a:spcAft>
                <a:defRPr/>
              </a:pPr>
              <a:t>2020/10/27</a:t>
            </a:fld>
            <a:endParaRPr kumimoji="1" lang="zh-CN" altLang="en-US"/>
          </a:p>
        </p:txBody>
      </p:sp>
      <p:sp>
        <p:nvSpPr>
          <p:cNvPr id="3" name="页脚占位符 4"/>
          <p:cNvSpPr>
            <a:spLocks noGrp="1"/>
          </p:cNvSpPr>
          <p:nvPr>
            <p:ph type="ftr" sz="quarter" idx="11"/>
          </p:nvPr>
        </p:nvSpPr>
        <p:spPr/>
        <p:txBody>
          <a:bodyPr/>
          <a:lstStyle>
            <a:lvl1pPr>
              <a:defRPr/>
            </a:lvl1pPr>
          </a:lstStyle>
          <a:p>
            <a:pPr defTabSz="457200">
              <a:defRPr/>
            </a:pPr>
            <a:endParaRPr kumimoji="1" lang="zh-CN" altLang="en-US">
              <a:solidFill>
                <a:prstClr val="black">
                  <a:tint val="75000"/>
                </a:prstClr>
              </a:solidFill>
            </a:endParaRPr>
          </a:p>
        </p:txBody>
      </p:sp>
      <p:sp>
        <p:nvSpPr>
          <p:cNvPr id="4" name="幻灯片编号占位符 5"/>
          <p:cNvSpPr>
            <a:spLocks noGrp="1"/>
          </p:cNvSpPr>
          <p:nvPr>
            <p:ph type="sldNum" sz="quarter" idx="12"/>
          </p:nvPr>
        </p:nvSpPr>
        <p:spPr/>
        <p:txBody>
          <a:bodyPr/>
          <a:lstStyle>
            <a:lvl1pPr>
              <a:defRPr/>
            </a:lvl1pPr>
          </a:lstStyle>
          <a:p>
            <a:pPr defTabSz="457200" fontAlgn="base">
              <a:spcBef>
                <a:spcPct val="0"/>
              </a:spcBef>
              <a:spcAft>
                <a:spcPct val="0"/>
              </a:spcAft>
              <a:defRPr/>
            </a:pPr>
            <a:fld id="{897B4F59-3DEE-F648-B2A8-ECAF1DE2267A}" type="slidenum">
              <a:rPr kumimoji="1" lang="zh-CN" altLang="en-US" smtClean="0"/>
              <a:pPr defTabSz="457200" fontAlgn="base">
                <a:spcBef>
                  <a:spcPct val="0"/>
                </a:spcBef>
                <a:spcAft>
                  <a:spcPct val="0"/>
                </a:spcAft>
                <a:defRPr/>
              </a:pPr>
              <a:t>‹#›</a:t>
            </a:fld>
            <a:endParaRPr kumimoji="1" lang="zh-CN" altLang="en-US"/>
          </a:p>
        </p:txBody>
      </p:sp>
    </p:spTree>
    <p:extLst>
      <p:ext uri="{BB962C8B-B14F-4D97-AF65-F5344CB8AC3E}">
        <p14:creationId xmlns:p14="http://schemas.microsoft.com/office/powerpoint/2010/main" val="341642985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defTabSz="457200" fontAlgn="base">
              <a:spcBef>
                <a:spcPct val="0"/>
              </a:spcBef>
              <a:spcAft>
                <a:spcPct val="0"/>
              </a:spcAft>
              <a:defRPr/>
            </a:pPr>
            <a:fld id="{F06C6544-3C2D-B944-A5E0-A5DDB378549D}" type="datetimeFigureOut">
              <a:rPr kumimoji="1" lang="zh-CN" altLang="en-US" smtClean="0"/>
              <a:pPr defTabSz="457200" fontAlgn="base">
                <a:spcBef>
                  <a:spcPct val="0"/>
                </a:spcBef>
                <a:spcAft>
                  <a:spcPct val="0"/>
                </a:spcAft>
                <a:defRPr/>
              </a:pPr>
              <a:t>2020/10/27</a:t>
            </a:fld>
            <a:endParaRPr kumimoji="1" lang="zh-CN" altLang="en-US"/>
          </a:p>
        </p:txBody>
      </p:sp>
      <p:sp>
        <p:nvSpPr>
          <p:cNvPr id="6" name="页脚占位符 4"/>
          <p:cNvSpPr>
            <a:spLocks noGrp="1"/>
          </p:cNvSpPr>
          <p:nvPr>
            <p:ph type="ftr" sz="quarter" idx="11"/>
          </p:nvPr>
        </p:nvSpPr>
        <p:spPr/>
        <p:txBody>
          <a:bodyPr/>
          <a:lstStyle>
            <a:lvl1pPr>
              <a:defRPr/>
            </a:lvl1pPr>
          </a:lstStyle>
          <a:p>
            <a:pPr defTabSz="457200">
              <a:defRPr/>
            </a:pPr>
            <a:endParaRPr kumimoji="1" lang="zh-CN" altLang="en-US">
              <a:solidFill>
                <a:prstClr val="black">
                  <a:tint val="75000"/>
                </a:prstClr>
              </a:solidFill>
            </a:endParaRPr>
          </a:p>
        </p:txBody>
      </p:sp>
      <p:sp>
        <p:nvSpPr>
          <p:cNvPr id="7" name="幻灯片编号占位符 5"/>
          <p:cNvSpPr>
            <a:spLocks noGrp="1"/>
          </p:cNvSpPr>
          <p:nvPr>
            <p:ph type="sldNum" sz="quarter" idx="12"/>
          </p:nvPr>
        </p:nvSpPr>
        <p:spPr/>
        <p:txBody>
          <a:bodyPr/>
          <a:lstStyle>
            <a:lvl1pPr>
              <a:defRPr/>
            </a:lvl1pPr>
          </a:lstStyle>
          <a:p>
            <a:pPr defTabSz="457200" fontAlgn="base">
              <a:spcBef>
                <a:spcPct val="0"/>
              </a:spcBef>
              <a:spcAft>
                <a:spcPct val="0"/>
              </a:spcAft>
              <a:defRPr/>
            </a:pPr>
            <a:fld id="{E973BAB4-E573-B34A-A8A4-F6D3A02373A2}" type="slidenum">
              <a:rPr kumimoji="1" lang="zh-CN" altLang="en-US" smtClean="0"/>
              <a:pPr defTabSz="457200" fontAlgn="base">
                <a:spcBef>
                  <a:spcPct val="0"/>
                </a:spcBef>
                <a:spcAft>
                  <a:spcPct val="0"/>
                </a:spcAft>
                <a:defRPr/>
              </a:pPr>
              <a:t>‹#›</a:t>
            </a:fld>
            <a:endParaRPr kumimoji="1" lang="zh-CN" altLang="en-US"/>
          </a:p>
        </p:txBody>
      </p:sp>
    </p:spTree>
    <p:extLst>
      <p:ext uri="{BB962C8B-B14F-4D97-AF65-F5344CB8AC3E}">
        <p14:creationId xmlns:p14="http://schemas.microsoft.com/office/powerpoint/2010/main" val="371881859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defTabSz="457200" fontAlgn="base">
              <a:spcBef>
                <a:spcPct val="0"/>
              </a:spcBef>
              <a:spcAft>
                <a:spcPct val="0"/>
              </a:spcAft>
              <a:defRPr/>
            </a:pPr>
            <a:fld id="{2E1F5CE5-2773-DE4B-A040-3FEADF49CD53}" type="datetimeFigureOut">
              <a:rPr kumimoji="1" lang="zh-CN" altLang="en-US" smtClean="0"/>
              <a:pPr defTabSz="457200" fontAlgn="base">
                <a:spcBef>
                  <a:spcPct val="0"/>
                </a:spcBef>
                <a:spcAft>
                  <a:spcPct val="0"/>
                </a:spcAft>
                <a:defRPr/>
              </a:pPr>
              <a:t>2020/10/27</a:t>
            </a:fld>
            <a:endParaRPr kumimoji="1" lang="zh-CN" altLang="en-US"/>
          </a:p>
        </p:txBody>
      </p:sp>
      <p:sp>
        <p:nvSpPr>
          <p:cNvPr id="6" name="页脚占位符 4"/>
          <p:cNvSpPr>
            <a:spLocks noGrp="1"/>
          </p:cNvSpPr>
          <p:nvPr>
            <p:ph type="ftr" sz="quarter" idx="11"/>
          </p:nvPr>
        </p:nvSpPr>
        <p:spPr/>
        <p:txBody>
          <a:bodyPr/>
          <a:lstStyle>
            <a:lvl1pPr>
              <a:defRPr/>
            </a:lvl1pPr>
          </a:lstStyle>
          <a:p>
            <a:pPr defTabSz="457200">
              <a:defRPr/>
            </a:pPr>
            <a:endParaRPr kumimoji="1" lang="zh-CN" altLang="en-US">
              <a:solidFill>
                <a:prstClr val="black">
                  <a:tint val="75000"/>
                </a:prstClr>
              </a:solidFill>
            </a:endParaRPr>
          </a:p>
        </p:txBody>
      </p:sp>
      <p:sp>
        <p:nvSpPr>
          <p:cNvPr id="7" name="幻灯片编号占位符 5"/>
          <p:cNvSpPr>
            <a:spLocks noGrp="1"/>
          </p:cNvSpPr>
          <p:nvPr>
            <p:ph type="sldNum" sz="quarter" idx="12"/>
          </p:nvPr>
        </p:nvSpPr>
        <p:spPr/>
        <p:txBody>
          <a:bodyPr/>
          <a:lstStyle>
            <a:lvl1pPr>
              <a:defRPr/>
            </a:lvl1pPr>
          </a:lstStyle>
          <a:p>
            <a:pPr defTabSz="457200" fontAlgn="base">
              <a:spcBef>
                <a:spcPct val="0"/>
              </a:spcBef>
              <a:spcAft>
                <a:spcPct val="0"/>
              </a:spcAft>
              <a:defRPr/>
            </a:pPr>
            <a:fld id="{2EF9C941-1671-FE4C-9517-A97A8F71DA48}" type="slidenum">
              <a:rPr kumimoji="1" lang="zh-CN" altLang="en-US" smtClean="0"/>
              <a:pPr defTabSz="457200" fontAlgn="base">
                <a:spcBef>
                  <a:spcPct val="0"/>
                </a:spcBef>
                <a:spcAft>
                  <a:spcPct val="0"/>
                </a:spcAft>
                <a:defRPr/>
              </a:pPr>
              <a:t>‹#›</a:t>
            </a:fld>
            <a:endParaRPr kumimoji="1" lang="zh-CN" altLang="en-US"/>
          </a:p>
        </p:txBody>
      </p:sp>
    </p:spTree>
    <p:extLst>
      <p:ext uri="{BB962C8B-B14F-4D97-AF65-F5344CB8AC3E}">
        <p14:creationId xmlns:p14="http://schemas.microsoft.com/office/powerpoint/2010/main" val="5800905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本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lvl1pPr>
              <a:defRPr/>
            </a:lvl1pPr>
          </a:lstStyle>
          <a:p>
            <a:pPr defTabSz="457200" fontAlgn="base">
              <a:spcBef>
                <a:spcPct val="0"/>
              </a:spcBef>
              <a:spcAft>
                <a:spcPct val="0"/>
              </a:spcAft>
              <a:defRPr/>
            </a:pPr>
            <a:fld id="{28CACC5E-3C01-B845-A2D7-8B54C27F1A35}" type="datetimeFigureOut">
              <a:rPr kumimoji="1" lang="zh-CN" altLang="en-US" smtClean="0"/>
              <a:pPr defTabSz="457200" fontAlgn="base">
                <a:spcBef>
                  <a:spcPct val="0"/>
                </a:spcBef>
                <a:spcAft>
                  <a:spcPct val="0"/>
                </a:spcAft>
                <a:defRPr/>
              </a:pPr>
              <a:t>2020/10/27</a:t>
            </a:fld>
            <a:endParaRPr kumimoji="1" lang="zh-CN" altLang="en-US"/>
          </a:p>
        </p:txBody>
      </p:sp>
      <p:sp>
        <p:nvSpPr>
          <p:cNvPr id="5" name="页脚占位符 4"/>
          <p:cNvSpPr>
            <a:spLocks noGrp="1"/>
          </p:cNvSpPr>
          <p:nvPr>
            <p:ph type="ftr" sz="quarter" idx="11"/>
          </p:nvPr>
        </p:nvSpPr>
        <p:spPr/>
        <p:txBody>
          <a:bodyPr/>
          <a:lstStyle>
            <a:lvl1pPr>
              <a:defRPr/>
            </a:lvl1pPr>
          </a:lstStyle>
          <a:p>
            <a:pPr defTabSz="457200">
              <a:defRPr/>
            </a:pPr>
            <a:endParaRPr kumimoji="1" lang="zh-CN" altLang="en-US">
              <a:solidFill>
                <a:prstClr val="black">
                  <a:tint val="75000"/>
                </a:prstClr>
              </a:solidFill>
            </a:endParaRPr>
          </a:p>
        </p:txBody>
      </p:sp>
      <p:sp>
        <p:nvSpPr>
          <p:cNvPr id="6" name="幻灯片编号占位符 5"/>
          <p:cNvSpPr>
            <a:spLocks noGrp="1"/>
          </p:cNvSpPr>
          <p:nvPr>
            <p:ph type="sldNum" sz="quarter" idx="12"/>
          </p:nvPr>
        </p:nvSpPr>
        <p:spPr/>
        <p:txBody>
          <a:bodyPr/>
          <a:lstStyle>
            <a:lvl1pPr>
              <a:defRPr/>
            </a:lvl1pPr>
          </a:lstStyle>
          <a:p>
            <a:pPr defTabSz="457200" fontAlgn="base">
              <a:spcBef>
                <a:spcPct val="0"/>
              </a:spcBef>
              <a:spcAft>
                <a:spcPct val="0"/>
              </a:spcAft>
              <a:defRPr/>
            </a:pPr>
            <a:fld id="{D4ECCDDA-5D18-C340-BF46-E0E81079968E}" type="slidenum">
              <a:rPr kumimoji="1" lang="zh-CN" altLang="en-US" smtClean="0"/>
              <a:pPr defTabSz="457200" fontAlgn="base">
                <a:spcBef>
                  <a:spcPct val="0"/>
                </a:spcBef>
                <a:spcAft>
                  <a:spcPct val="0"/>
                </a:spcAft>
                <a:defRPr/>
              </a:pPr>
              <a:t>‹#›</a:t>
            </a:fld>
            <a:endParaRPr kumimoji="1" lang="zh-CN" altLang="en-US"/>
          </a:p>
        </p:txBody>
      </p:sp>
    </p:spTree>
    <p:extLst>
      <p:ext uri="{BB962C8B-B14F-4D97-AF65-F5344CB8AC3E}">
        <p14:creationId xmlns:p14="http://schemas.microsoft.com/office/powerpoint/2010/main" val="166918755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本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lvl1pPr>
              <a:defRPr/>
            </a:lvl1pPr>
          </a:lstStyle>
          <a:p>
            <a:pPr defTabSz="457200" fontAlgn="base">
              <a:spcBef>
                <a:spcPct val="0"/>
              </a:spcBef>
              <a:spcAft>
                <a:spcPct val="0"/>
              </a:spcAft>
              <a:defRPr/>
            </a:pPr>
            <a:fld id="{78753A58-FDDC-4A4C-91BC-7D5505A40D65}" type="datetimeFigureOut">
              <a:rPr kumimoji="1" lang="zh-CN" altLang="en-US" smtClean="0"/>
              <a:pPr defTabSz="457200" fontAlgn="base">
                <a:spcBef>
                  <a:spcPct val="0"/>
                </a:spcBef>
                <a:spcAft>
                  <a:spcPct val="0"/>
                </a:spcAft>
                <a:defRPr/>
              </a:pPr>
              <a:t>2020/10/27</a:t>
            </a:fld>
            <a:endParaRPr kumimoji="1" lang="zh-CN" altLang="en-US"/>
          </a:p>
        </p:txBody>
      </p:sp>
      <p:sp>
        <p:nvSpPr>
          <p:cNvPr id="5" name="页脚占位符 4"/>
          <p:cNvSpPr>
            <a:spLocks noGrp="1"/>
          </p:cNvSpPr>
          <p:nvPr>
            <p:ph type="ftr" sz="quarter" idx="11"/>
          </p:nvPr>
        </p:nvSpPr>
        <p:spPr/>
        <p:txBody>
          <a:bodyPr/>
          <a:lstStyle>
            <a:lvl1pPr>
              <a:defRPr/>
            </a:lvl1pPr>
          </a:lstStyle>
          <a:p>
            <a:pPr defTabSz="457200">
              <a:defRPr/>
            </a:pPr>
            <a:endParaRPr kumimoji="1" lang="zh-CN" altLang="en-US">
              <a:solidFill>
                <a:prstClr val="black">
                  <a:tint val="75000"/>
                </a:prstClr>
              </a:solidFill>
            </a:endParaRPr>
          </a:p>
        </p:txBody>
      </p:sp>
      <p:sp>
        <p:nvSpPr>
          <p:cNvPr id="6" name="幻灯片编号占位符 5"/>
          <p:cNvSpPr>
            <a:spLocks noGrp="1"/>
          </p:cNvSpPr>
          <p:nvPr>
            <p:ph type="sldNum" sz="quarter" idx="12"/>
          </p:nvPr>
        </p:nvSpPr>
        <p:spPr/>
        <p:txBody>
          <a:bodyPr/>
          <a:lstStyle>
            <a:lvl1pPr>
              <a:defRPr/>
            </a:lvl1pPr>
          </a:lstStyle>
          <a:p>
            <a:pPr defTabSz="457200" fontAlgn="base">
              <a:spcBef>
                <a:spcPct val="0"/>
              </a:spcBef>
              <a:spcAft>
                <a:spcPct val="0"/>
              </a:spcAft>
              <a:defRPr/>
            </a:pPr>
            <a:fld id="{18AADB37-87A4-1D47-A61F-7F5B804C279B}" type="slidenum">
              <a:rPr kumimoji="1" lang="zh-CN" altLang="en-US" smtClean="0"/>
              <a:pPr defTabSz="457200" fontAlgn="base">
                <a:spcBef>
                  <a:spcPct val="0"/>
                </a:spcBef>
                <a:spcAft>
                  <a:spcPct val="0"/>
                </a:spcAft>
                <a:defRPr/>
              </a:pPr>
              <a:t>‹#›</a:t>
            </a:fld>
            <a:endParaRPr kumimoji="1" lang="zh-CN" altLang="en-US"/>
          </a:p>
        </p:txBody>
      </p:sp>
    </p:spTree>
    <p:extLst>
      <p:ext uri="{BB962C8B-B14F-4D97-AF65-F5344CB8AC3E}">
        <p14:creationId xmlns:p14="http://schemas.microsoft.com/office/powerpoint/2010/main" val="1973025397"/>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grpSp>
        <p:nvGrpSpPr>
          <p:cNvPr id="2" name="组合 1"/>
          <p:cNvGrpSpPr/>
          <p:nvPr userDrawn="1"/>
        </p:nvGrpSpPr>
        <p:grpSpPr>
          <a:xfrm>
            <a:off x="375373" y="2"/>
            <a:ext cx="140967" cy="962147"/>
            <a:chOff x="281524" y="0"/>
            <a:chExt cx="105725" cy="721610"/>
          </a:xfrm>
          <a:solidFill>
            <a:srgbClr val="1A7BAE"/>
          </a:solidFill>
        </p:grpSpPr>
        <p:sp>
          <p:nvSpPr>
            <p:cNvPr id="3" name="矩形 2"/>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 name="矩形 3"/>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5" name="组合 6"/>
          <p:cNvGrpSpPr/>
          <p:nvPr userDrawn="1"/>
        </p:nvGrpSpPr>
        <p:grpSpPr>
          <a:xfrm rot="10800000">
            <a:off x="11735682" y="6617464"/>
            <a:ext cx="140967" cy="240536"/>
            <a:chOff x="281524" y="0"/>
            <a:chExt cx="105725" cy="721610"/>
          </a:xfrm>
          <a:solidFill>
            <a:srgbClr val="1A7BAE"/>
          </a:solidFill>
        </p:grpSpPr>
        <p:sp>
          <p:nvSpPr>
            <p:cNvPr id="6" name="矩形 5"/>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7" name="矩形 6"/>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spTree>
    <p:extLst>
      <p:ext uri="{BB962C8B-B14F-4D97-AF65-F5344CB8AC3E}">
        <p14:creationId xmlns:p14="http://schemas.microsoft.com/office/powerpoint/2010/main" val="2413705752"/>
      </p:ext>
    </p:extLst>
  </p:cSld>
  <p:clrMapOvr>
    <a:masterClrMapping/>
  </p:clrMapOvr>
  <p:transition spd="slow">
    <p:push dir="u"/>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grpSp>
        <p:nvGrpSpPr>
          <p:cNvPr id="2" name="组合 1"/>
          <p:cNvGrpSpPr/>
          <p:nvPr userDrawn="1"/>
        </p:nvGrpSpPr>
        <p:grpSpPr>
          <a:xfrm>
            <a:off x="375367" y="1"/>
            <a:ext cx="140967" cy="962147"/>
            <a:chOff x="281524" y="0"/>
            <a:chExt cx="105725" cy="721610"/>
          </a:xfrm>
          <a:solidFill>
            <a:srgbClr val="95BC49"/>
          </a:solidFill>
        </p:grpSpPr>
        <p:sp>
          <p:nvSpPr>
            <p:cNvPr id="3" name="矩形 2"/>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 name="矩形 3"/>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5" name="组合 6"/>
          <p:cNvGrpSpPr/>
          <p:nvPr userDrawn="1"/>
        </p:nvGrpSpPr>
        <p:grpSpPr>
          <a:xfrm rot="10800000">
            <a:off x="11735677" y="6617464"/>
            <a:ext cx="140967" cy="240536"/>
            <a:chOff x="281524" y="0"/>
            <a:chExt cx="105725" cy="721610"/>
          </a:xfrm>
          <a:solidFill>
            <a:srgbClr val="95BC49"/>
          </a:solidFill>
        </p:grpSpPr>
        <p:sp>
          <p:nvSpPr>
            <p:cNvPr id="6" name="矩形 5"/>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7" name="矩形 6"/>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spTree>
    <p:extLst>
      <p:ext uri="{BB962C8B-B14F-4D97-AF65-F5344CB8AC3E}">
        <p14:creationId xmlns:p14="http://schemas.microsoft.com/office/powerpoint/2010/main" val="3026399017"/>
      </p:ext>
    </p:extLst>
  </p:cSld>
  <p:clrMapOvr>
    <a:masterClrMapping/>
  </p:clrMapOvr>
  <p:transition spd="slow"/>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6_标题和内容">
    <p:spTree>
      <p:nvGrpSpPr>
        <p:cNvPr id="1" name=""/>
        <p:cNvGrpSpPr/>
        <p:nvPr/>
      </p:nvGrpSpPr>
      <p:grpSpPr>
        <a:xfrm>
          <a:off x="0" y="0"/>
          <a:ext cx="0" cy="0"/>
          <a:chOff x="0" y="0"/>
          <a:chExt cx="0" cy="0"/>
        </a:xfrm>
      </p:grpSpPr>
      <p:grpSp>
        <p:nvGrpSpPr>
          <p:cNvPr id="2" name="组合 1"/>
          <p:cNvGrpSpPr/>
          <p:nvPr userDrawn="1"/>
        </p:nvGrpSpPr>
        <p:grpSpPr>
          <a:xfrm>
            <a:off x="375367" y="1"/>
            <a:ext cx="140967" cy="962147"/>
            <a:chOff x="281524" y="0"/>
            <a:chExt cx="105725" cy="721610"/>
          </a:xfrm>
          <a:solidFill>
            <a:srgbClr val="FDA907"/>
          </a:solidFill>
        </p:grpSpPr>
        <p:sp>
          <p:nvSpPr>
            <p:cNvPr id="3" name="矩形 2"/>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 name="矩形 3"/>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5" name="组合 6"/>
          <p:cNvGrpSpPr/>
          <p:nvPr userDrawn="1"/>
        </p:nvGrpSpPr>
        <p:grpSpPr>
          <a:xfrm rot="10800000">
            <a:off x="11735677" y="6617464"/>
            <a:ext cx="140967" cy="240536"/>
            <a:chOff x="281524" y="0"/>
            <a:chExt cx="105725" cy="721610"/>
          </a:xfrm>
          <a:solidFill>
            <a:srgbClr val="FDA907"/>
          </a:solidFill>
        </p:grpSpPr>
        <p:sp>
          <p:nvSpPr>
            <p:cNvPr id="6" name="矩形 5"/>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7" name="矩形 6"/>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spTree>
    <p:extLst>
      <p:ext uri="{BB962C8B-B14F-4D97-AF65-F5344CB8AC3E}">
        <p14:creationId xmlns:p14="http://schemas.microsoft.com/office/powerpoint/2010/main" val="3358777328"/>
      </p:ext>
    </p:extLst>
  </p:cSld>
  <p:clrMapOvr>
    <a:masterClrMapping/>
  </p:clrMapOvr>
  <p:transition spd="slow"/>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5_标题和内容">
    <p:spTree>
      <p:nvGrpSpPr>
        <p:cNvPr id="1" name=""/>
        <p:cNvGrpSpPr/>
        <p:nvPr/>
      </p:nvGrpSpPr>
      <p:grpSpPr>
        <a:xfrm>
          <a:off x="0" y="0"/>
          <a:ext cx="0" cy="0"/>
          <a:chOff x="0" y="0"/>
          <a:chExt cx="0" cy="0"/>
        </a:xfrm>
      </p:grpSpPr>
      <p:grpSp>
        <p:nvGrpSpPr>
          <p:cNvPr id="2" name="组合 1"/>
          <p:cNvGrpSpPr/>
          <p:nvPr userDrawn="1"/>
        </p:nvGrpSpPr>
        <p:grpSpPr>
          <a:xfrm>
            <a:off x="375367" y="1"/>
            <a:ext cx="140967" cy="962147"/>
            <a:chOff x="281524" y="0"/>
            <a:chExt cx="105725" cy="721610"/>
          </a:xfrm>
          <a:solidFill>
            <a:srgbClr val="BF3420"/>
          </a:solidFill>
        </p:grpSpPr>
        <p:sp>
          <p:nvSpPr>
            <p:cNvPr id="3" name="矩形 2"/>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 name="矩形 3"/>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5" name="组合 6"/>
          <p:cNvGrpSpPr/>
          <p:nvPr userDrawn="1"/>
        </p:nvGrpSpPr>
        <p:grpSpPr>
          <a:xfrm rot="10800000">
            <a:off x="11735677" y="6617464"/>
            <a:ext cx="140967" cy="240536"/>
            <a:chOff x="281524" y="0"/>
            <a:chExt cx="105725" cy="721610"/>
          </a:xfrm>
          <a:solidFill>
            <a:srgbClr val="BF3420"/>
          </a:solidFill>
        </p:grpSpPr>
        <p:sp>
          <p:nvSpPr>
            <p:cNvPr id="6" name="矩形 5"/>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7" name="矩形 6"/>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spTree>
    <p:extLst>
      <p:ext uri="{BB962C8B-B14F-4D97-AF65-F5344CB8AC3E}">
        <p14:creationId xmlns:p14="http://schemas.microsoft.com/office/powerpoint/2010/main" val="1964140223"/>
      </p:ext>
    </p:extLst>
  </p:cSld>
  <p:clrMapOvr>
    <a:masterClrMapping/>
  </p:clrMapOvr>
  <p:transition spd="slow"/>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9909536"/>
      </p:ext>
    </p:extLst>
  </p:cSld>
  <p:clrMapOvr>
    <a:masterClrMapping/>
  </p:clrMapOvr>
  <p:transition spd="slow">
    <p:push dir="u"/>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1_比较">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5602265"/>
      </p:ext>
    </p:extLst>
  </p:cSld>
  <p:clrMapOvr>
    <a:masterClrMapping/>
  </p:clrMapOvr>
  <p:transition spd="slow">
    <p:push dir="u"/>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9_标题和内容">
    <p:spTree>
      <p:nvGrpSpPr>
        <p:cNvPr id="1" name=""/>
        <p:cNvGrpSpPr/>
        <p:nvPr/>
      </p:nvGrpSpPr>
      <p:grpSpPr>
        <a:xfrm>
          <a:off x="0" y="0"/>
          <a:ext cx="0" cy="0"/>
          <a:chOff x="0" y="0"/>
          <a:chExt cx="0" cy="0"/>
        </a:xfrm>
      </p:grpSpPr>
      <p:grpSp>
        <p:nvGrpSpPr>
          <p:cNvPr id="2" name="组合 1"/>
          <p:cNvGrpSpPr/>
          <p:nvPr userDrawn="1"/>
        </p:nvGrpSpPr>
        <p:grpSpPr>
          <a:xfrm>
            <a:off x="375367" y="1"/>
            <a:ext cx="140967" cy="962147"/>
            <a:chOff x="281524" y="0"/>
            <a:chExt cx="105725" cy="721610"/>
          </a:xfrm>
          <a:solidFill>
            <a:srgbClr val="1A7BAE"/>
          </a:solidFill>
        </p:grpSpPr>
        <p:sp>
          <p:nvSpPr>
            <p:cNvPr id="3" name="矩形 2"/>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 name="矩形 3"/>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5" name="组合 6"/>
          <p:cNvGrpSpPr/>
          <p:nvPr userDrawn="1"/>
        </p:nvGrpSpPr>
        <p:grpSpPr>
          <a:xfrm rot="10800000">
            <a:off x="11735677" y="6617464"/>
            <a:ext cx="140967" cy="240536"/>
            <a:chOff x="281524" y="0"/>
            <a:chExt cx="105725" cy="721610"/>
          </a:xfrm>
          <a:solidFill>
            <a:srgbClr val="1A7BAE"/>
          </a:solidFill>
        </p:grpSpPr>
        <p:sp>
          <p:nvSpPr>
            <p:cNvPr id="6" name="矩形 5"/>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7" name="矩形 6"/>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spTree>
    <p:extLst>
      <p:ext uri="{BB962C8B-B14F-4D97-AF65-F5344CB8AC3E}">
        <p14:creationId xmlns:p14="http://schemas.microsoft.com/office/powerpoint/2010/main" val="2173939983"/>
      </p:ext>
    </p:extLst>
  </p:cSld>
  <p:clrMapOvr>
    <a:masterClrMapping/>
  </p:clrMapOvr>
  <p:transition spd="slow"/>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11_标题和内容">
    <p:spTree>
      <p:nvGrpSpPr>
        <p:cNvPr id="1" name=""/>
        <p:cNvGrpSpPr/>
        <p:nvPr/>
      </p:nvGrpSpPr>
      <p:grpSpPr>
        <a:xfrm>
          <a:off x="0" y="0"/>
          <a:ext cx="0" cy="0"/>
          <a:chOff x="0" y="0"/>
          <a:chExt cx="0" cy="0"/>
        </a:xfrm>
      </p:grpSpPr>
      <p:grpSp>
        <p:nvGrpSpPr>
          <p:cNvPr id="2" name="组合 1"/>
          <p:cNvGrpSpPr/>
          <p:nvPr userDrawn="1"/>
        </p:nvGrpSpPr>
        <p:grpSpPr>
          <a:xfrm>
            <a:off x="375367" y="1"/>
            <a:ext cx="140967" cy="962147"/>
            <a:chOff x="281524" y="0"/>
            <a:chExt cx="105725" cy="721610"/>
          </a:xfrm>
          <a:solidFill>
            <a:srgbClr val="FDA907"/>
          </a:solidFill>
        </p:grpSpPr>
        <p:sp>
          <p:nvSpPr>
            <p:cNvPr id="3" name="矩形 2"/>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 name="矩形 3"/>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5" name="组合 6"/>
          <p:cNvGrpSpPr/>
          <p:nvPr userDrawn="1"/>
        </p:nvGrpSpPr>
        <p:grpSpPr>
          <a:xfrm rot="10800000">
            <a:off x="11735677" y="6617464"/>
            <a:ext cx="140967" cy="240536"/>
            <a:chOff x="281524" y="0"/>
            <a:chExt cx="105725" cy="721610"/>
          </a:xfrm>
          <a:solidFill>
            <a:srgbClr val="FDA907"/>
          </a:solidFill>
        </p:grpSpPr>
        <p:sp>
          <p:nvSpPr>
            <p:cNvPr id="6" name="矩形 5"/>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7" name="矩形 6"/>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spTree>
    <p:extLst>
      <p:ext uri="{BB962C8B-B14F-4D97-AF65-F5344CB8AC3E}">
        <p14:creationId xmlns:p14="http://schemas.microsoft.com/office/powerpoint/2010/main" val="1456022415"/>
      </p:ext>
    </p:extLst>
  </p:cSld>
  <p:clrMapOvr>
    <a:masterClrMapping/>
  </p:clrMapOvr>
  <p:transition spd="slow"/>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椭圆 1"/>
          <p:cNvSpPr/>
          <p:nvPr userDrawn="1"/>
        </p:nvSpPr>
        <p:spPr>
          <a:xfrm rot="5400000">
            <a:off x="2387601" y="567267"/>
            <a:ext cx="2705100" cy="1570567"/>
          </a:xfrm>
          <a:custGeom>
            <a:avLst/>
            <a:gdLst/>
            <a:ahLst/>
            <a:cxnLst/>
            <a:rect l="l" t="t" r="r" b="b"/>
            <a:pathLst>
              <a:path w="2028376" h="1177563">
                <a:moveTo>
                  <a:pt x="0" y="1177563"/>
                </a:moveTo>
                <a:lnTo>
                  <a:pt x="0" y="0"/>
                </a:lnTo>
                <a:lnTo>
                  <a:pt x="2028376" y="0"/>
                </a:lnTo>
                <a:cubicBezTo>
                  <a:pt x="1624320" y="702037"/>
                  <a:pt x="867468" y="1174384"/>
                  <a:pt x="0" y="1177563"/>
                </a:cubicBezTo>
                <a:close/>
              </a:path>
            </a:pathLst>
          </a:custGeom>
          <a:solidFill>
            <a:srgbClr val="BF342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3" name="矩形 7"/>
          <p:cNvSpPr/>
          <p:nvPr userDrawn="1"/>
        </p:nvSpPr>
        <p:spPr>
          <a:xfrm rot="5400000">
            <a:off x="3747030" y="778405"/>
            <a:ext cx="3127375" cy="1570567"/>
          </a:xfrm>
          <a:custGeom>
            <a:avLst/>
            <a:gdLst/>
            <a:ahLst/>
            <a:cxnLst/>
            <a:rect l="l" t="t" r="r" b="b"/>
            <a:pathLst>
              <a:path w="2346109" h="1177890">
                <a:moveTo>
                  <a:pt x="0" y="1177890"/>
                </a:moveTo>
                <a:lnTo>
                  <a:pt x="0" y="0"/>
                </a:lnTo>
                <a:lnTo>
                  <a:pt x="2346109" y="0"/>
                </a:lnTo>
                <a:cubicBezTo>
                  <a:pt x="2346109" y="429552"/>
                  <a:pt x="2231144" y="832251"/>
                  <a:pt x="2028377" y="1177890"/>
                </a:cubicBezTo>
                <a:close/>
              </a:path>
            </a:pathLst>
          </a:custGeom>
          <a:solidFill>
            <a:srgbClr val="FDA90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 name="椭圆 12"/>
          <p:cNvSpPr/>
          <p:nvPr userDrawn="1"/>
        </p:nvSpPr>
        <p:spPr>
          <a:xfrm rot="5400000">
            <a:off x="7099301" y="567267"/>
            <a:ext cx="2705100" cy="1570567"/>
          </a:xfrm>
          <a:custGeom>
            <a:avLst/>
            <a:gdLst/>
            <a:ahLst/>
            <a:cxnLst/>
            <a:rect l="l" t="t" r="r" b="b"/>
            <a:pathLst>
              <a:path w="2028375" h="1177562">
                <a:moveTo>
                  <a:pt x="0" y="1177562"/>
                </a:moveTo>
                <a:lnTo>
                  <a:pt x="0" y="0"/>
                </a:lnTo>
                <a:cubicBezTo>
                  <a:pt x="867468" y="3179"/>
                  <a:pt x="1624319" y="475526"/>
                  <a:pt x="2028375" y="1177562"/>
                </a:cubicBezTo>
                <a:close/>
              </a:path>
            </a:pathLst>
          </a:custGeom>
          <a:solidFill>
            <a:srgbClr val="1A7B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5" name="椭圆 13"/>
          <p:cNvSpPr/>
          <p:nvPr userDrawn="1"/>
        </p:nvSpPr>
        <p:spPr>
          <a:xfrm rot="5400000">
            <a:off x="5316803" y="779199"/>
            <a:ext cx="3128963" cy="1570567"/>
          </a:xfrm>
          <a:custGeom>
            <a:avLst/>
            <a:gdLst/>
            <a:ahLst/>
            <a:cxnLst/>
            <a:rect l="l" t="t" r="r" b="b"/>
            <a:pathLst>
              <a:path w="2346724" h="1177890">
                <a:moveTo>
                  <a:pt x="0" y="1177890"/>
                </a:moveTo>
                <a:lnTo>
                  <a:pt x="0" y="0"/>
                </a:lnTo>
                <a:lnTo>
                  <a:pt x="2028990" y="0"/>
                </a:lnTo>
                <a:cubicBezTo>
                  <a:pt x="2231759" y="345641"/>
                  <a:pt x="2346724" y="748340"/>
                  <a:pt x="2346724" y="1177890"/>
                </a:cubicBezTo>
                <a:close/>
              </a:path>
            </a:pathLst>
          </a:custGeom>
          <a:solidFill>
            <a:srgbClr val="95BC4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弧形 5"/>
          <p:cNvSpPr/>
          <p:nvPr userDrawn="1"/>
        </p:nvSpPr>
        <p:spPr>
          <a:xfrm>
            <a:off x="2766485" y="-3351213"/>
            <a:ext cx="6659033" cy="6659563"/>
          </a:xfrm>
          <a:prstGeom prst="arc">
            <a:avLst>
              <a:gd name="adj1" fmla="val 3404"/>
              <a:gd name="adj2" fmla="val 10819516"/>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7" name="椭圆 6"/>
          <p:cNvSpPr/>
          <p:nvPr userDrawn="1"/>
        </p:nvSpPr>
        <p:spPr>
          <a:xfrm>
            <a:off x="5990167" y="3219450"/>
            <a:ext cx="211667" cy="20955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228610656"/>
      </p:ext>
    </p:extLst>
  </p:cSld>
  <p:clrMapOvr>
    <a:masterClrMapping/>
  </p:clrMapOvr>
  <p:transition spd="slow"/>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2_标题和内容">
    <p:spTree>
      <p:nvGrpSpPr>
        <p:cNvPr id="1" name=""/>
        <p:cNvGrpSpPr/>
        <p:nvPr/>
      </p:nvGrpSpPr>
      <p:grpSpPr>
        <a:xfrm>
          <a:off x="0" y="0"/>
          <a:ext cx="0" cy="0"/>
          <a:chOff x="0" y="0"/>
          <a:chExt cx="0" cy="0"/>
        </a:xfrm>
      </p:grpSpPr>
      <p:grpSp>
        <p:nvGrpSpPr>
          <p:cNvPr id="2" name="组合 1"/>
          <p:cNvGrpSpPr/>
          <p:nvPr userDrawn="1"/>
        </p:nvGrpSpPr>
        <p:grpSpPr>
          <a:xfrm>
            <a:off x="375367" y="1"/>
            <a:ext cx="140967" cy="962147"/>
            <a:chOff x="281524" y="0"/>
            <a:chExt cx="105725" cy="721610"/>
          </a:xfrm>
          <a:solidFill>
            <a:srgbClr val="BF3420"/>
          </a:solidFill>
        </p:grpSpPr>
        <p:sp>
          <p:nvSpPr>
            <p:cNvPr id="3" name="矩形 2"/>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 name="矩形 3"/>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5" name="组合 6"/>
          <p:cNvGrpSpPr/>
          <p:nvPr userDrawn="1"/>
        </p:nvGrpSpPr>
        <p:grpSpPr>
          <a:xfrm rot="10800000">
            <a:off x="11735677" y="6617464"/>
            <a:ext cx="140967" cy="240536"/>
            <a:chOff x="281524" y="0"/>
            <a:chExt cx="105725" cy="721610"/>
          </a:xfrm>
          <a:solidFill>
            <a:srgbClr val="BF3420"/>
          </a:solidFill>
        </p:grpSpPr>
        <p:sp>
          <p:nvSpPr>
            <p:cNvPr id="6" name="矩形 5"/>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7" name="矩形 6"/>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spTree>
    <p:extLst>
      <p:ext uri="{BB962C8B-B14F-4D97-AF65-F5344CB8AC3E}">
        <p14:creationId xmlns:p14="http://schemas.microsoft.com/office/powerpoint/2010/main" val="4264775988"/>
      </p:ext>
    </p:extLst>
  </p:cSld>
  <p:clrMapOvr>
    <a:masterClrMapping/>
  </p:clrMapOvr>
  <p:transition spd="slow"/>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13_标题和内容">
    <p:spTree>
      <p:nvGrpSpPr>
        <p:cNvPr id="1" name=""/>
        <p:cNvGrpSpPr/>
        <p:nvPr/>
      </p:nvGrpSpPr>
      <p:grpSpPr>
        <a:xfrm>
          <a:off x="0" y="0"/>
          <a:ext cx="0" cy="0"/>
          <a:chOff x="0" y="0"/>
          <a:chExt cx="0" cy="0"/>
        </a:xfrm>
      </p:grpSpPr>
      <p:grpSp>
        <p:nvGrpSpPr>
          <p:cNvPr id="2" name="组合 1"/>
          <p:cNvGrpSpPr/>
          <p:nvPr userDrawn="1"/>
        </p:nvGrpSpPr>
        <p:grpSpPr bwMode="auto">
          <a:xfrm>
            <a:off x="215901" y="0"/>
            <a:ext cx="300567" cy="962025"/>
            <a:chOff x="161510" y="0"/>
            <a:chExt cx="225739" cy="721610"/>
          </a:xfrm>
        </p:grpSpPr>
        <p:sp>
          <p:nvSpPr>
            <p:cNvPr id="3" name="矩形 2"/>
            <p:cNvSpPr/>
            <p:nvPr/>
          </p:nvSpPr>
          <p:spPr>
            <a:xfrm>
              <a:off x="161510" y="0"/>
              <a:ext cx="46102" cy="721610"/>
            </a:xfrm>
            <a:prstGeom prst="rect">
              <a:avLst/>
            </a:prstGeom>
            <a:solidFill>
              <a:srgbClr val="1A7B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 name="矩形 3"/>
            <p:cNvSpPr/>
            <p:nvPr/>
          </p:nvSpPr>
          <p:spPr>
            <a:xfrm>
              <a:off x="221919" y="0"/>
              <a:ext cx="46102" cy="721610"/>
            </a:xfrm>
            <a:prstGeom prst="rect">
              <a:avLst/>
            </a:prstGeom>
            <a:solidFill>
              <a:srgbClr val="95BC4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5" name="矩形 4"/>
            <p:cNvSpPr/>
            <p:nvPr/>
          </p:nvSpPr>
          <p:spPr>
            <a:xfrm>
              <a:off x="280739" y="0"/>
              <a:ext cx="46101" cy="721610"/>
            </a:xfrm>
            <a:prstGeom prst="rect">
              <a:avLst/>
            </a:prstGeom>
            <a:solidFill>
              <a:srgbClr val="FDA90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矩形 5"/>
            <p:cNvSpPr/>
            <p:nvPr/>
          </p:nvSpPr>
          <p:spPr>
            <a:xfrm>
              <a:off x="341148" y="0"/>
              <a:ext cx="46101" cy="721610"/>
            </a:xfrm>
            <a:prstGeom prst="rect">
              <a:avLst/>
            </a:prstGeom>
            <a:solidFill>
              <a:srgbClr val="BF342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7" name="组合 6"/>
          <p:cNvGrpSpPr/>
          <p:nvPr userDrawn="1"/>
        </p:nvGrpSpPr>
        <p:grpSpPr bwMode="auto">
          <a:xfrm rot="10800000">
            <a:off x="11734801" y="6616700"/>
            <a:ext cx="302684" cy="241300"/>
            <a:chOff x="161510" y="0"/>
            <a:chExt cx="225739" cy="721610"/>
          </a:xfrm>
        </p:grpSpPr>
        <p:sp>
          <p:nvSpPr>
            <p:cNvPr id="8" name="矩形 7"/>
            <p:cNvSpPr/>
            <p:nvPr/>
          </p:nvSpPr>
          <p:spPr>
            <a:xfrm>
              <a:off x="170982" y="28485"/>
              <a:ext cx="45780" cy="721610"/>
            </a:xfrm>
            <a:prstGeom prst="rect">
              <a:avLst/>
            </a:prstGeom>
            <a:solidFill>
              <a:srgbClr val="1A7B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9" name="矩形 8"/>
            <p:cNvSpPr/>
            <p:nvPr/>
          </p:nvSpPr>
          <p:spPr>
            <a:xfrm>
              <a:off x="230968" y="28485"/>
              <a:ext cx="45780" cy="721610"/>
            </a:xfrm>
            <a:prstGeom prst="rect">
              <a:avLst/>
            </a:prstGeom>
            <a:solidFill>
              <a:srgbClr val="95BC4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0" name="矩形 9"/>
            <p:cNvSpPr/>
            <p:nvPr/>
          </p:nvSpPr>
          <p:spPr>
            <a:xfrm>
              <a:off x="290954" y="28485"/>
              <a:ext cx="45780" cy="721610"/>
            </a:xfrm>
            <a:prstGeom prst="rect">
              <a:avLst/>
            </a:prstGeom>
            <a:solidFill>
              <a:srgbClr val="FDA90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1" name="矩形 10"/>
            <p:cNvSpPr/>
            <p:nvPr/>
          </p:nvSpPr>
          <p:spPr>
            <a:xfrm>
              <a:off x="350941" y="28485"/>
              <a:ext cx="45780" cy="721610"/>
            </a:xfrm>
            <a:prstGeom prst="rect">
              <a:avLst/>
            </a:prstGeom>
            <a:solidFill>
              <a:srgbClr val="BF342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spTree>
    <p:extLst>
      <p:ext uri="{BB962C8B-B14F-4D97-AF65-F5344CB8AC3E}">
        <p14:creationId xmlns:p14="http://schemas.microsoft.com/office/powerpoint/2010/main" val="1213707634"/>
      </p:ext>
    </p:extLst>
  </p:cSld>
  <p:clrMapOvr>
    <a:masterClrMapping/>
  </p:clrMapOvr>
  <p:transition spd="slow"/>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2" name="矩形 1"/>
          <p:cNvSpPr/>
          <p:nvPr userDrawn="1"/>
        </p:nvSpPr>
        <p:spPr>
          <a:xfrm>
            <a:off x="0" y="3608389"/>
            <a:ext cx="12192000" cy="18002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pic>
        <p:nvPicPr>
          <p:cNvPr id="3" name="Picture 2" descr="C:\Documents and Settings\yangweizhou\桌面\2.jpg"/>
          <p:cNvPicPr>
            <a:picLocks noChangeAspect="1" noChangeArrowheads="1"/>
          </p:cNvPicPr>
          <p:nvPr userDrawn="1"/>
        </p:nvPicPr>
        <p:blipFill>
          <a:blip r:embed="rId2">
            <a:extLst>
              <a:ext uri="{28A0092B-C50C-407E-A947-70E740481C1C}">
                <a14:useLocalDpi xmlns:a14="http://schemas.microsoft.com/office/drawing/2010/main" val="0"/>
              </a:ext>
            </a:extLst>
          </a:blip>
          <a:srcRect b="20467"/>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77212539"/>
      </p:ext>
    </p:extLst>
  </p:cSld>
  <p:clrMapOvr>
    <a:masterClrMapping/>
  </p:clrMapOvr>
  <p:transition spd="slow"/>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470836036"/>
      </p:ext>
    </p:extLst>
  </p:cSld>
  <p:clrMapOvr>
    <a:masterClrMapping/>
  </p:clrMapOvr>
  <p:transition spd="slow"/>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16_标题和内容">
    <p:spTree>
      <p:nvGrpSpPr>
        <p:cNvPr id="1" name=""/>
        <p:cNvGrpSpPr/>
        <p:nvPr/>
      </p:nvGrpSpPr>
      <p:grpSpPr>
        <a:xfrm>
          <a:off x="0" y="0"/>
          <a:ext cx="0" cy="0"/>
          <a:chOff x="0" y="0"/>
          <a:chExt cx="0" cy="0"/>
        </a:xfrm>
      </p:grpSpPr>
      <p:grpSp>
        <p:nvGrpSpPr>
          <p:cNvPr id="3" name="组合 1"/>
          <p:cNvGrpSpPr/>
          <p:nvPr userDrawn="1"/>
        </p:nvGrpSpPr>
        <p:grpSpPr>
          <a:xfrm>
            <a:off x="375367" y="1"/>
            <a:ext cx="140967" cy="962147"/>
            <a:chOff x="281524" y="0"/>
            <a:chExt cx="105725" cy="721610"/>
          </a:xfrm>
          <a:solidFill>
            <a:srgbClr val="00B050"/>
          </a:solidFill>
        </p:grpSpPr>
        <p:sp>
          <p:nvSpPr>
            <p:cNvPr id="4" name="矩形 3"/>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5" name="矩形 4"/>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6" name="组合 6"/>
          <p:cNvGrpSpPr/>
          <p:nvPr userDrawn="1"/>
        </p:nvGrpSpPr>
        <p:grpSpPr>
          <a:xfrm rot="10800000">
            <a:off x="11735677" y="6617464"/>
            <a:ext cx="140967" cy="240536"/>
            <a:chOff x="281524" y="0"/>
            <a:chExt cx="105725" cy="721610"/>
          </a:xfrm>
          <a:solidFill>
            <a:srgbClr val="00B050"/>
          </a:solidFill>
        </p:grpSpPr>
        <p:sp>
          <p:nvSpPr>
            <p:cNvPr id="7" name="矩形 6"/>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8" name="矩形 7"/>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spTree>
    <p:extLst>
      <p:ext uri="{BB962C8B-B14F-4D97-AF65-F5344CB8AC3E}">
        <p14:creationId xmlns:p14="http://schemas.microsoft.com/office/powerpoint/2010/main" val="21066697"/>
      </p:ext>
    </p:extLst>
  </p:cSld>
  <p:clrMapOvr>
    <a:masterClrMapping/>
  </p:clrMapOvr>
  <p:transition spd="slow">
    <p:push dir="u"/>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defTabSz="457200" fontAlgn="base">
              <a:spcBef>
                <a:spcPct val="0"/>
              </a:spcBef>
              <a:spcAft>
                <a:spcPct val="0"/>
              </a:spcAft>
              <a:defRPr/>
            </a:pPr>
            <a:fld id="{3CD514ED-44EC-D549-BD03-D74500207E79}" type="datetimeFigureOut">
              <a:rPr kumimoji="1" lang="zh-CN" altLang="en-US" smtClean="0"/>
              <a:pPr defTabSz="457200" fontAlgn="base">
                <a:spcBef>
                  <a:spcPct val="0"/>
                </a:spcBef>
                <a:spcAft>
                  <a:spcPct val="0"/>
                </a:spcAft>
                <a:defRPr/>
              </a:pPr>
              <a:t>2020/10/27</a:t>
            </a:fld>
            <a:endParaRPr kumimoji="1" lang="zh-CN" altLang="en-US"/>
          </a:p>
        </p:txBody>
      </p:sp>
      <p:sp>
        <p:nvSpPr>
          <p:cNvPr id="5" name="页脚占位符 4"/>
          <p:cNvSpPr>
            <a:spLocks noGrp="1"/>
          </p:cNvSpPr>
          <p:nvPr>
            <p:ph type="ftr" sz="quarter" idx="11"/>
          </p:nvPr>
        </p:nvSpPr>
        <p:spPr/>
        <p:txBody>
          <a:bodyPr/>
          <a:lstStyle>
            <a:lvl1pPr>
              <a:defRPr/>
            </a:lvl1pPr>
          </a:lstStyle>
          <a:p>
            <a:pPr defTabSz="457200">
              <a:defRPr/>
            </a:pPr>
            <a:endParaRPr kumimoji="1" lang="zh-CN" altLang="en-US">
              <a:solidFill>
                <a:prstClr val="black">
                  <a:tint val="75000"/>
                </a:prstClr>
              </a:solidFill>
            </a:endParaRPr>
          </a:p>
        </p:txBody>
      </p:sp>
      <p:sp>
        <p:nvSpPr>
          <p:cNvPr id="6" name="幻灯片编号占位符 5"/>
          <p:cNvSpPr>
            <a:spLocks noGrp="1"/>
          </p:cNvSpPr>
          <p:nvPr>
            <p:ph type="sldNum" sz="quarter" idx="12"/>
          </p:nvPr>
        </p:nvSpPr>
        <p:spPr/>
        <p:txBody>
          <a:bodyPr/>
          <a:lstStyle>
            <a:lvl1pPr>
              <a:defRPr/>
            </a:lvl1pPr>
          </a:lstStyle>
          <a:p>
            <a:pPr defTabSz="457200" fontAlgn="base">
              <a:spcBef>
                <a:spcPct val="0"/>
              </a:spcBef>
              <a:spcAft>
                <a:spcPct val="0"/>
              </a:spcAft>
              <a:defRPr/>
            </a:pPr>
            <a:fld id="{937833DD-A6E9-0E4C-8803-40B068F89247}" type="slidenum">
              <a:rPr kumimoji="1" lang="zh-CN" altLang="en-US" smtClean="0"/>
              <a:pPr defTabSz="457200" fontAlgn="base">
                <a:spcBef>
                  <a:spcPct val="0"/>
                </a:spcBef>
                <a:spcAft>
                  <a:spcPct val="0"/>
                </a:spcAft>
                <a:defRPr/>
              </a:pPr>
              <a:t>‹#›</a:t>
            </a:fld>
            <a:endParaRPr kumimoji="1" lang="zh-CN" altLang="en-US"/>
          </a:p>
        </p:txBody>
      </p:sp>
    </p:spTree>
    <p:extLst>
      <p:ext uri="{BB962C8B-B14F-4D97-AF65-F5344CB8AC3E}">
        <p14:creationId xmlns:p14="http://schemas.microsoft.com/office/powerpoint/2010/main" val="1602550831"/>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lvl1pPr>
              <a:defRPr/>
            </a:lvl1pPr>
          </a:lstStyle>
          <a:p>
            <a:pPr defTabSz="457200" fontAlgn="base">
              <a:spcBef>
                <a:spcPct val="0"/>
              </a:spcBef>
              <a:spcAft>
                <a:spcPct val="0"/>
              </a:spcAft>
              <a:defRPr/>
            </a:pPr>
            <a:fld id="{9C327F1F-21E4-8A4F-BF23-F6CA6825379B}" type="datetimeFigureOut">
              <a:rPr kumimoji="1" lang="zh-CN" altLang="en-US" smtClean="0"/>
              <a:pPr defTabSz="457200" fontAlgn="base">
                <a:spcBef>
                  <a:spcPct val="0"/>
                </a:spcBef>
                <a:spcAft>
                  <a:spcPct val="0"/>
                </a:spcAft>
                <a:defRPr/>
              </a:pPr>
              <a:t>2020/10/27</a:t>
            </a:fld>
            <a:endParaRPr kumimoji="1" lang="zh-CN" altLang="en-US"/>
          </a:p>
        </p:txBody>
      </p:sp>
      <p:sp>
        <p:nvSpPr>
          <p:cNvPr id="5" name="页脚占位符 4"/>
          <p:cNvSpPr>
            <a:spLocks noGrp="1"/>
          </p:cNvSpPr>
          <p:nvPr>
            <p:ph type="ftr" sz="quarter" idx="11"/>
          </p:nvPr>
        </p:nvSpPr>
        <p:spPr/>
        <p:txBody>
          <a:bodyPr/>
          <a:lstStyle>
            <a:lvl1pPr>
              <a:defRPr/>
            </a:lvl1pPr>
          </a:lstStyle>
          <a:p>
            <a:pPr defTabSz="457200">
              <a:defRPr/>
            </a:pPr>
            <a:endParaRPr kumimoji="1" lang="zh-CN" altLang="en-US">
              <a:solidFill>
                <a:prstClr val="black">
                  <a:tint val="75000"/>
                </a:prstClr>
              </a:solidFill>
            </a:endParaRPr>
          </a:p>
        </p:txBody>
      </p:sp>
      <p:sp>
        <p:nvSpPr>
          <p:cNvPr id="6" name="幻灯片编号占位符 5"/>
          <p:cNvSpPr>
            <a:spLocks noGrp="1"/>
          </p:cNvSpPr>
          <p:nvPr>
            <p:ph type="sldNum" sz="quarter" idx="12"/>
          </p:nvPr>
        </p:nvSpPr>
        <p:spPr/>
        <p:txBody>
          <a:bodyPr/>
          <a:lstStyle>
            <a:lvl1pPr>
              <a:defRPr/>
            </a:lvl1pPr>
          </a:lstStyle>
          <a:p>
            <a:pPr defTabSz="457200" fontAlgn="base">
              <a:spcBef>
                <a:spcPct val="0"/>
              </a:spcBef>
              <a:spcAft>
                <a:spcPct val="0"/>
              </a:spcAft>
              <a:defRPr/>
            </a:pPr>
            <a:fld id="{2D3DF938-84AA-8943-BB2B-73937EBA4E07}" type="slidenum">
              <a:rPr kumimoji="1" lang="zh-CN" altLang="en-US" smtClean="0"/>
              <a:pPr defTabSz="457200" fontAlgn="base">
                <a:spcBef>
                  <a:spcPct val="0"/>
                </a:spcBef>
                <a:spcAft>
                  <a:spcPct val="0"/>
                </a:spcAft>
                <a:defRPr/>
              </a:pPr>
              <a:t>‹#›</a:t>
            </a:fld>
            <a:endParaRPr kumimoji="1" lang="zh-CN" altLang="en-US"/>
          </a:p>
        </p:txBody>
      </p:sp>
    </p:spTree>
    <p:extLst>
      <p:ext uri="{BB962C8B-B14F-4D97-AF65-F5344CB8AC3E}">
        <p14:creationId xmlns:p14="http://schemas.microsoft.com/office/powerpoint/2010/main" val="1645234676"/>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defTabSz="457200" fontAlgn="base">
              <a:spcBef>
                <a:spcPct val="0"/>
              </a:spcBef>
              <a:spcAft>
                <a:spcPct val="0"/>
              </a:spcAft>
              <a:defRPr/>
            </a:pPr>
            <a:fld id="{8A2DB3EA-9013-D248-8C1C-888EE0DEBA27}" type="datetimeFigureOut">
              <a:rPr kumimoji="1" lang="zh-CN" altLang="en-US" smtClean="0"/>
              <a:pPr defTabSz="457200" fontAlgn="base">
                <a:spcBef>
                  <a:spcPct val="0"/>
                </a:spcBef>
                <a:spcAft>
                  <a:spcPct val="0"/>
                </a:spcAft>
                <a:defRPr/>
              </a:pPr>
              <a:t>2020/10/27</a:t>
            </a:fld>
            <a:endParaRPr kumimoji="1" lang="zh-CN" altLang="en-US"/>
          </a:p>
        </p:txBody>
      </p:sp>
      <p:sp>
        <p:nvSpPr>
          <p:cNvPr id="5" name="页脚占位符 4"/>
          <p:cNvSpPr>
            <a:spLocks noGrp="1"/>
          </p:cNvSpPr>
          <p:nvPr>
            <p:ph type="ftr" sz="quarter" idx="11"/>
          </p:nvPr>
        </p:nvSpPr>
        <p:spPr/>
        <p:txBody>
          <a:bodyPr/>
          <a:lstStyle>
            <a:lvl1pPr>
              <a:defRPr/>
            </a:lvl1pPr>
          </a:lstStyle>
          <a:p>
            <a:pPr defTabSz="457200">
              <a:defRPr/>
            </a:pPr>
            <a:endParaRPr kumimoji="1" lang="zh-CN" altLang="en-US">
              <a:solidFill>
                <a:prstClr val="black">
                  <a:tint val="75000"/>
                </a:prstClr>
              </a:solidFill>
            </a:endParaRPr>
          </a:p>
        </p:txBody>
      </p:sp>
      <p:sp>
        <p:nvSpPr>
          <p:cNvPr id="6" name="幻灯片编号占位符 5"/>
          <p:cNvSpPr>
            <a:spLocks noGrp="1"/>
          </p:cNvSpPr>
          <p:nvPr>
            <p:ph type="sldNum" sz="quarter" idx="12"/>
          </p:nvPr>
        </p:nvSpPr>
        <p:spPr/>
        <p:txBody>
          <a:bodyPr/>
          <a:lstStyle>
            <a:lvl1pPr>
              <a:defRPr/>
            </a:lvl1pPr>
          </a:lstStyle>
          <a:p>
            <a:pPr defTabSz="457200" fontAlgn="base">
              <a:spcBef>
                <a:spcPct val="0"/>
              </a:spcBef>
              <a:spcAft>
                <a:spcPct val="0"/>
              </a:spcAft>
              <a:defRPr/>
            </a:pPr>
            <a:fld id="{787CCCEE-B5F0-B441-B57A-455B378DD7E3}" type="slidenum">
              <a:rPr kumimoji="1" lang="zh-CN" altLang="en-US" smtClean="0"/>
              <a:pPr defTabSz="457200" fontAlgn="base">
                <a:spcBef>
                  <a:spcPct val="0"/>
                </a:spcBef>
                <a:spcAft>
                  <a:spcPct val="0"/>
                </a:spcAft>
                <a:defRPr/>
              </a:pPr>
              <a:t>‹#›</a:t>
            </a:fld>
            <a:endParaRPr kumimoji="1" lang="zh-CN" altLang="en-US"/>
          </a:p>
        </p:txBody>
      </p:sp>
    </p:spTree>
    <p:extLst>
      <p:ext uri="{BB962C8B-B14F-4D97-AF65-F5344CB8AC3E}">
        <p14:creationId xmlns:p14="http://schemas.microsoft.com/office/powerpoint/2010/main" val="123683916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3"/>
          <p:cNvSpPr>
            <a:spLocks noGrp="1"/>
          </p:cNvSpPr>
          <p:nvPr>
            <p:ph type="dt" sz="half" idx="10"/>
          </p:nvPr>
        </p:nvSpPr>
        <p:spPr/>
        <p:txBody>
          <a:bodyPr/>
          <a:lstStyle>
            <a:lvl1pPr>
              <a:defRPr/>
            </a:lvl1pPr>
          </a:lstStyle>
          <a:p>
            <a:pPr defTabSz="457200" fontAlgn="base">
              <a:spcBef>
                <a:spcPct val="0"/>
              </a:spcBef>
              <a:spcAft>
                <a:spcPct val="0"/>
              </a:spcAft>
              <a:defRPr/>
            </a:pPr>
            <a:fld id="{3B82A6B5-2D93-5541-8066-FD34A6FD52A9}" type="datetimeFigureOut">
              <a:rPr kumimoji="1" lang="zh-CN" altLang="en-US" smtClean="0"/>
              <a:pPr defTabSz="457200" fontAlgn="base">
                <a:spcBef>
                  <a:spcPct val="0"/>
                </a:spcBef>
                <a:spcAft>
                  <a:spcPct val="0"/>
                </a:spcAft>
                <a:defRPr/>
              </a:pPr>
              <a:t>2020/10/27</a:t>
            </a:fld>
            <a:endParaRPr kumimoji="1" lang="zh-CN" altLang="en-US"/>
          </a:p>
        </p:txBody>
      </p:sp>
      <p:sp>
        <p:nvSpPr>
          <p:cNvPr id="6" name="页脚占位符 4"/>
          <p:cNvSpPr>
            <a:spLocks noGrp="1"/>
          </p:cNvSpPr>
          <p:nvPr>
            <p:ph type="ftr" sz="quarter" idx="11"/>
          </p:nvPr>
        </p:nvSpPr>
        <p:spPr/>
        <p:txBody>
          <a:bodyPr/>
          <a:lstStyle>
            <a:lvl1pPr>
              <a:defRPr/>
            </a:lvl1pPr>
          </a:lstStyle>
          <a:p>
            <a:pPr defTabSz="457200">
              <a:defRPr/>
            </a:pPr>
            <a:endParaRPr kumimoji="1" lang="zh-CN" altLang="en-US">
              <a:solidFill>
                <a:prstClr val="black">
                  <a:tint val="75000"/>
                </a:prstClr>
              </a:solidFill>
            </a:endParaRPr>
          </a:p>
        </p:txBody>
      </p:sp>
      <p:sp>
        <p:nvSpPr>
          <p:cNvPr id="7" name="幻灯片编号占位符 5"/>
          <p:cNvSpPr>
            <a:spLocks noGrp="1"/>
          </p:cNvSpPr>
          <p:nvPr>
            <p:ph type="sldNum" sz="quarter" idx="12"/>
          </p:nvPr>
        </p:nvSpPr>
        <p:spPr/>
        <p:txBody>
          <a:bodyPr/>
          <a:lstStyle>
            <a:lvl1pPr>
              <a:defRPr/>
            </a:lvl1pPr>
          </a:lstStyle>
          <a:p>
            <a:pPr defTabSz="457200" fontAlgn="base">
              <a:spcBef>
                <a:spcPct val="0"/>
              </a:spcBef>
              <a:spcAft>
                <a:spcPct val="0"/>
              </a:spcAft>
              <a:defRPr/>
            </a:pPr>
            <a:fld id="{7AC2C501-2EF1-6240-8148-DFBAF4AEB2C3}" type="slidenum">
              <a:rPr kumimoji="1" lang="zh-CN" altLang="en-US" smtClean="0"/>
              <a:pPr defTabSz="457200" fontAlgn="base">
                <a:spcBef>
                  <a:spcPct val="0"/>
                </a:spcBef>
                <a:spcAft>
                  <a:spcPct val="0"/>
                </a:spcAft>
                <a:defRPr/>
              </a:pPr>
              <a:t>‹#›</a:t>
            </a:fld>
            <a:endParaRPr kumimoji="1" lang="zh-CN" altLang="en-US"/>
          </a:p>
        </p:txBody>
      </p:sp>
    </p:spTree>
    <p:extLst>
      <p:ext uri="{BB962C8B-B14F-4D97-AF65-F5344CB8AC3E}">
        <p14:creationId xmlns:p14="http://schemas.microsoft.com/office/powerpoint/2010/main" val="57404241"/>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3"/>
          <p:cNvSpPr>
            <a:spLocks noGrp="1"/>
          </p:cNvSpPr>
          <p:nvPr>
            <p:ph type="dt" sz="half" idx="10"/>
          </p:nvPr>
        </p:nvSpPr>
        <p:spPr/>
        <p:txBody>
          <a:bodyPr/>
          <a:lstStyle>
            <a:lvl1pPr>
              <a:defRPr/>
            </a:lvl1pPr>
          </a:lstStyle>
          <a:p>
            <a:pPr defTabSz="457200" fontAlgn="base">
              <a:spcBef>
                <a:spcPct val="0"/>
              </a:spcBef>
              <a:spcAft>
                <a:spcPct val="0"/>
              </a:spcAft>
              <a:defRPr/>
            </a:pPr>
            <a:fld id="{B5E2EEAE-BDCE-F644-B2F5-C5F39A1450AE}" type="datetimeFigureOut">
              <a:rPr kumimoji="1" lang="zh-CN" altLang="en-US" smtClean="0"/>
              <a:pPr defTabSz="457200" fontAlgn="base">
                <a:spcBef>
                  <a:spcPct val="0"/>
                </a:spcBef>
                <a:spcAft>
                  <a:spcPct val="0"/>
                </a:spcAft>
                <a:defRPr/>
              </a:pPr>
              <a:t>2020/10/27</a:t>
            </a:fld>
            <a:endParaRPr kumimoji="1" lang="zh-CN" altLang="en-US"/>
          </a:p>
        </p:txBody>
      </p:sp>
      <p:sp>
        <p:nvSpPr>
          <p:cNvPr id="8" name="页脚占位符 4"/>
          <p:cNvSpPr>
            <a:spLocks noGrp="1"/>
          </p:cNvSpPr>
          <p:nvPr>
            <p:ph type="ftr" sz="quarter" idx="11"/>
          </p:nvPr>
        </p:nvSpPr>
        <p:spPr/>
        <p:txBody>
          <a:bodyPr/>
          <a:lstStyle>
            <a:lvl1pPr>
              <a:defRPr/>
            </a:lvl1pPr>
          </a:lstStyle>
          <a:p>
            <a:pPr defTabSz="457200">
              <a:defRPr/>
            </a:pPr>
            <a:endParaRPr kumimoji="1" lang="zh-CN" altLang="en-US">
              <a:solidFill>
                <a:prstClr val="black">
                  <a:tint val="75000"/>
                </a:prstClr>
              </a:solidFill>
            </a:endParaRPr>
          </a:p>
        </p:txBody>
      </p:sp>
      <p:sp>
        <p:nvSpPr>
          <p:cNvPr id="9" name="幻灯片编号占位符 5"/>
          <p:cNvSpPr>
            <a:spLocks noGrp="1"/>
          </p:cNvSpPr>
          <p:nvPr>
            <p:ph type="sldNum" sz="quarter" idx="12"/>
          </p:nvPr>
        </p:nvSpPr>
        <p:spPr/>
        <p:txBody>
          <a:bodyPr/>
          <a:lstStyle>
            <a:lvl1pPr>
              <a:defRPr/>
            </a:lvl1pPr>
          </a:lstStyle>
          <a:p>
            <a:pPr defTabSz="457200" fontAlgn="base">
              <a:spcBef>
                <a:spcPct val="0"/>
              </a:spcBef>
              <a:spcAft>
                <a:spcPct val="0"/>
              </a:spcAft>
              <a:defRPr/>
            </a:pPr>
            <a:fld id="{45539B18-DB65-5048-80A9-5BFC1081F9D1}" type="slidenum">
              <a:rPr kumimoji="1" lang="zh-CN" altLang="en-US" smtClean="0"/>
              <a:pPr defTabSz="457200" fontAlgn="base">
                <a:spcBef>
                  <a:spcPct val="0"/>
                </a:spcBef>
                <a:spcAft>
                  <a:spcPct val="0"/>
                </a:spcAft>
                <a:defRPr/>
              </a:pPr>
              <a:t>‹#›</a:t>
            </a:fld>
            <a:endParaRPr kumimoji="1" lang="zh-CN" altLang="en-US"/>
          </a:p>
        </p:txBody>
      </p:sp>
    </p:spTree>
    <p:extLst>
      <p:ext uri="{BB962C8B-B14F-4D97-AF65-F5344CB8AC3E}">
        <p14:creationId xmlns:p14="http://schemas.microsoft.com/office/powerpoint/2010/main" val="1000491470"/>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defTabSz="457200" fontAlgn="base">
              <a:spcBef>
                <a:spcPct val="0"/>
              </a:spcBef>
              <a:spcAft>
                <a:spcPct val="0"/>
              </a:spcAft>
              <a:defRPr/>
            </a:pPr>
            <a:fld id="{C1367425-4F0C-C440-B43F-A13D761C5B34}" type="datetimeFigureOut">
              <a:rPr kumimoji="1" lang="zh-CN" altLang="en-US" smtClean="0"/>
              <a:pPr defTabSz="457200" fontAlgn="base">
                <a:spcBef>
                  <a:spcPct val="0"/>
                </a:spcBef>
                <a:spcAft>
                  <a:spcPct val="0"/>
                </a:spcAft>
                <a:defRPr/>
              </a:pPr>
              <a:t>2020/10/27</a:t>
            </a:fld>
            <a:endParaRPr kumimoji="1" lang="zh-CN" altLang="en-US"/>
          </a:p>
        </p:txBody>
      </p:sp>
      <p:sp>
        <p:nvSpPr>
          <p:cNvPr id="4" name="页脚占位符 4"/>
          <p:cNvSpPr>
            <a:spLocks noGrp="1"/>
          </p:cNvSpPr>
          <p:nvPr>
            <p:ph type="ftr" sz="quarter" idx="11"/>
          </p:nvPr>
        </p:nvSpPr>
        <p:spPr/>
        <p:txBody>
          <a:bodyPr/>
          <a:lstStyle>
            <a:lvl1pPr>
              <a:defRPr/>
            </a:lvl1pPr>
          </a:lstStyle>
          <a:p>
            <a:pPr defTabSz="457200">
              <a:defRPr/>
            </a:pPr>
            <a:endParaRPr kumimoji="1" lang="zh-CN" altLang="en-US">
              <a:solidFill>
                <a:prstClr val="black">
                  <a:tint val="75000"/>
                </a:prstClr>
              </a:solidFill>
            </a:endParaRPr>
          </a:p>
        </p:txBody>
      </p:sp>
      <p:sp>
        <p:nvSpPr>
          <p:cNvPr id="5" name="幻灯片编号占位符 5"/>
          <p:cNvSpPr>
            <a:spLocks noGrp="1"/>
          </p:cNvSpPr>
          <p:nvPr>
            <p:ph type="sldNum" sz="quarter" idx="12"/>
          </p:nvPr>
        </p:nvSpPr>
        <p:spPr/>
        <p:txBody>
          <a:bodyPr/>
          <a:lstStyle>
            <a:lvl1pPr>
              <a:defRPr/>
            </a:lvl1pPr>
          </a:lstStyle>
          <a:p>
            <a:pPr defTabSz="457200" fontAlgn="base">
              <a:spcBef>
                <a:spcPct val="0"/>
              </a:spcBef>
              <a:spcAft>
                <a:spcPct val="0"/>
              </a:spcAft>
              <a:defRPr/>
            </a:pPr>
            <a:fld id="{AEE8C479-722B-1443-8F0D-E2EC2125E127}" type="slidenum">
              <a:rPr kumimoji="1" lang="zh-CN" altLang="en-US" smtClean="0"/>
              <a:pPr defTabSz="457200" fontAlgn="base">
                <a:spcBef>
                  <a:spcPct val="0"/>
                </a:spcBef>
                <a:spcAft>
                  <a:spcPct val="0"/>
                </a:spcAft>
                <a:defRPr/>
              </a:pPr>
              <a:t>‹#›</a:t>
            </a:fld>
            <a:endParaRPr kumimoji="1" lang="zh-CN" altLang="en-US"/>
          </a:p>
        </p:txBody>
      </p:sp>
    </p:spTree>
    <p:extLst>
      <p:ext uri="{BB962C8B-B14F-4D97-AF65-F5344CB8AC3E}">
        <p14:creationId xmlns:p14="http://schemas.microsoft.com/office/powerpoint/2010/main" val="2237550598"/>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defTabSz="457200" fontAlgn="base">
              <a:spcBef>
                <a:spcPct val="0"/>
              </a:spcBef>
              <a:spcAft>
                <a:spcPct val="0"/>
              </a:spcAft>
              <a:defRPr/>
            </a:pPr>
            <a:fld id="{1864D33A-EE21-5F48-92E5-78B752A9F063}" type="datetimeFigureOut">
              <a:rPr kumimoji="1" lang="zh-CN" altLang="en-US" smtClean="0"/>
              <a:pPr defTabSz="457200" fontAlgn="base">
                <a:spcBef>
                  <a:spcPct val="0"/>
                </a:spcBef>
                <a:spcAft>
                  <a:spcPct val="0"/>
                </a:spcAft>
                <a:defRPr/>
              </a:pPr>
              <a:t>2020/10/27</a:t>
            </a:fld>
            <a:endParaRPr kumimoji="1" lang="zh-CN" altLang="en-US"/>
          </a:p>
        </p:txBody>
      </p:sp>
      <p:sp>
        <p:nvSpPr>
          <p:cNvPr id="3" name="页脚占位符 4"/>
          <p:cNvSpPr>
            <a:spLocks noGrp="1"/>
          </p:cNvSpPr>
          <p:nvPr>
            <p:ph type="ftr" sz="quarter" idx="11"/>
          </p:nvPr>
        </p:nvSpPr>
        <p:spPr/>
        <p:txBody>
          <a:bodyPr/>
          <a:lstStyle>
            <a:lvl1pPr>
              <a:defRPr/>
            </a:lvl1pPr>
          </a:lstStyle>
          <a:p>
            <a:pPr defTabSz="457200">
              <a:defRPr/>
            </a:pPr>
            <a:endParaRPr kumimoji="1" lang="zh-CN" altLang="en-US">
              <a:solidFill>
                <a:prstClr val="black">
                  <a:tint val="75000"/>
                </a:prstClr>
              </a:solidFill>
            </a:endParaRPr>
          </a:p>
        </p:txBody>
      </p:sp>
      <p:sp>
        <p:nvSpPr>
          <p:cNvPr id="4" name="幻灯片编号占位符 5"/>
          <p:cNvSpPr>
            <a:spLocks noGrp="1"/>
          </p:cNvSpPr>
          <p:nvPr>
            <p:ph type="sldNum" sz="quarter" idx="12"/>
          </p:nvPr>
        </p:nvSpPr>
        <p:spPr/>
        <p:txBody>
          <a:bodyPr/>
          <a:lstStyle>
            <a:lvl1pPr>
              <a:defRPr/>
            </a:lvl1pPr>
          </a:lstStyle>
          <a:p>
            <a:pPr defTabSz="457200" fontAlgn="base">
              <a:spcBef>
                <a:spcPct val="0"/>
              </a:spcBef>
              <a:spcAft>
                <a:spcPct val="0"/>
              </a:spcAft>
              <a:defRPr/>
            </a:pPr>
            <a:fld id="{897B4F59-3DEE-F648-B2A8-ECAF1DE2267A}" type="slidenum">
              <a:rPr kumimoji="1" lang="zh-CN" altLang="en-US" smtClean="0"/>
              <a:pPr defTabSz="457200" fontAlgn="base">
                <a:spcBef>
                  <a:spcPct val="0"/>
                </a:spcBef>
                <a:spcAft>
                  <a:spcPct val="0"/>
                </a:spcAft>
                <a:defRPr/>
              </a:pPr>
              <a:t>‹#›</a:t>
            </a:fld>
            <a:endParaRPr kumimoji="1" lang="zh-CN" altLang="en-US"/>
          </a:p>
        </p:txBody>
      </p:sp>
    </p:spTree>
    <p:extLst>
      <p:ext uri="{BB962C8B-B14F-4D97-AF65-F5344CB8AC3E}">
        <p14:creationId xmlns:p14="http://schemas.microsoft.com/office/powerpoint/2010/main" val="1872847578"/>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defTabSz="457200" fontAlgn="base">
              <a:spcBef>
                <a:spcPct val="0"/>
              </a:spcBef>
              <a:spcAft>
                <a:spcPct val="0"/>
              </a:spcAft>
              <a:defRPr/>
            </a:pPr>
            <a:fld id="{F06C6544-3C2D-B944-A5E0-A5DDB378549D}" type="datetimeFigureOut">
              <a:rPr kumimoji="1" lang="zh-CN" altLang="en-US" smtClean="0"/>
              <a:pPr defTabSz="457200" fontAlgn="base">
                <a:spcBef>
                  <a:spcPct val="0"/>
                </a:spcBef>
                <a:spcAft>
                  <a:spcPct val="0"/>
                </a:spcAft>
                <a:defRPr/>
              </a:pPr>
              <a:t>2020/10/27</a:t>
            </a:fld>
            <a:endParaRPr kumimoji="1" lang="zh-CN" altLang="en-US"/>
          </a:p>
        </p:txBody>
      </p:sp>
      <p:sp>
        <p:nvSpPr>
          <p:cNvPr id="6" name="页脚占位符 4"/>
          <p:cNvSpPr>
            <a:spLocks noGrp="1"/>
          </p:cNvSpPr>
          <p:nvPr>
            <p:ph type="ftr" sz="quarter" idx="11"/>
          </p:nvPr>
        </p:nvSpPr>
        <p:spPr/>
        <p:txBody>
          <a:bodyPr/>
          <a:lstStyle>
            <a:lvl1pPr>
              <a:defRPr/>
            </a:lvl1pPr>
          </a:lstStyle>
          <a:p>
            <a:pPr defTabSz="457200">
              <a:defRPr/>
            </a:pPr>
            <a:endParaRPr kumimoji="1" lang="zh-CN" altLang="en-US">
              <a:solidFill>
                <a:prstClr val="black">
                  <a:tint val="75000"/>
                </a:prstClr>
              </a:solidFill>
            </a:endParaRPr>
          </a:p>
        </p:txBody>
      </p:sp>
      <p:sp>
        <p:nvSpPr>
          <p:cNvPr id="7" name="幻灯片编号占位符 5"/>
          <p:cNvSpPr>
            <a:spLocks noGrp="1"/>
          </p:cNvSpPr>
          <p:nvPr>
            <p:ph type="sldNum" sz="quarter" idx="12"/>
          </p:nvPr>
        </p:nvSpPr>
        <p:spPr/>
        <p:txBody>
          <a:bodyPr/>
          <a:lstStyle>
            <a:lvl1pPr>
              <a:defRPr/>
            </a:lvl1pPr>
          </a:lstStyle>
          <a:p>
            <a:pPr defTabSz="457200" fontAlgn="base">
              <a:spcBef>
                <a:spcPct val="0"/>
              </a:spcBef>
              <a:spcAft>
                <a:spcPct val="0"/>
              </a:spcAft>
              <a:defRPr/>
            </a:pPr>
            <a:fld id="{E973BAB4-E573-B34A-A8A4-F6D3A02373A2}" type="slidenum">
              <a:rPr kumimoji="1" lang="zh-CN" altLang="en-US" smtClean="0"/>
              <a:pPr defTabSz="457200" fontAlgn="base">
                <a:spcBef>
                  <a:spcPct val="0"/>
                </a:spcBef>
                <a:spcAft>
                  <a:spcPct val="0"/>
                </a:spcAft>
                <a:defRPr/>
              </a:pPr>
              <a:t>‹#›</a:t>
            </a:fld>
            <a:endParaRPr kumimoji="1" lang="zh-CN" altLang="en-US"/>
          </a:p>
        </p:txBody>
      </p:sp>
    </p:spTree>
    <p:extLst>
      <p:ext uri="{BB962C8B-B14F-4D97-AF65-F5344CB8AC3E}">
        <p14:creationId xmlns:p14="http://schemas.microsoft.com/office/powerpoint/2010/main" val="3134539432"/>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defTabSz="457200" fontAlgn="base">
              <a:spcBef>
                <a:spcPct val="0"/>
              </a:spcBef>
              <a:spcAft>
                <a:spcPct val="0"/>
              </a:spcAft>
              <a:defRPr/>
            </a:pPr>
            <a:fld id="{2E1F5CE5-2773-DE4B-A040-3FEADF49CD53}" type="datetimeFigureOut">
              <a:rPr kumimoji="1" lang="zh-CN" altLang="en-US" smtClean="0"/>
              <a:pPr defTabSz="457200" fontAlgn="base">
                <a:spcBef>
                  <a:spcPct val="0"/>
                </a:spcBef>
                <a:spcAft>
                  <a:spcPct val="0"/>
                </a:spcAft>
                <a:defRPr/>
              </a:pPr>
              <a:t>2020/10/27</a:t>
            </a:fld>
            <a:endParaRPr kumimoji="1" lang="zh-CN" altLang="en-US"/>
          </a:p>
        </p:txBody>
      </p:sp>
      <p:sp>
        <p:nvSpPr>
          <p:cNvPr id="6" name="页脚占位符 4"/>
          <p:cNvSpPr>
            <a:spLocks noGrp="1"/>
          </p:cNvSpPr>
          <p:nvPr>
            <p:ph type="ftr" sz="quarter" idx="11"/>
          </p:nvPr>
        </p:nvSpPr>
        <p:spPr/>
        <p:txBody>
          <a:bodyPr/>
          <a:lstStyle>
            <a:lvl1pPr>
              <a:defRPr/>
            </a:lvl1pPr>
          </a:lstStyle>
          <a:p>
            <a:pPr defTabSz="457200">
              <a:defRPr/>
            </a:pPr>
            <a:endParaRPr kumimoji="1" lang="zh-CN" altLang="en-US">
              <a:solidFill>
                <a:prstClr val="black">
                  <a:tint val="75000"/>
                </a:prstClr>
              </a:solidFill>
            </a:endParaRPr>
          </a:p>
        </p:txBody>
      </p:sp>
      <p:sp>
        <p:nvSpPr>
          <p:cNvPr id="7" name="幻灯片编号占位符 5"/>
          <p:cNvSpPr>
            <a:spLocks noGrp="1"/>
          </p:cNvSpPr>
          <p:nvPr>
            <p:ph type="sldNum" sz="quarter" idx="12"/>
          </p:nvPr>
        </p:nvSpPr>
        <p:spPr/>
        <p:txBody>
          <a:bodyPr/>
          <a:lstStyle>
            <a:lvl1pPr>
              <a:defRPr/>
            </a:lvl1pPr>
          </a:lstStyle>
          <a:p>
            <a:pPr defTabSz="457200" fontAlgn="base">
              <a:spcBef>
                <a:spcPct val="0"/>
              </a:spcBef>
              <a:spcAft>
                <a:spcPct val="0"/>
              </a:spcAft>
              <a:defRPr/>
            </a:pPr>
            <a:fld id="{2EF9C941-1671-FE4C-9517-A97A8F71DA48}" type="slidenum">
              <a:rPr kumimoji="1" lang="zh-CN" altLang="en-US" smtClean="0"/>
              <a:pPr defTabSz="457200" fontAlgn="base">
                <a:spcBef>
                  <a:spcPct val="0"/>
                </a:spcBef>
                <a:spcAft>
                  <a:spcPct val="0"/>
                </a:spcAft>
                <a:defRPr/>
              </a:pPr>
              <a:t>‹#›</a:t>
            </a:fld>
            <a:endParaRPr kumimoji="1" lang="zh-CN" altLang="en-US"/>
          </a:p>
        </p:txBody>
      </p:sp>
    </p:spTree>
    <p:extLst>
      <p:ext uri="{BB962C8B-B14F-4D97-AF65-F5344CB8AC3E}">
        <p14:creationId xmlns:p14="http://schemas.microsoft.com/office/powerpoint/2010/main" val="2928712189"/>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本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lvl1pPr>
              <a:defRPr/>
            </a:lvl1pPr>
          </a:lstStyle>
          <a:p>
            <a:pPr defTabSz="457200" fontAlgn="base">
              <a:spcBef>
                <a:spcPct val="0"/>
              </a:spcBef>
              <a:spcAft>
                <a:spcPct val="0"/>
              </a:spcAft>
              <a:defRPr/>
            </a:pPr>
            <a:fld id="{28CACC5E-3C01-B845-A2D7-8B54C27F1A35}" type="datetimeFigureOut">
              <a:rPr kumimoji="1" lang="zh-CN" altLang="en-US" smtClean="0"/>
              <a:pPr defTabSz="457200" fontAlgn="base">
                <a:spcBef>
                  <a:spcPct val="0"/>
                </a:spcBef>
                <a:spcAft>
                  <a:spcPct val="0"/>
                </a:spcAft>
                <a:defRPr/>
              </a:pPr>
              <a:t>2020/10/27</a:t>
            </a:fld>
            <a:endParaRPr kumimoji="1" lang="zh-CN" altLang="en-US"/>
          </a:p>
        </p:txBody>
      </p:sp>
      <p:sp>
        <p:nvSpPr>
          <p:cNvPr id="5" name="页脚占位符 4"/>
          <p:cNvSpPr>
            <a:spLocks noGrp="1"/>
          </p:cNvSpPr>
          <p:nvPr>
            <p:ph type="ftr" sz="quarter" idx="11"/>
          </p:nvPr>
        </p:nvSpPr>
        <p:spPr/>
        <p:txBody>
          <a:bodyPr/>
          <a:lstStyle>
            <a:lvl1pPr>
              <a:defRPr/>
            </a:lvl1pPr>
          </a:lstStyle>
          <a:p>
            <a:pPr defTabSz="457200">
              <a:defRPr/>
            </a:pPr>
            <a:endParaRPr kumimoji="1" lang="zh-CN" altLang="en-US">
              <a:solidFill>
                <a:prstClr val="black">
                  <a:tint val="75000"/>
                </a:prstClr>
              </a:solidFill>
            </a:endParaRPr>
          </a:p>
        </p:txBody>
      </p:sp>
      <p:sp>
        <p:nvSpPr>
          <p:cNvPr id="6" name="幻灯片编号占位符 5"/>
          <p:cNvSpPr>
            <a:spLocks noGrp="1"/>
          </p:cNvSpPr>
          <p:nvPr>
            <p:ph type="sldNum" sz="quarter" idx="12"/>
          </p:nvPr>
        </p:nvSpPr>
        <p:spPr/>
        <p:txBody>
          <a:bodyPr/>
          <a:lstStyle>
            <a:lvl1pPr>
              <a:defRPr/>
            </a:lvl1pPr>
          </a:lstStyle>
          <a:p>
            <a:pPr defTabSz="457200" fontAlgn="base">
              <a:spcBef>
                <a:spcPct val="0"/>
              </a:spcBef>
              <a:spcAft>
                <a:spcPct val="0"/>
              </a:spcAft>
              <a:defRPr/>
            </a:pPr>
            <a:fld id="{D4ECCDDA-5D18-C340-BF46-E0E81079968E}" type="slidenum">
              <a:rPr kumimoji="1" lang="zh-CN" altLang="en-US" smtClean="0"/>
              <a:pPr defTabSz="457200" fontAlgn="base">
                <a:spcBef>
                  <a:spcPct val="0"/>
                </a:spcBef>
                <a:spcAft>
                  <a:spcPct val="0"/>
                </a:spcAft>
                <a:defRPr/>
              </a:pPr>
              <a:t>‹#›</a:t>
            </a:fld>
            <a:endParaRPr kumimoji="1" lang="zh-CN" altLang="en-US"/>
          </a:p>
        </p:txBody>
      </p:sp>
    </p:spTree>
    <p:extLst>
      <p:ext uri="{BB962C8B-B14F-4D97-AF65-F5344CB8AC3E}">
        <p14:creationId xmlns:p14="http://schemas.microsoft.com/office/powerpoint/2010/main" val="3478100809"/>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a:t>单击此处编辑母版标题样式</a:t>
            </a:r>
          </a:p>
        </p:txBody>
      </p:sp>
      <p:sp>
        <p:nvSpPr>
          <p:cNvPr id="3" name="竖排文本占位符 2"/>
          <p:cNvSpPr>
            <a:spLocks noGrp="1"/>
          </p:cNvSpPr>
          <p:nvPr>
            <p:ph type="body" orient="vert" idx="1"/>
          </p:nvPr>
        </p:nvSpPr>
        <p:spPr>
          <a:xfrm>
            <a:off x="609600" y="274639"/>
            <a:ext cx="8026400" cy="5851525"/>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lvl1pPr>
              <a:defRPr/>
            </a:lvl1pPr>
          </a:lstStyle>
          <a:p>
            <a:pPr defTabSz="457200" fontAlgn="base">
              <a:spcBef>
                <a:spcPct val="0"/>
              </a:spcBef>
              <a:spcAft>
                <a:spcPct val="0"/>
              </a:spcAft>
              <a:defRPr/>
            </a:pPr>
            <a:fld id="{78753A58-FDDC-4A4C-91BC-7D5505A40D65}" type="datetimeFigureOut">
              <a:rPr kumimoji="1" lang="zh-CN" altLang="en-US" smtClean="0"/>
              <a:pPr defTabSz="457200" fontAlgn="base">
                <a:spcBef>
                  <a:spcPct val="0"/>
                </a:spcBef>
                <a:spcAft>
                  <a:spcPct val="0"/>
                </a:spcAft>
                <a:defRPr/>
              </a:pPr>
              <a:t>2020/10/27</a:t>
            </a:fld>
            <a:endParaRPr kumimoji="1" lang="zh-CN" altLang="en-US"/>
          </a:p>
        </p:txBody>
      </p:sp>
      <p:sp>
        <p:nvSpPr>
          <p:cNvPr id="5" name="页脚占位符 4"/>
          <p:cNvSpPr>
            <a:spLocks noGrp="1"/>
          </p:cNvSpPr>
          <p:nvPr>
            <p:ph type="ftr" sz="quarter" idx="11"/>
          </p:nvPr>
        </p:nvSpPr>
        <p:spPr/>
        <p:txBody>
          <a:bodyPr/>
          <a:lstStyle>
            <a:lvl1pPr>
              <a:defRPr/>
            </a:lvl1pPr>
          </a:lstStyle>
          <a:p>
            <a:pPr defTabSz="457200">
              <a:defRPr/>
            </a:pPr>
            <a:endParaRPr kumimoji="1" lang="zh-CN" altLang="en-US">
              <a:solidFill>
                <a:prstClr val="black">
                  <a:tint val="75000"/>
                </a:prstClr>
              </a:solidFill>
            </a:endParaRPr>
          </a:p>
        </p:txBody>
      </p:sp>
      <p:sp>
        <p:nvSpPr>
          <p:cNvPr id="6" name="幻灯片编号占位符 5"/>
          <p:cNvSpPr>
            <a:spLocks noGrp="1"/>
          </p:cNvSpPr>
          <p:nvPr>
            <p:ph type="sldNum" sz="quarter" idx="12"/>
          </p:nvPr>
        </p:nvSpPr>
        <p:spPr/>
        <p:txBody>
          <a:bodyPr/>
          <a:lstStyle>
            <a:lvl1pPr>
              <a:defRPr/>
            </a:lvl1pPr>
          </a:lstStyle>
          <a:p>
            <a:pPr defTabSz="457200" fontAlgn="base">
              <a:spcBef>
                <a:spcPct val="0"/>
              </a:spcBef>
              <a:spcAft>
                <a:spcPct val="0"/>
              </a:spcAft>
              <a:defRPr/>
            </a:pPr>
            <a:fld id="{18AADB37-87A4-1D47-A61F-7F5B804C279B}" type="slidenum">
              <a:rPr kumimoji="1" lang="zh-CN" altLang="en-US" smtClean="0"/>
              <a:pPr defTabSz="457200" fontAlgn="base">
                <a:spcBef>
                  <a:spcPct val="0"/>
                </a:spcBef>
                <a:spcAft>
                  <a:spcPct val="0"/>
                </a:spcAft>
                <a:defRPr/>
              </a:pPr>
              <a:t>‹#›</a:t>
            </a:fld>
            <a:endParaRPr kumimoji="1" lang="zh-CN" altLang="en-US"/>
          </a:p>
        </p:txBody>
      </p:sp>
    </p:spTree>
    <p:extLst>
      <p:ext uri="{BB962C8B-B14F-4D97-AF65-F5344CB8AC3E}">
        <p14:creationId xmlns:p14="http://schemas.microsoft.com/office/powerpoint/2010/main" val="3606544957"/>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grpSp>
        <p:nvGrpSpPr>
          <p:cNvPr id="2" name="组合 1"/>
          <p:cNvGrpSpPr/>
          <p:nvPr userDrawn="1"/>
        </p:nvGrpSpPr>
        <p:grpSpPr>
          <a:xfrm>
            <a:off x="375373" y="2"/>
            <a:ext cx="140967" cy="962147"/>
            <a:chOff x="281524" y="0"/>
            <a:chExt cx="105725" cy="721610"/>
          </a:xfrm>
          <a:solidFill>
            <a:srgbClr val="1A7BAE"/>
          </a:solidFill>
        </p:grpSpPr>
        <p:sp>
          <p:nvSpPr>
            <p:cNvPr id="3" name="矩形 2"/>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 name="矩形 3"/>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5" name="组合 6"/>
          <p:cNvGrpSpPr/>
          <p:nvPr userDrawn="1"/>
        </p:nvGrpSpPr>
        <p:grpSpPr>
          <a:xfrm rot="10800000">
            <a:off x="11735682" y="6617464"/>
            <a:ext cx="140967" cy="240536"/>
            <a:chOff x="281524" y="0"/>
            <a:chExt cx="105725" cy="721610"/>
          </a:xfrm>
          <a:solidFill>
            <a:srgbClr val="1A7BAE"/>
          </a:solidFill>
        </p:grpSpPr>
        <p:sp>
          <p:nvSpPr>
            <p:cNvPr id="6" name="矩形 5"/>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7" name="矩形 6"/>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spTree>
    <p:extLst>
      <p:ext uri="{BB962C8B-B14F-4D97-AF65-F5344CB8AC3E}">
        <p14:creationId xmlns:p14="http://schemas.microsoft.com/office/powerpoint/2010/main" val="2328995094"/>
      </p:ext>
    </p:extLst>
  </p:cSld>
  <p:clrMapOvr>
    <a:masterClrMapping/>
  </p:clrMapOvr>
  <p:transition spd="slow">
    <p:push dir="u"/>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grpSp>
        <p:nvGrpSpPr>
          <p:cNvPr id="2" name="组合 1"/>
          <p:cNvGrpSpPr/>
          <p:nvPr userDrawn="1"/>
        </p:nvGrpSpPr>
        <p:grpSpPr>
          <a:xfrm>
            <a:off x="375367" y="1"/>
            <a:ext cx="140967" cy="962147"/>
            <a:chOff x="281524" y="0"/>
            <a:chExt cx="105725" cy="721610"/>
          </a:xfrm>
          <a:solidFill>
            <a:srgbClr val="95BC49"/>
          </a:solidFill>
        </p:grpSpPr>
        <p:sp>
          <p:nvSpPr>
            <p:cNvPr id="3" name="矩形 2"/>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 name="矩形 3"/>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5" name="组合 6"/>
          <p:cNvGrpSpPr/>
          <p:nvPr userDrawn="1"/>
        </p:nvGrpSpPr>
        <p:grpSpPr>
          <a:xfrm rot="10800000">
            <a:off x="11735677" y="6617464"/>
            <a:ext cx="140967" cy="240536"/>
            <a:chOff x="281524" y="0"/>
            <a:chExt cx="105725" cy="721610"/>
          </a:xfrm>
          <a:solidFill>
            <a:srgbClr val="95BC49"/>
          </a:solidFill>
        </p:grpSpPr>
        <p:sp>
          <p:nvSpPr>
            <p:cNvPr id="6" name="矩形 5"/>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7" name="矩形 6"/>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spTree>
    <p:extLst>
      <p:ext uri="{BB962C8B-B14F-4D97-AF65-F5344CB8AC3E}">
        <p14:creationId xmlns:p14="http://schemas.microsoft.com/office/powerpoint/2010/main" val="1575528384"/>
      </p:ext>
    </p:extLst>
  </p:cSld>
  <p:clrMapOvr>
    <a:masterClrMapping/>
  </p:clrMapOvr>
  <p:transition spd="slow"/>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6_标题和内容">
    <p:spTree>
      <p:nvGrpSpPr>
        <p:cNvPr id="1" name=""/>
        <p:cNvGrpSpPr/>
        <p:nvPr/>
      </p:nvGrpSpPr>
      <p:grpSpPr>
        <a:xfrm>
          <a:off x="0" y="0"/>
          <a:ext cx="0" cy="0"/>
          <a:chOff x="0" y="0"/>
          <a:chExt cx="0" cy="0"/>
        </a:xfrm>
      </p:grpSpPr>
      <p:grpSp>
        <p:nvGrpSpPr>
          <p:cNvPr id="2" name="组合 1"/>
          <p:cNvGrpSpPr/>
          <p:nvPr userDrawn="1"/>
        </p:nvGrpSpPr>
        <p:grpSpPr>
          <a:xfrm>
            <a:off x="375367" y="1"/>
            <a:ext cx="140967" cy="962147"/>
            <a:chOff x="281524" y="0"/>
            <a:chExt cx="105725" cy="721610"/>
          </a:xfrm>
          <a:solidFill>
            <a:srgbClr val="FDA907"/>
          </a:solidFill>
        </p:grpSpPr>
        <p:sp>
          <p:nvSpPr>
            <p:cNvPr id="3" name="矩形 2"/>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 name="矩形 3"/>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5" name="组合 6"/>
          <p:cNvGrpSpPr/>
          <p:nvPr userDrawn="1"/>
        </p:nvGrpSpPr>
        <p:grpSpPr>
          <a:xfrm rot="10800000">
            <a:off x="11735677" y="6617464"/>
            <a:ext cx="140967" cy="240536"/>
            <a:chOff x="281524" y="0"/>
            <a:chExt cx="105725" cy="721610"/>
          </a:xfrm>
          <a:solidFill>
            <a:srgbClr val="FDA907"/>
          </a:solidFill>
        </p:grpSpPr>
        <p:sp>
          <p:nvSpPr>
            <p:cNvPr id="6" name="矩形 5"/>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7" name="矩形 6"/>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spTree>
    <p:extLst>
      <p:ext uri="{BB962C8B-B14F-4D97-AF65-F5344CB8AC3E}">
        <p14:creationId xmlns:p14="http://schemas.microsoft.com/office/powerpoint/2010/main" val="2927995923"/>
      </p:ext>
    </p:extLst>
  </p:cSld>
  <p:clrMapOvr>
    <a:masterClrMapping/>
  </p:clrMapOvr>
  <p:transition spd="slow"/>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5_标题和内容">
    <p:spTree>
      <p:nvGrpSpPr>
        <p:cNvPr id="1" name=""/>
        <p:cNvGrpSpPr/>
        <p:nvPr/>
      </p:nvGrpSpPr>
      <p:grpSpPr>
        <a:xfrm>
          <a:off x="0" y="0"/>
          <a:ext cx="0" cy="0"/>
          <a:chOff x="0" y="0"/>
          <a:chExt cx="0" cy="0"/>
        </a:xfrm>
      </p:grpSpPr>
      <p:grpSp>
        <p:nvGrpSpPr>
          <p:cNvPr id="2" name="组合 1"/>
          <p:cNvGrpSpPr/>
          <p:nvPr userDrawn="1"/>
        </p:nvGrpSpPr>
        <p:grpSpPr>
          <a:xfrm>
            <a:off x="375367" y="1"/>
            <a:ext cx="140967" cy="962147"/>
            <a:chOff x="281524" y="0"/>
            <a:chExt cx="105725" cy="721610"/>
          </a:xfrm>
          <a:solidFill>
            <a:srgbClr val="BF3420"/>
          </a:solidFill>
        </p:grpSpPr>
        <p:sp>
          <p:nvSpPr>
            <p:cNvPr id="3" name="矩形 2"/>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 name="矩形 3"/>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5" name="组合 6"/>
          <p:cNvGrpSpPr/>
          <p:nvPr userDrawn="1"/>
        </p:nvGrpSpPr>
        <p:grpSpPr>
          <a:xfrm rot="10800000">
            <a:off x="11735677" y="6617464"/>
            <a:ext cx="140967" cy="240536"/>
            <a:chOff x="281524" y="0"/>
            <a:chExt cx="105725" cy="721610"/>
          </a:xfrm>
          <a:solidFill>
            <a:srgbClr val="BF3420"/>
          </a:solidFill>
        </p:grpSpPr>
        <p:sp>
          <p:nvSpPr>
            <p:cNvPr id="6" name="矩形 5"/>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7" name="矩形 6"/>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spTree>
    <p:extLst>
      <p:ext uri="{BB962C8B-B14F-4D97-AF65-F5344CB8AC3E}">
        <p14:creationId xmlns:p14="http://schemas.microsoft.com/office/powerpoint/2010/main" val="2990359129"/>
      </p:ext>
    </p:extLst>
  </p:cSld>
  <p:clrMapOvr>
    <a:masterClrMapping/>
  </p:clrMapOvr>
  <p:transition spd="slow"/>
</p:sldLayout>
</file>

<file path=ppt/slideLayouts/slideLayout102.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108521"/>
      </p:ext>
    </p:extLst>
  </p:cSld>
  <p:clrMapOvr>
    <a:masterClrMapping/>
  </p:clrMapOvr>
  <p:transition spd="slow">
    <p:push dir="u"/>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userDrawn="1">
  <p:cSld name="1_比较">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9405769"/>
      </p:ext>
    </p:extLst>
  </p:cSld>
  <p:clrMapOvr>
    <a:masterClrMapping/>
  </p:clrMapOvr>
  <p:transition spd="slow">
    <p:push dir="u"/>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userDrawn="1">
  <p:cSld name="9_标题和内容">
    <p:spTree>
      <p:nvGrpSpPr>
        <p:cNvPr id="1" name=""/>
        <p:cNvGrpSpPr/>
        <p:nvPr/>
      </p:nvGrpSpPr>
      <p:grpSpPr>
        <a:xfrm>
          <a:off x="0" y="0"/>
          <a:ext cx="0" cy="0"/>
          <a:chOff x="0" y="0"/>
          <a:chExt cx="0" cy="0"/>
        </a:xfrm>
      </p:grpSpPr>
      <p:grpSp>
        <p:nvGrpSpPr>
          <p:cNvPr id="2" name="组合 1"/>
          <p:cNvGrpSpPr/>
          <p:nvPr userDrawn="1"/>
        </p:nvGrpSpPr>
        <p:grpSpPr>
          <a:xfrm>
            <a:off x="375367" y="1"/>
            <a:ext cx="140967" cy="962147"/>
            <a:chOff x="281524" y="0"/>
            <a:chExt cx="105725" cy="721610"/>
          </a:xfrm>
          <a:solidFill>
            <a:srgbClr val="1A7BAE"/>
          </a:solidFill>
        </p:grpSpPr>
        <p:sp>
          <p:nvSpPr>
            <p:cNvPr id="3" name="矩形 2"/>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 name="矩形 3"/>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5" name="组合 6"/>
          <p:cNvGrpSpPr/>
          <p:nvPr userDrawn="1"/>
        </p:nvGrpSpPr>
        <p:grpSpPr>
          <a:xfrm rot="10800000">
            <a:off x="11735677" y="6617464"/>
            <a:ext cx="140967" cy="240536"/>
            <a:chOff x="281524" y="0"/>
            <a:chExt cx="105725" cy="721610"/>
          </a:xfrm>
          <a:solidFill>
            <a:srgbClr val="1A7BAE"/>
          </a:solidFill>
        </p:grpSpPr>
        <p:sp>
          <p:nvSpPr>
            <p:cNvPr id="6" name="矩形 5"/>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7" name="矩形 6"/>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spTree>
    <p:extLst>
      <p:ext uri="{BB962C8B-B14F-4D97-AF65-F5344CB8AC3E}">
        <p14:creationId xmlns:p14="http://schemas.microsoft.com/office/powerpoint/2010/main" val="3694541765"/>
      </p:ext>
    </p:extLst>
  </p:cSld>
  <p:clrMapOvr>
    <a:masterClrMapping/>
  </p:clrMapOvr>
  <p:transition spd="slow"/>
</p:sldLayout>
</file>

<file path=ppt/slideLayouts/slideLayout105.xml><?xml version="1.0" encoding="utf-8"?>
<p:sldLayout xmlns:a="http://schemas.openxmlformats.org/drawingml/2006/main" xmlns:r="http://schemas.openxmlformats.org/officeDocument/2006/relationships" xmlns:p="http://schemas.openxmlformats.org/presentationml/2006/main" userDrawn="1">
  <p:cSld name="11_标题和内容">
    <p:spTree>
      <p:nvGrpSpPr>
        <p:cNvPr id="1" name=""/>
        <p:cNvGrpSpPr/>
        <p:nvPr/>
      </p:nvGrpSpPr>
      <p:grpSpPr>
        <a:xfrm>
          <a:off x="0" y="0"/>
          <a:ext cx="0" cy="0"/>
          <a:chOff x="0" y="0"/>
          <a:chExt cx="0" cy="0"/>
        </a:xfrm>
      </p:grpSpPr>
      <p:grpSp>
        <p:nvGrpSpPr>
          <p:cNvPr id="2" name="组合 1"/>
          <p:cNvGrpSpPr/>
          <p:nvPr userDrawn="1"/>
        </p:nvGrpSpPr>
        <p:grpSpPr>
          <a:xfrm>
            <a:off x="375367" y="1"/>
            <a:ext cx="140967" cy="962147"/>
            <a:chOff x="281524" y="0"/>
            <a:chExt cx="105725" cy="721610"/>
          </a:xfrm>
          <a:solidFill>
            <a:srgbClr val="FDA907"/>
          </a:solidFill>
        </p:grpSpPr>
        <p:sp>
          <p:nvSpPr>
            <p:cNvPr id="3" name="矩形 2"/>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 name="矩形 3"/>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5" name="组合 6"/>
          <p:cNvGrpSpPr/>
          <p:nvPr userDrawn="1"/>
        </p:nvGrpSpPr>
        <p:grpSpPr>
          <a:xfrm rot="10800000">
            <a:off x="11735677" y="6617464"/>
            <a:ext cx="140967" cy="240536"/>
            <a:chOff x="281524" y="0"/>
            <a:chExt cx="105725" cy="721610"/>
          </a:xfrm>
          <a:solidFill>
            <a:srgbClr val="FDA907"/>
          </a:solidFill>
        </p:grpSpPr>
        <p:sp>
          <p:nvSpPr>
            <p:cNvPr id="6" name="矩形 5"/>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7" name="矩形 6"/>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spTree>
    <p:extLst>
      <p:ext uri="{BB962C8B-B14F-4D97-AF65-F5344CB8AC3E}">
        <p14:creationId xmlns:p14="http://schemas.microsoft.com/office/powerpoint/2010/main" val="3270114483"/>
      </p:ext>
    </p:extLst>
  </p:cSld>
  <p:clrMapOvr>
    <a:masterClrMapping/>
  </p:clrMapOvr>
  <p:transition spd="slow"/>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椭圆 1"/>
          <p:cNvSpPr/>
          <p:nvPr userDrawn="1"/>
        </p:nvSpPr>
        <p:spPr>
          <a:xfrm rot="5400000">
            <a:off x="2387601" y="567267"/>
            <a:ext cx="2705100" cy="1570567"/>
          </a:xfrm>
          <a:custGeom>
            <a:avLst/>
            <a:gdLst/>
            <a:ahLst/>
            <a:cxnLst/>
            <a:rect l="l" t="t" r="r" b="b"/>
            <a:pathLst>
              <a:path w="2028376" h="1177563">
                <a:moveTo>
                  <a:pt x="0" y="1177563"/>
                </a:moveTo>
                <a:lnTo>
                  <a:pt x="0" y="0"/>
                </a:lnTo>
                <a:lnTo>
                  <a:pt x="2028376" y="0"/>
                </a:lnTo>
                <a:cubicBezTo>
                  <a:pt x="1624320" y="702037"/>
                  <a:pt x="867468" y="1174384"/>
                  <a:pt x="0" y="1177563"/>
                </a:cubicBezTo>
                <a:close/>
              </a:path>
            </a:pathLst>
          </a:custGeom>
          <a:solidFill>
            <a:srgbClr val="BF342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3" name="矩形 7"/>
          <p:cNvSpPr/>
          <p:nvPr userDrawn="1"/>
        </p:nvSpPr>
        <p:spPr>
          <a:xfrm rot="5400000">
            <a:off x="3747030" y="778405"/>
            <a:ext cx="3127375" cy="1570567"/>
          </a:xfrm>
          <a:custGeom>
            <a:avLst/>
            <a:gdLst/>
            <a:ahLst/>
            <a:cxnLst/>
            <a:rect l="l" t="t" r="r" b="b"/>
            <a:pathLst>
              <a:path w="2346109" h="1177890">
                <a:moveTo>
                  <a:pt x="0" y="1177890"/>
                </a:moveTo>
                <a:lnTo>
                  <a:pt x="0" y="0"/>
                </a:lnTo>
                <a:lnTo>
                  <a:pt x="2346109" y="0"/>
                </a:lnTo>
                <a:cubicBezTo>
                  <a:pt x="2346109" y="429552"/>
                  <a:pt x="2231144" y="832251"/>
                  <a:pt x="2028377" y="1177890"/>
                </a:cubicBezTo>
                <a:close/>
              </a:path>
            </a:pathLst>
          </a:custGeom>
          <a:solidFill>
            <a:srgbClr val="FDA90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 name="椭圆 12"/>
          <p:cNvSpPr/>
          <p:nvPr userDrawn="1"/>
        </p:nvSpPr>
        <p:spPr>
          <a:xfrm rot="5400000">
            <a:off x="7099301" y="567267"/>
            <a:ext cx="2705100" cy="1570567"/>
          </a:xfrm>
          <a:custGeom>
            <a:avLst/>
            <a:gdLst/>
            <a:ahLst/>
            <a:cxnLst/>
            <a:rect l="l" t="t" r="r" b="b"/>
            <a:pathLst>
              <a:path w="2028375" h="1177562">
                <a:moveTo>
                  <a:pt x="0" y="1177562"/>
                </a:moveTo>
                <a:lnTo>
                  <a:pt x="0" y="0"/>
                </a:lnTo>
                <a:cubicBezTo>
                  <a:pt x="867468" y="3179"/>
                  <a:pt x="1624319" y="475526"/>
                  <a:pt x="2028375" y="1177562"/>
                </a:cubicBezTo>
                <a:close/>
              </a:path>
            </a:pathLst>
          </a:custGeom>
          <a:solidFill>
            <a:srgbClr val="1A7B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5" name="椭圆 13"/>
          <p:cNvSpPr/>
          <p:nvPr userDrawn="1"/>
        </p:nvSpPr>
        <p:spPr>
          <a:xfrm rot="5400000">
            <a:off x="5316803" y="779199"/>
            <a:ext cx="3128963" cy="1570567"/>
          </a:xfrm>
          <a:custGeom>
            <a:avLst/>
            <a:gdLst/>
            <a:ahLst/>
            <a:cxnLst/>
            <a:rect l="l" t="t" r="r" b="b"/>
            <a:pathLst>
              <a:path w="2346724" h="1177890">
                <a:moveTo>
                  <a:pt x="0" y="1177890"/>
                </a:moveTo>
                <a:lnTo>
                  <a:pt x="0" y="0"/>
                </a:lnTo>
                <a:lnTo>
                  <a:pt x="2028990" y="0"/>
                </a:lnTo>
                <a:cubicBezTo>
                  <a:pt x="2231759" y="345641"/>
                  <a:pt x="2346724" y="748340"/>
                  <a:pt x="2346724" y="1177890"/>
                </a:cubicBezTo>
                <a:close/>
              </a:path>
            </a:pathLst>
          </a:custGeom>
          <a:solidFill>
            <a:srgbClr val="95BC4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弧形 5"/>
          <p:cNvSpPr/>
          <p:nvPr userDrawn="1"/>
        </p:nvSpPr>
        <p:spPr>
          <a:xfrm>
            <a:off x="2766485" y="-3351213"/>
            <a:ext cx="6659033" cy="6659563"/>
          </a:xfrm>
          <a:prstGeom prst="arc">
            <a:avLst>
              <a:gd name="adj1" fmla="val 3404"/>
              <a:gd name="adj2" fmla="val 10819516"/>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7" name="椭圆 6"/>
          <p:cNvSpPr/>
          <p:nvPr userDrawn="1"/>
        </p:nvSpPr>
        <p:spPr>
          <a:xfrm>
            <a:off x="5990167" y="3219450"/>
            <a:ext cx="211667" cy="209550"/>
          </a:xfrm>
          <a:prstGeom prst="ellips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782441897"/>
      </p:ext>
    </p:extLst>
  </p:cSld>
  <p:clrMapOvr>
    <a:masterClrMapping/>
  </p:clrMapOvr>
  <p:transition spd="slow"/>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12_标题和内容">
    <p:spTree>
      <p:nvGrpSpPr>
        <p:cNvPr id="1" name=""/>
        <p:cNvGrpSpPr/>
        <p:nvPr/>
      </p:nvGrpSpPr>
      <p:grpSpPr>
        <a:xfrm>
          <a:off x="0" y="0"/>
          <a:ext cx="0" cy="0"/>
          <a:chOff x="0" y="0"/>
          <a:chExt cx="0" cy="0"/>
        </a:xfrm>
      </p:grpSpPr>
      <p:grpSp>
        <p:nvGrpSpPr>
          <p:cNvPr id="2" name="组合 1"/>
          <p:cNvGrpSpPr/>
          <p:nvPr userDrawn="1"/>
        </p:nvGrpSpPr>
        <p:grpSpPr>
          <a:xfrm>
            <a:off x="375367" y="1"/>
            <a:ext cx="140967" cy="962147"/>
            <a:chOff x="281524" y="0"/>
            <a:chExt cx="105725" cy="721610"/>
          </a:xfrm>
          <a:solidFill>
            <a:srgbClr val="BF3420"/>
          </a:solidFill>
        </p:grpSpPr>
        <p:sp>
          <p:nvSpPr>
            <p:cNvPr id="3" name="矩形 2"/>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 name="矩形 3"/>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5" name="组合 6"/>
          <p:cNvGrpSpPr/>
          <p:nvPr userDrawn="1"/>
        </p:nvGrpSpPr>
        <p:grpSpPr>
          <a:xfrm rot="10800000">
            <a:off x="11735677" y="6617464"/>
            <a:ext cx="140967" cy="240536"/>
            <a:chOff x="281524" y="0"/>
            <a:chExt cx="105725" cy="721610"/>
          </a:xfrm>
          <a:solidFill>
            <a:srgbClr val="BF3420"/>
          </a:solidFill>
        </p:grpSpPr>
        <p:sp>
          <p:nvSpPr>
            <p:cNvPr id="6" name="矩形 5"/>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7" name="矩形 6"/>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spTree>
    <p:extLst>
      <p:ext uri="{BB962C8B-B14F-4D97-AF65-F5344CB8AC3E}">
        <p14:creationId xmlns:p14="http://schemas.microsoft.com/office/powerpoint/2010/main" val="1225142853"/>
      </p:ext>
    </p:extLst>
  </p:cSld>
  <p:clrMapOvr>
    <a:masterClrMapping/>
  </p:clrMapOvr>
  <p:transition spd="slow"/>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13_标题和内容">
    <p:spTree>
      <p:nvGrpSpPr>
        <p:cNvPr id="1" name=""/>
        <p:cNvGrpSpPr/>
        <p:nvPr/>
      </p:nvGrpSpPr>
      <p:grpSpPr>
        <a:xfrm>
          <a:off x="0" y="0"/>
          <a:ext cx="0" cy="0"/>
          <a:chOff x="0" y="0"/>
          <a:chExt cx="0" cy="0"/>
        </a:xfrm>
      </p:grpSpPr>
      <p:grpSp>
        <p:nvGrpSpPr>
          <p:cNvPr id="2" name="组合 1"/>
          <p:cNvGrpSpPr/>
          <p:nvPr userDrawn="1"/>
        </p:nvGrpSpPr>
        <p:grpSpPr bwMode="auto">
          <a:xfrm>
            <a:off x="215901" y="0"/>
            <a:ext cx="300567" cy="962025"/>
            <a:chOff x="161510" y="0"/>
            <a:chExt cx="225739" cy="721610"/>
          </a:xfrm>
        </p:grpSpPr>
        <p:sp>
          <p:nvSpPr>
            <p:cNvPr id="3" name="矩形 2"/>
            <p:cNvSpPr/>
            <p:nvPr/>
          </p:nvSpPr>
          <p:spPr>
            <a:xfrm>
              <a:off x="161510" y="0"/>
              <a:ext cx="46102" cy="721610"/>
            </a:xfrm>
            <a:prstGeom prst="rect">
              <a:avLst/>
            </a:prstGeom>
            <a:solidFill>
              <a:srgbClr val="1A7B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4" name="矩形 3"/>
            <p:cNvSpPr/>
            <p:nvPr/>
          </p:nvSpPr>
          <p:spPr>
            <a:xfrm>
              <a:off x="221919" y="0"/>
              <a:ext cx="46102" cy="721610"/>
            </a:xfrm>
            <a:prstGeom prst="rect">
              <a:avLst/>
            </a:prstGeom>
            <a:solidFill>
              <a:srgbClr val="95BC4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5" name="矩形 4"/>
            <p:cNvSpPr/>
            <p:nvPr/>
          </p:nvSpPr>
          <p:spPr>
            <a:xfrm>
              <a:off x="280739" y="0"/>
              <a:ext cx="46101" cy="721610"/>
            </a:xfrm>
            <a:prstGeom prst="rect">
              <a:avLst/>
            </a:prstGeom>
            <a:solidFill>
              <a:srgbClr val="FDA90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6" name="矩形 5"/>
            <p:cNvSpPr/>
            <p:nvPr/>
          </p:nvSpPr>
          <p:spPr>
            <a:xfrm>
              <a:off x="341148" y="0"/>
              <a:ext cx="46101" cy="721610"/>
            </a:xfrm>
            <a:prstGeom prst="rect">
              <a:avLst/>
            </a:prstGeom>
            <a:solidFill>
              <a:srgbClr val="BF342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7" name="组合 6"/>
          <p:cNvGrpSpPr/>
          <p:nvPr userDrawn="1"/>
        </p:nvGrpSpPr>
        <p:grpSpPr bwMode="auto">
          <a:xfrm rot="10800000">
            <a:off x="11734801" y="6616700"/>
            <a:ext cx="302684" cy="241300"/>
            <a:chOff x="161510" y="0"/>
            <a:chExt cx="225739" cy="721610"/>
          </a:xfrm>
        </p:grpSpPr>
        <p:sp>
          <p:nvSpPr>
            <p:cNvPr id="8" name="矩形 7"/>
            <p:cNvSpPr/>
            <p:nvPr/>
          </p:nvSpPr>
          <p:spPr>
            <a:xfrm>
              <a:off x="170982" y="28485"/>
              <a:ext cx="45780" cy="721610"/>
            </a:xfrm>
            <a:prstGeom prst="rect">
              <a:avLst/>
            </a:prstGeom>
            <a:solidFill>
              <a:srgbClr val="1A7B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9" name="矩形 8"/>
            <p:cNvSpPr/>
            <p:nvPr/>
          </p:nvSpPr>
          <p:spPr>
            <a:xfrm>
              <a:off x="230968" y="28485"/>
              <a:ext cx="45780" cy="721610"/>
            </a:xfrm>
            <a:prstGeom prst="rect">
              <a:avLst/>
            </a:prstGeom>
            <a:solidFill>
              <a:srgbClr val="95BC4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0" name="矩形 9"/>
            <p:cNvSpPr/>
            <p:nvPr/>
          </p:nvSpPr>
          <p:spPr>
            <a:xfrm>
              <a:off x="290954" y="28485"/>
              <a:ext cx="45780" cy="721610"/>
            </a:xfrm>
            <a:prstGeom prst="rect">
              <a:avLst/>
            </a:prstGeom>
            <a:solidFill>
              <a:srgbClr val="FDA90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11" name="矩形 10"/>
            <p:cNvSpPr/>
            <p:nvPr/>
          </p:nvSpPr>
          <p:spPr>
            <a:xfrm>
              <a:off x="350941" y="28485"/>
              <a:ext cx="45780" cy="721610"/>
            </a:xfrm>
            <a:prstGeom prst="rect">
              <a:avLst/>
            </a:prstGeom>
            <a:solidFill>
              <a:srgbClr val="BF342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spTree>
    <p:extLst>
      <p:ext uri="{BB962C8B-B14F-4D97-AF65-F5344CB8AC3E}">
        <p14:creationId xmlns:p14="http://schemas.microsoft.com/office/powerpoint/2010/main" val="1132245731"/>
      </p:ext>
    </p:extLst>
  </p:cSld>
  <p:clrMapOvr>
    <a:masterClrMapping/>
  </p:clrMapOvr>
  <p:transition spd="slow"/>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2" name="矩形 1"/>
          <p:cNvSpPr/>
          <p:nvPr userDrawn="1"/>
        </p:nvSpPr>
        <p:spPr>
          <a:xfrm>
            <a:off x="0" y="3608389"/>
            <a:ext cx="12192000" cy="18002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pic>
        <p:nvPicPr>
          <p:cNvPr id="3" name="Picture 2" descr="C:\Documents and Settings\yangweizhou\桌面\2.jpg"/>
          <p:cNvPicPr>
            <a:picLocks noChangeAspect="1" noChangeArrowheads="1"/>
          </p:cNvPicPr>
          <p:nvPr userDrawn="1"/>
        </p:nvPicPr>
        <p:blipFill>
          <a:blip r:embed="rId2">
            <a:extLst>
              <a:ext uri="{28A0092B-C50C-407E-A947-70E740481C1C}">
                <a14:useLocalDpi xmlns:a14="http://schemas.microsoft.com/office/drawing/2010/main" val="0"/>
              </a:ext>
            </a:extLst>
          </a:blip>
          <a:srcRect b="20467"/>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71394395"/>
      </p:ext>
    </p:extLst>
  </p:cSld>
  <p:clrMapOvr>
    <a:masterClrMapping/>
  </p:clrMapOvr>
  <p:transition spd="slow"/>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9723725"/>
      </p:ext>
    </p:extLst>
  </p:cSld>
  <p:clrMapOvr>
    <a:masterClrMapping/>
  </p:clrMapOvr>
  <p:transition spd="slow"/>
</p:sldLayout>
</file>

<file path=ppt/slideLayouts/slideLayout111.xml><?xml version="1.0" encoding="utf-8"?>
<p:sldLayout xmlns:a="http://schemas.openxmlformats.org/drawingml/2006/main" xmlns:r="http://schemas.openxmlformats.org/officeDocument/2006/relationships" xmlns:p="http://schemas.openxmlformats.org/presentationml/2006/main" userDrawn="1">
  <p:cSld name="16_标题和内容">
    <p:spTree>
      <p:nvGrpSpPr>
        <p:cNvPr id="1" name=""/>
        <p:cNvGrpSpPr/>
        <p:nvPr/>
      </p:nvGrpSpPr>
      <p:grpSpPr>
        <a:xfrm>
          <a:off x="0" y="0"/>
          <a:ext cx="0" cy="0"/>
          <a:chOff x="0" y="0"/>
          <a:chExt cx="0" cy="0"/>
        </a:xfrm>
      </p:grpSpPr>
      <p:grpSp>
        <p:nvGrpSpPr>
          <p:cNvPr id="3" name="组合 1"/>
          <p:cNvGrpSpPr/>
          <p:nvPr userDrawn="1"/>
        </p:nvGrpSpPr>
        <p:grpSpPr>
          <a:xfrm>
            <a:off x="375367" y="1"/>
            <a:ext cx="140967" cy="962147"/>
            <a:chOff x="281524" y="0"/>
            <a:chExt cx="105725" cy="721610"/>
          </a:xfrm>
          <a:solidFill>
            <a:srgbClr val="00B050"/>
          </a:solidFill>
        </p:grpSpPr>
        <p:sp>
          <p:nvSpPr>
            <p:cNvPr id="4" name="矩形 3"/>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5" name="矩形 4"/>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grpSp>
        <p:nvGrpSpPr>
          <p:cNvPr id="6" name="组合 6"/>
          <p:cNvGrpSpPr/>
          <p:nvPr userDrawn="1"/>
        </p:nvGrpSpPr>
        <p:grpSpPr>
          <a:xfrm rot="10800000">
            <a:off x="11735677" y="6617464"/>
            <a:ext cx="140967" cy="240536"/>
            <a:chOff x="281524" y="0"/>
            <a:chExt cx="105725" cy="721610"/>
          </a:xfrm>
          <a:solidFill>
            <a:srgbClr val="00B050"/>
          </a:solidFill>
        </p:grpSpPr>
        <p:sp>
          <p:nvSpPr>
            <p:cNvPr id="7" name="矩形 6"/>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sp>
          <p:nvSpPr>
            <p:cNvPr id="8" name="矩形 7"/>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endParaRPr>
            </a:p>
          </p:txBody>
        </p:sp>
      </p:grpSp>
    </p:spTree>
    <p:extLst>
      <p:ext uri="{BB962C8B-B14F-4D97-AF65-F5344CB8AC3E}">
        <p14:creationId xmlns:p14="http://schemas.microsoft.com/office/powerpoint/2010/main" val="933386954"/>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theme" Target="../theme/theme2.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slideLayout" Target="../slideLayouts/slideLayout49.xml"/><Relationship Id="rId18" Type="http://schemas.openxmlformats.org/officeDocument/2006/relationships/slideLayout" Target="../slideLayouts/slideLayout54.xml"/><Relationship Id="rId26" Type="http://schemas.openxmlformats.org/officeDocument/2006/relationships/theme" Target="../theme/theme3.xml"/><Relationship Id="rId3" Type="http://schemas.openxmlformats.org/officeDocument/2006/relationships/slideLayout" Target="../slideLayouts/slideLayout39.xml"/><Relationship Id="rId21" Type="http://schemas.openxmlformats.org/officeDocument/2006/relationships/slideLayout" Target="../slideLayouts/slideLayout57.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17" Type="http://schemas.openxmlformats.org/officeDocument/2006/relationships/slideLayout" Target="../slideLayouts/slideLayout53.xml"/><Relationship Id="rId25" Type="http://schemas.openxmlformats.org/officeDocument/2006/relationships/slideLayout" Target="../slideLayouts/slideLayout61.xml"/><Relationship Id="rId2" Type="http://schemas.openxmlformats.org/officeDocument/2006/relationships/slideLayout" Target="../slideLayouts/slideLayout38.xml"/><Relationship Id="rId16" Type="http://schemas.openxmlformats.org/officeDocument/2006/relationships/slideLayout" Target="../slideLayouts/slideLayout52.xml"/><Relationship Id="rId20" Type="http://schemas.openxmlformats.org/officeDocument/2006/relationships/slideLayout" Target="../slideLayouts/slideLayout56.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24" Type="http://schemas.openxmlformats.org/officeDocument/2006/relationships/slideLayout" Target="../slideLayouts/slideLayout60.xml"/><Relationship Id="rId5" Type="http://schemas.openxmlformats.org/officeDocument/2006/relationships/slideLayout" Target="../slideLayouts/slideLayout41.xml"/><Relationship Id="rId15" Type="http://schemas.openxmlformats.org/officeDocument/2006/relationships/slideLayout" Target="../slideLayouts/slideLayout51.xml"/><Relationship Id="rId23" Type="http://schemas.openxmlformats.org/officeDocument/2006/relationships/slideLayout" Target="../slideLayouts/slideLayout59.xml"/><Relationship Id="rId10" Type="http://schemas.openxmlformats.org/officeDocument/2006/relationships/slideLayout" Target="../slideLayouts/slideLayout46.xml"/><Relationship Id="rId19" Type="http://schemas.openxmlformats.org/officeDocument/2006/relationships/slideLayout" Target="../slideLayouts/slideLayout55.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slideLayout" Target="../slideLayouts/slideLayout50.xml"/><Relationship Id="rId22" Type="http://schemas.openxmlformats.org/officeDocument/2006/relationships/slideLayout" Target="../slideLayouts/slideLayout5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9.xml"/><Relationship Id="rId13" Type="http://schemas.openxmlformats.org/officeDocument/2006/relationships/slideLayout" Target="../slideLayouts/slideLayout74.xml"/><Relationship Id="rId18" Type="http://schemas.openxmlformats.org/officeDocument/2006/relationships/slideLayout" Target="../slideLayouts/slideLayout79.xml"/><Relationship Id="rId26" Type="http://schemas.openxmlformats.org/officeDocument/2006/relationships/theme" Target="../theme/theme4.xml"/><Relationship Id="rId3" Type="http://schemas.openxmlformats.org/officeDocument/2006/relationships/slideLayout" Target="../slideLayouts/slideLayout64.xml"/><Relationship Id="rId21" Type="http://schemas.openxmlformats.org/officeDocument/2006/relationships/slideLayout" Target="../slideLayouts/slideLayout82.xml"/><Relationship Id="rId7" Type="http://schemas.openxmlformats.org/officeDocument/2006/relationships/slideLayout" Target="../slideLayouts/slideLayout68.xml"/><Relationship Id="rId12" Type="http://schemas.openxmlformats.org/officeDocument/2006/relationships/slideLayout" Target="../slideLayouts/slideLayout73.xml"/><Relationship Id="rId17" Type="http://schemas.openxmlformats.org/officeDocument/2006/relationships/slideLayout" Target="../slideLayouts/slideLayout78.xml"/><Relationship Id="rId25" Type="http://schemas.openxmlformats.org/officeDocument/2006/relationships/slideLayout" Target="../slideLayouts/slideLayout86.xml"/><Relationship Id="rId2" Type="http://schemas.openxmlformats.org/officeDocument/2006/relationships/slideLayout" Target="../slideLayouts/slideLayout63.xml"/><Relationship Id="rId16" Type="http://schemas.openxmlformats.org/officeDocument/2006/relationships/slideLayout" Target="../slideLayouts/slideLayout77.xml"/><Relationship Id="rId20" Type="http://schemas.openxmlformats.org/officeDocument/2006/relationships/slideLayout" Target="../slideLayouts/slideLayout81.xml"/><Relationship Id="rId1" Type="http://schemas.openxmlformats.org/officeDocument/2006/relationships/slideLayout" Target="../slideLayouts/slideLayout62.xml"/><Relationship Id="rId6" Type="http://schemas.openxmlformats.org/officeDocument/2006/relationships/slideLayout" Target="../slideLayouts/slideLayout67.xml"/><Relationship Id="rId11" Type="http://schemas.openxmlformats.org/officeDocument/2006/relationships/slideLayout" Target="../slideLayouts/slideLayout72.xml"/><Relationship Id="rId24" Type="http://schemas.openxmlformats.org/officeDocument/2006/relationships/slideLayout" Target="../slideLayouts/slideLayout85.xml"/><Relationship Id="rId5" Type="http://schemas.openxmlformats.org/officeDocument/2006/relationships/slideLayout" Target="../slideLayouts/slideLayout66.xml"/><Relationship Id="rId15" Type="http://schemas.openxmlformats.org/officeDocument/2006/relationships/slideLayout" Target="../slideLayouts/slideLayout76.xml"/><Relationship Id="rId23" Type="http://schemas.openxmlformats.org/officeDocument/2006/relationships/slideLayout" Target="../slideLayouts/slideLayout84.xml"/><Relationship Id="rId10" Type="http://schemas.openxmlformats.org/officeDocument/2006/relationships/slideLayout" Target="../slideLayouts/slideLayout71.xml"/><Relationship Id="rId19" Type="http://schemas.openxmlformats.org/officeDocument/2006/relationships/slideLayout" Target="../slideLayouts/slideLayout80.xml"/><Relationship Id="rId4" Type="http://schemas.openxmlformats.org/officeDocument/2006/relationships/slideLayout" Target="../slideLayouts/slideLayout65.xml"/><Relationship Id="rId9" Type="http://schemas.openxmlformats.org/officeDocument/2006/relationships/slideLayout" Target="../slideLayouts/slideLayout70.xml"/><Relationship Id="rId14" Type="http://schemas.openxmlformats.org/officeDocument/2006/relationships/slideLayout" Target="../slideLayouts/slideLayout75.xml"/><Relationship Id="rId22" Type="http://schemas.openxmlformats.org/officeDocument/2006/relationships/slideLayout" Target="../slideLayouts/slideLayout8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94.xml"/><Relationship Id="rId13" Type="http://schemas.openxmlformats.org/officeDocument/2006/relationships/slideLayout" Target="../slideLayouts/slideLayout99.xml"/><Relationship Id="rId18" Type="http://schemas.openxmlformats.org/officeDocument/2006/relationships/slideLayout" Target="../slideLayouts/slideLayout104.xml"/><Relationship Id="rId26" Type="http://schemas.openxmlformats.org/officeDocument/2006/relationships/theme" Target="../theme/theme5.xml"/><Relationship Id="rId3" Type="http://schemas.openxmlformats.org/officeDocument/2006/relationships/slideLayout" Target="../slideLayouts/slideLayout89.xml"/><Relationship Id="rId21" Type="http://schemas.openxmlformats.org/officeDocument/2006/relationships/slideLayout" Target="../slideLayouts/slideLayout107.xml"/><Relationship Id="rId7" Type="http://schemas.openxmlformats.org/officeDocument/2006/relationships/slideLayout" Target="../slideLayouts/slideLayout93.xml"/><Relationship Id="rId12" Type="http://schemas.openxmlformats.org/officeDocument/2006/relationships/slideLayout" Target="../slideLayouts/slideLayout98.xml"/><Relationship Id="rId17" Type="http://schemas.openxmlformats.org/officeDocument/2006/relationships/slideLayout" Target="../slideLayouts/slideLayout103.xml"/><Relationship Id="rId25" Type="http://schemas.openxmlformats.org/officeDocument/2006/relationships/slideLayout" Target="../slideLayouts/slideLayout111.xml"/><Relationship Id="rId2" Type="http://schemas.openxmlformats.org/officeDocument/2006/relationships/slideLayout" Target="../slideLayouts/slideLayout88.xml"/><Relationship Id="rId16" Type="http://schemas.openxmlformats.org/officeDocument/2006/relationships/slideLayout" Target="../slideLayouts/slideLayout102.xml"/><Relationship Id="rId20" Type="http://schemas.openxmlformats.org/officeDocument/2006/relationships/slideLayout" Target="../slideLayouts/slideLayout106.xml"/><Relationship Id="rId1" Type="http://schemas.openxmlformats.org/officeDocument/2006/relationships/slideLayout" Target="../slideLayouts/slideLayout87.xml"/><Relationship Id="rId6" Type="http://schemas.openxmlformats.org/officeDocument/2006/relationships/slideLayout" Target="../slideLayouts/slideLayout92.xml"/><Relationship Id="rId11" Type="http://schemas.openxmlformats.org/officeDocument/2006/relationships/slideLayout" Target="../slideLayouts/slideLayout97.xml"/><Relationship Id="rId24" Type="http://schemas.openxmlformats.org/officeDocument/2006/relationships/slideLayout" Target="../slideLayouts/slideLayout110.xml"/><Relationship Id="rId5" Type="http://schemas.openxmlformats.org/officeDocument/2006/relationships/slideLayout" Target="../slideLayouts/slideLayout91.xml"/><Relationship Id="rId15" Type="http://schemas.openxmlformats.org/officeDocument/2006/relationships/slideLayout" Target="../slideLayouts/slideLayout101.xml"/><Relationship Id="rId23" Type="http://schemas.openxmlformats.org/officeDocument/2006/relationships/slideLayout" Target="../slideLayouts/slideLayout109.xml"/><Relationship Id="rId10" Type="http://schemas.openxmlformats.org/officeDocument/2006/relationships/slideLayout" Target="../slideLayouts/slideLayout96.xml"/><Relationship Id="rId19" Type="http://schemas.openxmlformats.org/officeDocument/2006/relationships/slideLayout" Target="../slideLayouts/slideLayout105.xml"/><Relationship Id="rId4" Type="http://schemas.openxmlformats.org/officeDocument/2006/relationships/slideLayout" Target="../slideLayouts/slideLayout90.xml"/><Relationship Id="rId9" Type="http://schemas.openxmlformats.org/officeDocument/2006/relationships/slideLayout" Target="../slideLayouts/slideLayout95.xml"/><Relationship Id="rId14" Type="http://schemas.openxmlformats.org/officeDocument/2006/relationships/slideLayout" Target="../slideLayouts/slideLayout100.xml"/><Relationship Id="rId22" Type="http://schemas.openxmlformats.org/officeDocument/2006/relationships/slideLayout" Target="../slideLayouts/slideLayout10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BD457C1-C2A8-4AAA-8C10-FA1C0FF9B0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457C4940-0C6B-452D-8B18-D70B3F205D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23A22F3-4646-4773-95C5-6CBD0B5880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B155F4-64D7-4288-A3BF-ECE41FECEEEC}" type="datetimeFigureOut">
              <a:rPr lang="zh-CN" altLang="en-US" smtClean="0"/>
              <a:t>2020/10/27</a:t>
            </a:fld>
            <a:endParaRPr lang="zh-CN" altLang="en-US"/>
          </a:p>
        </p:txBody>
      </p:sp>
      <p:sp>
        <p:nvSpPr>
          <p:cNvPr id="5" name="页脚占位符 4">
            <a:extLst>
              <a:ext uri="{FF2B5EF4-FFF2-40B4-BE49-F238E27FC236}">
                <a16:creationId xmlns:a16="http://schemas.microsoft.com/office/drawing/2014/main" id="{4A41EAF1-FC9E-4CEB-BD87-0AD867BE4A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DA58FBF-5D17-4635-96E3-B128F914E1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1B602B-3CB5-4505-BAB7-864EF0EEBB7F}" type="slidenum">
              <a:rPr lang="zh-CN" altLang="en-US" smtClean="0"/>
              <a:t>‹#›</a:t>
            </a:fld>
            <a:endParaRPr lang="zh-CN" altLang="en-US"/>
          </a:p>
        </p:txBody>
      </p:sp>
    </p:spTree>
    <p:extLst>
      <p:ext uri="{BB962C8B-B14F-4D97-AF65-F5344CB8AC3E}">
        <p14:creationId xmlns:p14="http://schemas.microsoft.com/office/powerpoint/2010/main" val="24908862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27" name="文本占位符 2"/>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wrap="square" lIns="91440" tIns="45720" rIns="91440" bIns="45720" numCol="1" anchor="ctr" anchorCtr="0" compatLnSpc="1"/>
          <a:lstStyle>
            <a:lvl1pPr eaLnBrk="1" hangingPunct="1">
              <a:defRPr sz="1200" smtClean="0">
                <a:solidFill>
                  <a:srgbClr val="898989"/>
                </a:solidFill>
              </a:defRPr>
            </a:lvl1pPr>
          </a:lstStyle>
          <a:p>
            <a:pPr defTabSz="457200" fontAlgn="base">
              <a:spcBef>
                <a:spcPct val="0"/>
              </a:spcBef>
              <a:spcAft>
                <a:spcPct val="0"/>
              </a:spcAft>
              <a:defRPr/>
            </a:pPr>
            <a:fld id="{6AE59DDE-6265-9E4B-AE18-07C5CD57602D}" type="datetimeFigureOut">
              <a:rPr kumimoji="1" lang="zh-CN" altLang="en-US" smtClean="0"/>
              <a:pPr defTabSz="457200" fontAlgn="base">
                <a:spcBef>
                  <a:spcPct val="0"/>
                </a:spcBef>
                <a:spcAft>
                  <a:spcPct val="0"/>
                </a:spcAft>
                <a:defRPr/>
              </a:pPr>
              <a:t>2020/10/27</a:t>
            </a:fld>
            <a:endParaRPr kumimoji="1"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cs typeface="+mn-cs"/>
              </a:defRPr>
            </a:lvl1pPr>
          </a:lstStyle>
          <a:p>
            <a:pPr defTabSz="457200">
              <a:defRPr/>
            </a:pPr>
            <a:endParaRPr kumimoji="1" lang="zh-CN" altLang="en-US">
              <a:solidFill>
                <a:prstClr val="black">
                  <a:tint val="75000"/>
                </a:prstClr>
              </a:solidFill>
            </a:endParaRPr>
          </a:p>
        </p:txBody>
      </p:sp>
      <p:sp>
        <p:nvSpPr>
          <p:cNvPr id="6" name="幻灯片编号占位符 5"/>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lstStyle>
            <a:lvl1pPr algn="r" eaLnBrk="1" hangingPunct="1">
              <a:defRPr sz="1200" smtClean="0">
                <a:solidFill>
                  <a:srgbClr val="898989"/>
                </a:solidFill>
              </a:defRPr>
            </a:lvl1pPr>
          </a:lstStyle>
          <a:p>
            <a:pPr defTabSz="457200" fontAlgn="base">
              <a:spcBef>
                <a:spcPct val="0"/>
              </a:spcBef>
              <a:spcAft>
                <a:spcPct val="0"/>
              </a:spcAft>
              <a:defRPr/>
            </a:pPr>
            <a:fld id="{85C3D5C1-CAC7-1546-B388-7585D2E87DFB}" type="slidenum">
              <a:rPr kumimoji="1" lang="zh-CN" altLang="en-US" smtClean="0"/>
              <a:pPr defTabSz="457200" fontAlgn="base">
                <a:spcBef>
                  <a:spcPct val="0"/>
                </a:spcBef>
                <a:spcAft>
                  <a:spcPct val="0"/>
                </a:spcAft>
                <a:defRPr/>
              </a:pPr>
              <a:t>‹#›</a:t>
            </a:fld>
            <a:endParaRPr kumimoji="1" lang="zh-CN" altLang="en-US"/>
          </a:p>
        </p:txBody>
      </p:sp>
    </p:spTree>
    <p:extLst>
      <p:ext uri="{BB962C8B-B14F-4D97-AF65-F5344CB8AC3E}">
        <p14:creationId xmlns:p14="http://schemas.microsoft.com/office/powerpoint/2010/main" val="9138090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9" r:id="rId25"/>
  </p:sldLayoutIdLst>
  <p:txStyles>
    <p:titleStyle>
      <a:lvl1pPr algn="ctr" defTabSz="457200" rtl="0" eaLnBrk="0" fontAlgn="base" hangingPunct="0">
        <a:spcBef>
          <a:spcPct val="0"/>
        </a:spcBef>
        <a:spcAft>
          <a:spcPct val="0"/>
        </a:spcAft>
        <a:defRPr kumimoji="1" sz="4400" kern="1200">
          <a:solidFill>
            <a:schemeClr val="tx1"/>
          </a:solidFill>
          <a:latin typeface="+mj-lt"/>
          <a:ea typeface="+mj-ea"/>
          <a:cs typeface="宋体" charset="0"/>
        </a:defRPr>
      </a:lvl1pPr>
      <a:lvl2pPr algn="ctr" defTabSz="457200" rtl="0" eaLnBrk="0" fontAlgn="base" hangingPunct="0">
        <a:spcBef>
          <a:spcPct val="0"/>
        </a:spcBef>
        <a:spcAft>
          <a:spcPct val="0"/>
        </a:spcAft>
        <a:defRPr kumimoji="1" sz="4400">
          <a:solidFill>
            <a:schemeClr val="tx1"/>
          </a:solidFill>
          <a:latin typeface="Calibri" charset="0"/>
          <a:ea typeface="宋体" charset="0"/>
          <a:cs typeface="宋体" charset="0"/>
        </a:defRPr>
      </a:lvl2pPr>
      <a:lvl3pPr algn="ctr" defTabSz="457200" rtl="0" eaLnBrk="0" fontAlgn="base" hangingPunct="0">
        <a:spcBef>
          <a:spcPct val="0"/>
        </a:spcBef>
        <a:spcAft>
          <a:spcPct val="0"/>
        </a:spcAft>
        <a:defRPr kumimoji="1" sz="4400">
          <a:solidFill>
            <a:schemeClr val="tx1"/>
          </a:solidFill>
          <a:latin typeface="Calibri" charset="0"/>
          <a:ea typeface="宋体" charset="0"/>
          <a:cs typeface="宋体" charset="0"/>
        </a:defRPr>
      </a:lvl3pPr>
      <a:lvl4pPr algn="ctr" defTabSz="457200" rtl="0" eaLnBrk="0" fontAlgn="base" hangingPunct="0">
        <a:spcBef>
          <a:spcPct val="0"/>
        </a:spcBef>
        <a:spcAft>
          <a:spcPct val="0"/>
        </a:spcAft>
        <a:defRPr kumimoji="1" sz="4400">
          <a:solidFill>
            <a:schemeClr val="tx1"/>
          </a:solidFill>
          <a:latin typeface="Calibri" charset="0"/>
          <a:ea typeface="宋体" charset="0"/>
          <a:cs typeface="宋体" charset="0"/>
        </a:defRPr>
      </a:lvl4pPr>
      <a:lvl5pPr algn="ctr" defTabSz="457200" rtl="0" eaLnBrk="0" fontAlgn="base" hangingPunct="0">
        <a:spcBef>
          <a:spcPct val="0"/>
        </a:spcBef>
        <a:spcAft>
          <a:spcPct val="0"/>
        </a:spcAft>
        <a:defRPr kumimoji="1" sz="4400">
          <a:solidFill>
            <a:schemeClr val="tx1"/>
          </a:solidFill>
          <a:latin typeface="Calibri" charset="0"/>
          <a:ea typeface="宋体" charset="0"/>
          <a:cs typeface="宋体" charset="0"/>
        </a:defRPr>
      </a:lvl5pPr>
      <a:lvl6pPr marL="457200" algn="ctr" defTabSz="457200" rtl="0" fontAlgn="base">
        <a:spcBef>
          <a:spcPct val="0"/>
        </a:spcBef>
        <a:spcAft>
          <a:spcPct val="0"/>
        </a:spcAft>
        <a:defRPr kumimoji="1" sz="4400">
          <a:solidFill>
            <a:schemeClr val="tx1"/>
          </a:solidFill>
          <a:latin typeface="Calibri" charset="0"/>
          <a:ea typeface="宋体" charset="0"/>
          <a:cs typeface="宋体" charset="0"/>
        </a:defRPr>
      </a:lvl6pPr>
      <a:lvl7pPr marL="914400" algn="ctr" defTabSz="457200" rtl="0" fontAlgn="base">
        <a:spcBef>
          <a:spcPct val="0"/>
        </a:spcBef>
        <a:spcAft>
          <a:spcPct val="0"/>
        </a:spcAft>
        <a:defRPr kumimoji="1" sz="4400">
          <a:solidFill>
            <a:schemeClr val="tx1"/>
          </a:solidFill>
          <a:latin typeface="Calibri" charset="0"/>
          <a:ea typeface="宋体" charset="0"/>
          <a:cs typeface="宋体" charset="0"/>
        </a:defRPr>
      </a:lvl7pPr>
      <a:lvl8pPr marL="1371600" algn="ctr" defTabSz="457200" rtl="0" fontAlgn="base">
        <a:spcBef>
          <a:spcPct val="0"/>
        </a:spcBef>
        <a:spcAft>
          <a:spcPct val="0"/>
        </a:spcAft>
        <a:defRPr kumimoji="1" sz="4400">
          <a:solidFill>
            <a:schemeClr val="tx1"/>
          </a:solidFill>
          <a:latin typeface="Calibri" charset="0"/>
          <a:ea typeface="宋体" charset="0"/>
          <a:cs typeface="宋体" charset="0"/>
        </a:defRPr>
      </a:lvl8pPr>
      <a:lvl9pPr marL="1828800" algn="ctr" defTabSz="457200" rtl="0" fontAlgn="base">
        <a:spcBef>
          <a:spcPct val="0"/>
        </a:spcBef>
        <a:spcAft>
          <a:spcPct val="0"/>
        </a:spcAft>
        <a:defRPr kumimoji="1" sz="4400">
          <a:solidFill>
            <a:schemeClr val="tx1"/>
          </a:solidFill>
          <a:latin typeface="Calibri" charset="0"/>
          <a:ea typeface="宋体" charset="0"/>
          <a:cs typeface="宋体" charset="0"/>
        </a:defRPr>
      </a:lvl9pPr>
    </p:titleStyle>
    <p:bodyStyle>
      <a:lvl1pPr marL="342900" indent="-342900" algn="l" defTabSz="457200" rtl="0" eaLnBrk="0" fontAlgn="base" hangingPunct="0">
        <a:spcBef>
          <a:spcPct val="20000"/>
        </a:spcBef>
        <a:spcAft>
          <a:spcPct val="0"/>
        </a:spcAft>
        <a:buFont typeface="Arial" panose="02080604020202020204" pitchFamily="34" charset="0"/>
        <a:buChar char="•"/>
        <a:defRPr kumimoji="1" sz="3200" kern="1200">
          <a:solidFill>
            <a:schemeClr val="tx1"/>
          </a:solidFill>
          <a:latin typeface="+mn-lt"/>
          <a:ea typeface="+mn-ea"/>
          <a:cs typeface="宋体" charset="0"/>
        </a:defRPr>
      </a:lvl1pPr>
      <a:lvl2pPr marL="742950" indent="-285750" algn="l" defTabSz="457200" rtl="0" eaLnBrk="0" fontAlgn="base" hangingPunct="0">
        <a:spcBef>
          <a:spcPct val="20000"/>
        </a:spcBef>
        <a:spcAft>
          <a:spcPct val="0"/>
        </a:spcAft>
        <a:buFont typeface="Arial" panose="0208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8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8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80604020202020204" pitchFamily="34"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27" name="文本占位符 2"/>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wrap="square" lIns="91440" tIns="45720" rIns="91440" bIns="45720" numCol="1" anchor="ctr" anchorCtr="0" compatLnSpc="1"/>
          <a:lstStyle>
            <a:lvl1pPr eaLnBrk="1" hangingPunct="1">
              <a:defRPr sz="1200" smtClean="0">
                <a:solidFill>
                  <a:srgbClr val="898989"/>
                </a:solidFill>
              </a:defRPr>
            </a:lvl1pPr>
          </a:lstStyle>
          <a:p>
            <a:pPr defTabSz="457200" fontAlgn="base">
              <a:spcBef>
                <a:spcPct val="0"/>
              </a:spcBef>
              <a:spcAft>
                <a:spcPct val="0"/>
              </a:spcAft>
              <a:defRPr/>
            </a:pPr>
            <a:fld id="{6AE59DDE-6265-9E4B-AE18-07C5CD57602D}" type="datetimeFigureOut">
              <a:rPr kumimoji="1" lang="zh-CN" altLang="en-US" smtClean="0"/>
              <a:pPr defTabSz="457200" fontAlgn="base">
                <a:spcBef>
                  <a:spcPct val="0"/>
                </a:spcBef>
                <a:spcAft>
                  <a:spcPct val="0"/>
                </a:spcAft>
                <a:defRPr/>
              </a:pPr>
              <a:t>2020/10/27</a:t>
            </a:fld>
            <a:endParaRPr kumimoji="1"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cs typeface="+mn-cs"/>
              </a:defRPr>
            </a:lvl1pPr>
          </a:lstStyle>
          <a:p>
            <a:pPr defTabSz="457200">
              <a:defRPr/>
            </a:pPr>
            <a:endParaRPr kumimoji="1" lang="zh-CN" altLang="en-US">
              <a:solidFill>
                <a:prstClr val="black">
                  <a:tint val="75000"/>
                </a:prstClr>
              </a:solidFill>
            </a:endParaRPr>
          </a:p>
        </p:txBody>
      </p:sp>
      <p:sp>
        <p:nvSpPr>
          <p:cNvPr id="6" name="幻灯片编号占位符 5"/>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lstStyle>
            <a:lvl1pPr algn="r" eaLnBrk="1" hangingPunct="1">
              <a:defRPr sz="1200" smtClean="0">
                <a:solidFill>
                  <a:srgbClr val="898989"/>
                </a:solidFill>
              </a:defRPr>
            </a:lvl1pPr>
          </a:lstStyle>
          <a:p>
            <a:pPr defTabSz="457200" fontAlgn="base">
              <a:spcBef>
                <a:spcPct val="0"/>
              </a:spcBef>
              <a:spcAft>
                <a:spcPct val="0"/>
              </a:spcAft>
              <a:defRPr/>
            </a:pPr>
            <a:fld id="{85C3D5C1-CAC7-1546-B388-7585D2E87DFB}" type="slidenum">
              <a:rPr kumimoji="1" lang="zh-CN" altLang="en-US" smtClean="0"/>
              <a:pPr defTabSz="457200" fontAlgn="base">
                <a:spcBef>
                  <a:spcPct val="0"/>
                </a:spcBef>
                <a:spcAft>
                  <a:spcPct val="0"/>
                </a:spcAft>
                <a:defRPr/>
              </a:pPr>
              <a:t>‹#›</a:t>
            </a:fld>
            <a:endParaRPr kumimoji="1" lang="zh-CN" altLang="en-US"/>
          </a:p>
        </p:txBody>
      </p:sp>
    </p:spTree>
    <p:extLst>
      <p:ext uri="{BB962C8B-B14F-4D97-AF65-F5344CB8AC3E}">
        <p14:creationId xmlns:p14="http://schemas.microsoft.com/office/powerpoint/2010/main" val="3501768380"/>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 id="2147483710" r:id="rId16"/>
    <p:sldLayoutId id="2147483711" r:id="rId17"/>
    <p:sldLayoutId id="2147483712" r:id="rId18"/>
    <p:sldLayoutId id="2147483713" r:id="rId19"/>
    <p:sldLayoutId id="2147483714" r:id="rId20"/>
    <p:sldLayoutId id="2147483715" r:id="rId21"/>
    <p:sldLayoutId id="2147483716" r:id="rId22"/>
    <p:sldLayoutId id="2147483717" r:id="rId23"/>
    <p:sldLayoutId id="2147483718" r:id="rId24"/>
    <p:sldLayoutId id="2147483721" r:id="rId25"/>
  </p:sldLayoutIdLst>
  <p:txStyles>
    <p:titleStyle>
      <a:lvl1pPr algn="ctr" defTabSz="457200" rtl="0" eaLnBrk="0" fontAlgn="base" hangingPunct="0">
        <a:spcBef>
          <a:spcPct val="0"/>
        </a:spcBef>
        <a:spcAft>
          <a:spcPct val="0"/>
        </a:spcAft>
        <a:defRPr kumimoji="1" sz="4400" kern="1200">
          <a:solidFill>
            <a:schemeClr val="tx1"/>
          </a:solidFill>
          <a:latin typeface="+mj-lt"/>
          <a:ea typeface="+mj-ea"/>
          <a:cs typeface="宋体" charset="0"/>
        </a:defRPr>
      </a:lvl1pPr>
      <a:lvl2pPr algn="ctr" defTabSz="457200" rtl="0" eaLnBrk="0" fontAlgn="base" hangingPunct="0">
        <a:spcBef>
          <a:spcPct val="0"/>
        </a:spcBef>
        <a:spcAft>
          <a:spcPct val="0"/>
        </a:spcAft>
        <a:defRPr kumimoji="1" sz="4400">
          <a:solidFill>
            <a:schemeClr val="tx1"/>
          </a:solidFill>
          <a:latin typeface="Calibri" charset="0"/>
          <a:ea typeface="宋体" charset="0"/>
          <a:cs typeface="宋体" charset="0"/>
        </a:defRPr>
      </a:lvl2pPr>
      <a:lvl3pPr algn="ctr" defTabSz="457200" rtl="0" eaLnBrk="0" fontAlgn="base" hangingPunct="0">
        <a:spcBef>
          <a:spcPct val="0"/>
        </a:spcBef>
        <a:spcAft>
          <a:spcPct val="0"/>
        </a:spcAft>
        <a:defRPr kumimoji="1" sz="4400">
          <a:solidFill>
            <a:schemeClr val="tx1"/>
          </a:solidFill>
          <a:latin typeface="Calibri" charset="0"/>
          <a:ea typeface="宋体" charset="0"/>
          <a:cs typeface="宋体" charset="0"/>
        </a:defRPr>
      </a:lvl3pPr>
      <a:lvl4pPr algn="ctr" defTabSz="457200" rtl="0" eaLnBrk="0" fontAlgn="base" hangingPunct="0">
        <a:spcBef>
          <a:spcPct val="0"/>
        </a:spcBef>
        <a:spcAft>
          <a:spcPct val="0"/>
        </a:spcAft>
        <a:defRPr kumimoji="1" sz="4400">
          <a:solidFill>
            <a:schemeClr val="tx1"/>
          </a:solidFill>
          <a:latin typeface="Calibri" charset="0"/>
          <a:ea typeface="宋体" charset="0"/>
          <a:cs typeface="宋体" charset="0"/>
        </a:defRPr>
      </a:lvl4pPr>
      <a:lvl5pPr algn="ctr" defTabSz="457200" rtl="0" eaLnBrk="0" fontAlgn="base" hangingPunct="0">
        <a:spcBef>
          <a:spcPct val="0"/>
        </a:spcBef>
        <a:spcAft>
          <a:spcPct val="0"/>
        </a:spcAft>
        <a:defRPr kumimoji="1" sz="4400">
          <a:solidFill>
            <a:schemeClr val="tx1"/>
          </a:solidFill>
          <a:latin typeface="Calibri" charset="0"/>
          <a:ea typeface="宋体" charset="0"/>
          <a:cs typeface="宋体" charset="0"/>
        </a:defRPr>
      </a:lvl5pPr>
      <a:lvl6pPr marL="457200" algn="ctr" defTabSz="457200" rtl="0" fontAlgn="base">
        <a:spcBef>
          <a:spcPct val="0"/>
        </a:spcBef>
        <a:spcAft>
          <a:spcPct val="0"/>
        </a:spcAft>
        <a:defRPr kumimoji="1" sz="4400">
          <a:solidFill>
            <a:schemeClr val="tx1"/>
          </a:solidFill>
          <a:latin typeface="Calibri" charset="0"/>
          <a:ea typeface="宋体" charset="0"/>
          <a:cs typeface="宋体" charset="0"/>
        </a:defRPr>
      </a:lvl6pPr>
      <a:lvl7pPr marL="914400" algn="ctr" defTabSz="457200" rtl="0" fontAlgn="base">
        <a:spcBef>
          <a:spcPct val="0"/>
        </a:spcBef>
        <a:spcAft>
          <a:spcPct val="0"/>
        </a:spcAft>
        <a:defRPr kumimoji="1" sz="4400">
          <a:solidFill>
            <a:schemeClr val="tx1"/>
          </a:solidFill>
          <a:latin typeface="Calibri" charset="0"/>
          <a:ea typeface="宋体" charset="0"/>
          <a:cs typeface="宋体" charset="0"/>
        </a:defRPr>
      </a:lvl7pPr>
      <a:lvl8pPr marL="1371600" algn="ctr" defTabSz="457200" rtl="0" fontAlgn="base">
        <a:spcBef>
          <a:spcPct val="0"/>
        </a:spcBef>
        <a:spcAft>
          <a:spcPct val="0"/>
        </a:spcAft>
        <a:defRPr kumimoji="1" sz="4400">
          <a:solidFill>
            <a:schemeClr val="tx1"/>
          </a:solidFill>
          <a:latin typeface="Calibri" charset="0"/>
          <a:ea typeface="宋体" charset="0"/>
          <a:cs typeface="宋体" charset="0"/>
        </a:defRPr>
      </a:lvl8pPr>
      <a:lvl9pPr marL="1828800" algn="ctr" defTabSz="457200" rtl="0" fontAlgn="base">
        <a:spcBef>
          <a:spcPct val="0"/>
        </a:spcBef>
        <a:spcAft>
          <a:spcPct val="0"/>
        </a:spcAft>
        <a:defRPr kumimoji="1" sz="4400">
          <a:solidFill>
            <a:schemeClr val="tx1"/>
          </a:solidFill>
          <a:latin typeface="Calibri" charset="0"/>
          <a:ea typeface="宋体" charset="0"/>
          <a:cs typeface="宋体" charset="0"/>
        </a:defRPr>
      </a:lvl9pPr>
    </p:titleStyle>
    <p:bodyStyle>
      <a:lvl1pPr marL="342900" indent="-342900" algn="l" defTabSz="457200" rtl="0" eaLnBrk="0" fontAlgn="base" hangingPunct="0">
        <a:spcBef>
          <a:spcPct val="20000"/>
        </a:spcBef>
        <a:spcAft>
          <a:spcPct val="0"/>
        </a:spcAft>
        <a:buFont typeface="Arial" panose="02080604020202020204" pitchFamily="34" charset="0"/>
        <a:buChar char="•"/>
        <a:defRPr kumimoji="1" sz="3200" kern="1200">
          <a:solidFill>
            <a:schemeClr val="tx1"/>
          </a:solidFill>
          <a:latin typeface="+mn-lt"/>
          <a:ea typeface="+mn-ea"/>
          <a:cs typeface="宋体" charset="0"/>
        </a:defRPr>
      </a:lvl1pPr>
      <a:lvl2pPr marL="742950" indent="-285750" algn="l" defTabSz="457200" rtl="0" eaLnBrk="0" fontAlgn="base" hangingPunct="0">
        <a:spcBef>
          <a:spcPct val="20000"/>
        </a:spcBef>
        <a:spcAft>
          <a:spcPct val="0"/>
        </a:spcAft>
        <a:buFont typeface="Arial" panose="0208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8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8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80604020202020204" pitchFamily="34"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27" name="文本占位符 2"/>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wrap="square" lIns="91440" tIns="45720" rIns="91440" bIns="45720" numCol="1" anchor="ctr" anchorCtr="0" compatLnSpc="1"/>
          <a:lstStyle>
            <a:lvl1pPr eaLnBrk="1" hangingPunct="1">
              <a:defRPr sz="1200" smtClean="0">
                <a:solidFill>
                  <a:srgbClr val="898989"/>
                </a:solidFill>
              </a:defRPr>
            </a:lvl1pPr>
          </a:lstStyle>
          <a:p>
            <a:pPr defTabSz="457200" fontAlgn="base">
              <a:spcBef>
                <a:spcPct val="0"/>
              </a:spcBef>
              <a:spcAft>
                <a:spcPct val="0"/>
              </a:spcAft>
              <a:defRPr/>
            </a:pPr>
            <a:fld id="{6AE59DDE-6265-9E4B-AE18-07C5CD57602D}" type="datetimeFigureOut">
              <a:rPr kumimoji="1" lang="zh-CN" altLang="en-US" smtClean="0"/>
              <a:pPr defTabSz="457200" fontAlgn="base">
                <a:spcBef>
                  <a:spcPct val="0"/>
                </a:spcBef>
                <a:spcAft>
                  <a:spcPct val="0"/>
                </a:spcAft>
                <a:defRPr/>
              </a:pPr>
              <a:t>2020/10/27</a:t>
            </a:fld>
            <a:endParaRPr kumimoji="1"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cs typeface="+mn-cs"/>
              </a:defRPr>
            </a:lvl1pPr>
          </a:lstStyle>
          <a:p>
            <a:pPr defTabSz="457200">
              <a:defRPr/>
            </a:pPr>
            <a:endParaRPr kumimoji="1" lang="zh-CN" altLang="en-US">
              <a:solidFill>
                <a:prstClr val="black">
                  <a:tint val="75000"/>
                </a:prstClr>
              </a:solidFill>
            </a:endParaRPr>
          </a:p>
        </p:txBody>
      </p:sp>
      <p:sp>
        <p:nvSpPr>
          <p:cNvPr id="6" name="幻灯片编号占位符 5"/>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lstStyle>
            <a:lvl1pPr algn="r" eaLnBrk="1" hangingPunct="1">
              <a:defRPr sz="1200" smtClean="0">
                <a:solidFill>
                  <a:srgbClr val="898989"/>
                </a:solidFill>
              </a:defRPr>
            </a:lvl1pPr>
          </a:lstStyle>
          <a:p>
            <a:pPr defTabSz="457200" fontAlgn="base">
              <a:spcBef>
                <a:spcPct val="0"/>
              </a:spcBef>
              <a:spcAft>
                <a:spcPct val="0"/>
              </a:spcAft>
              <a:defRPr/>
            </a:pPr>
            <a:fld id="{85C3D5C1-CAC7-1546-B388-7585D2E87DFB}" type="slidenum">
              <a:rPr kumimoji="1" lang="zh-CN" altLang="en-US" smtClean="0"/>
              <a:pPr defTabSz="457200" fontAlgn="base">
                <a:spcBef>
                  <a:spcPct val="0"/>
                </a:spcBef>
                <a:spcAft>
                  <a:spcPct val="0"/>
                </a:spcAft>
                <a:defRPr/>
              </a:pPr>
              <a:t>‹#›</a:t>
            </a:fld>
            <a:endParaRPr kumimoji="1" lang="zh-CN" altLang="en-US"/>
          </a:p>
        </p:txBody>
      </p:sp>
    </p:spTree>
    <p:extLst>
      <p:ext uri="{BB962C8B-B14F-4D97-AF65-F5344CB8AC3E}">
        <p14:creationId xmlns:p14="http://schemas.microsoft.com/office/powerpoint/2010/main" val="2244185858"/>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 id="2147483736" r:id="rId12"/>
    <p:sldLayoutId id="2147483737" r:id="rId13"/>
    <p:sldLayoutId id="2147483738" r:id="rId14"/>
    <p:sldLayoutId id="2147483739" r:id="rId15"/>
    <p:sldLayoutId id="2147483742" r:id="rId16"/>
    <p:sldLayoutId id="2147483743" r:id="rId17"/>
    <p:sldLayoutId id="2147483744" r:id="rId18"/>
    <p:sldLayoutId id="2147483745" r:id="rId19"/>
    <p:sldLayoutId id="2147483746" r:id="rId20"/>
    <p:sldLayoutId id="2147483747" r:id="rId21"/>
    <p:sldLayoutId id="2147483748" r:id="rId22"/>
    <p:sldLayoutId id="2147483749" r:id="rId23"/>
    <p:sldLayoutId id="2147483750" r:id="rId24"/>
    <p:sldLayoutId id="2147483753" r:id="rId25"/>
  </p:sldLayoutIdLst>
  <p:txStyles>
    <p:titleStyle>
      <a:lvl1pPr algn="ctr" defTabSz="457200" rtl="0" eaLnBrk="0" fontAlgn="base" hangingPunct="0">
        <a:spcBef>
          <a:spcPct val="0"/>
        </a:spcBef>
        <a:spcAft>
          <a:spcPct val="0"/>
        </a:spcAft>
        <a:defRPr kumimoji="1" sz="4400" kern="1200">
          <a:solidFill>
            <a:schemeClr val="tx1"/>
          </a:solidFill>
          <a:latin typeface="+mj-lt"/>
          <a:ea typeface="+mj-ea"/>
          <a:cs typeface="宋体" charset="0"/>
        </a:defRPr>
      </a:lvl1pPr>
      <a:lvl2pPr algn="ctr" defTabSz="457200" rtl="0" eaLnBrk="0" fontAlgn="base" hangingPunct="0">
        <a:spcBef>
          <a:spcPct val="0"/>
        </a:spcBef>
        <a:spcAft>
          <a:spcPct val="0"/>
        </a:spcAft>
        <a:defRPr kumimoji="1" sz="4400">
          <a:solidFill>
            <a:schemeClr val="tx1"/>
          </a:solidFill>
          <a:latin typeface="Calibri" charset="0"/>
          <a:ea typeface="宋体" charset="0"/>
          <a:cs typeface="宋体" charset="0"/>
        </a:defRPr>
      </a:lvl2pPr>
      <a:lvl3pPr algn="ctr" defTabSz="457200" rtl="0" eaLnBrk="0" fontAlgn="base" hangingPunct="0">
        <a:spcBef>
          <a:spcPct val="0"/>
        </a:spcBef>
        <a:spcAft>
          <a:spcPct val="0"/>
        </a:spcAft>
        <a:defRPr kumimoji="1" sz="4400">
          <a:solidFill>
            <a:schemeClr val="tx1"/>
          </a:solidFill>
          <a:latin typeface="Calibri" charset="0"/>
          <a:ea typeface="宋体" charset="0"/>
          <a:cs typeface="宋体" charset="0"/>
        </a:defRPr>
      </a:lvl3pPr>
      <a:lvl4pPr algn="ctr" defTabSz="457200" rtl="0" eaLnBrk="0" fontAlgn="base" hangingPunct="0">
        <a:spcBef>
          <a:spcPct val="0"/>
        </a:spcBef>
        <a:spcAft>
          <a:spcPct val="0"/>
        </a:spcAft>
        <a:defRPr kumimoji="1" sz="4400">
          <a:solidFill>
            <a:schemeClr val="tx1"/>
          </a:solidFill>
          <a:latin typeface="Calibri" charset="0"/>
          <a:ea typeface="宋体" charset="0"/>
          <a:cs typeface="宋体" charset="0"/>
        </a:defRPr>
      </a:lvl4pPr>
      <a:lvl5pPr algn="ctr" defTabSz="457200" rtl="0" eaLnBrk="0" fontAlgn="base" hangingPunct="0">
        <a:spcBef>
          <a:spcPct val="0"/>
        </a:spcBef>
        <a:spcAft>
          <a:spcPct val="0"/>
        </a:spcAft>
        <a:defRPr kumimoji="1" sz="4400">
          <a:solidFill>
            <a:schemeClr val="tx1"/>
          </a:solidFill>
          <a:latin typeface="Calibri" charset="0"/>
          <a:ea typeface="宋体" charset="0"/>
          <a:cs typeface="宋体" charset="0"/>
        </a:defRPr>
      </a:lvl5pPr>
      <a:lvl6pPr marL="457200" algn="ctr" defTabSz="457200" rtl="0" fontAlgn="base">
        <a:spcBef>
          <a:spcPct val="0"/>
        </a:spcBef>
        <a:spcAft>
          <a:spcPct val="0"/>
        </a:spcAft>
        <a:defRPr kumimoji="1" sz="4400">
          <a:solidFill>
            <a:schemeClr val="tx1"/>
          </a:solidFill>
          <a:latin typeface="Calibri" charset="0"/>
          <a:ea typeface="宋体" charset="0"/>
          <a:cs typeface="宋体" charset="0"/>
        </a:defRPr>
      </a:lvl6pPr>
      <a:lvl7pPr marL="914400" algn="ctr" defTabSz="457200" rtl="0" fontAlgn="base">
        <a:spcBef>
          <a:spcPct val="0"/>
        </a:spcBef>
        <a:spcAft>
          <a:spcPct val="0"/>
        </a:spcAft>
        <a:defRPr kumimoji="1" sz="4400">
          <a:solidFill>
            <a:schemeClr val="tx1"/>
          </a:solidFill>
          <a:latin typeface="Calibri" charset="0"/>
          <a:ea typeface="宋体" charset="0"/>
          <a:cs typeface="宋体" charset="0"/>
        </a:defRPr>
      </a:lvl7pPr>
      <a:lvl8pPr marL="1371600" algn="ctr" defTabSz="457200" rtl="0" fontAlgn="base">
        <a:spcBef>
          <a:spcPct val="0"/>
        </a:spcBef>
        <a:spcAft>
          <a:spcPct val="0"/>
        </a:spcAft>
        <a:defRPr kumimoji="1" sz="4400">
          <a:solidFill>
            <a:schemeClr val="tx1"/>
          </a:solidFill>
          <a:latin typeface="Calibri" charset="0"/>
          <a:ea typeface="宋体" charset="0"/>
          <a:cs typeface="宋体" charset="0"/>
        </a:defRPr>
      </a:lvl8pPr>
      <a:lvl9pPr marL="1828800" algn="ctr" defTabSz="457200" rtl="0" fontAlgn="base">
        <a:spcBef>
          <a:spcPct val="0"/>
        </a:spcBef>
        <a:spcAft>
          <a:spcPct val="0"/>
        </a:spcAft>
        <a:defRPr kumimoji="1" sz="4400">
          <a:solidFill>
            <a:schemeClr val="tx1"/>
          </a:solidFill>
          <a:latin typeface="Calibri" charset="0"/>
          <a:ea typeface="宋体" charset="0"/>
          <a:cs typeface="宋体" charset="0"/>
        </a:defRPr>
      </a:lvl9pPr>
    </p:titleStyle>
    <p:bodyStyle>
      <a:lvl1pPr marL="342900" indent="-342900" algn="l" defTabSz="457200" rtl="0" eaLnBrk="0" fontAlgn="base" hangingPunct="0">
        <a:spcBef>
          <a:spcPct val="20000"/>
        </a:spcBef>
        <a:spcAft>
          <a:spcPct val="0"/>
        </a:spcAft>
        <a:buFont typeface="Arial" panose="02080604020202020204" pitchFamily="34" charset="0"/>
        <a:buChar char="•"/>
        <a:defRPr kumimoji="1" sz="3200" kern="1200">
          <a:solidFill>
            <a:schemeClr val="tx1"/>
          </a:solidFill>
          <a:latin typeface="+mn-lt"/>
          <a:ea typeface="+mn-ea"/>
          <a:cs typeface="宋体" charset="0"/>
        </a:defRPr>
      </a:lvl1pPr>
      <a:lvl2pPr marL="742950" indent="-285750" algn="l" defTabSz="457200" rtl="0" eaLnBrk="0" fontAlgn="base" hangingPunct="0">
        <a:spcBef>
          <a:spcPct val="20000"/>
        </a:spcBef>
        <a:spcAft>
          <a:spcPct val="0"/>
        </a:spcAft>
        <a:buFont typeface="Arial" panose="0208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8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8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80604020202020204" pitchFamily="34"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27" name="文本占位符 2"/>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609600" y="6356351"/>
            <a:ext cx="2844800" cy="365125"/>
          </a:xfrm>
          <a:prstGeom prst="rect">
            <a:avLst/>
          </a:prstGeom>
        </p:spPr>
        <p:txBody>
          <a:bodyPr vert="horz" wrap="square" lIns="91440" tIns="45720" rIns="91440" bIns="45720" numCol="1" anchor="ctr" anchorCtr="0" compatLnSpc="1"/>
          <a:lstStyle>
            <a:lvl1pPr eaLnBrk="1" hangingPunct="1">
              <a:defRPr sz="1200" smtClean="0">
                <a:solidFill>
                  <a:srgbClr val="898989"/>
                </a:solidFill>
              </a:defRPr>
            </a:lvl1pPr>
          </a:lstStyle>
          <a:p>
            <a:pPr defTabSz="457200" fontAlgn="base">
              <a:spcBef>
                <a:spcPct val="0"/>
              </a:spcBef>
              <a:spcAft>
                <a:spcPct val="0"/>
              </a:spcAft>
              <a:defRPr/>
            </a:pPr>
            <a:fld id="{6AE59DDE-6265-9E4B-AE18-07C5CD57602D}" type="datetimeFigureOut">
              <a:rPr kumimoji="1" lang="zh-CN" altLang="en-US" smtClean="0"/>
              <a:pPr defTabSz="457200" fontAlgn="base">
                <a:spcBef>
                  <a:spcPct val="0"/>
                </a:spcBef>
                <a:spcAft>
                  <a:spcPct val="0"/>
                </a:spcAft>
                <a:defRPr/>
              </a:pPr>
              <a:t>2020/10/27</a:t>
            </a:fld>
            <a:endParaRPr kumimoji="1" lang="zh-CN" altLang="en-US"/>
          </a:p>
        </p:txBody>
      </p:sp>
      <p:sp>
        <p:nvSpPr>
          <p:cNvPr id="5" name="页脚占位符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cs typeface="+mn-cs"/>
              </a:defRPr>
            </a:lvl1pPr>
          </a:lstStyle>
          <a:p>
            <a:pPr defTabSz="457200">
              <a:defRPr/>
            </a:pPr>
            <a:endParaRPr kumimoji="1" lang="zh-CN" altLang="en-US">
              <a:solidFill>
                <a:prstClr val="black">
                  <a:tint val="75000"/>
                </a:prstClr>
              </a:solidFill>
            </a:endParaRPr>
          </a:p>
        </p:txBody>
      </p:sp>
      <p:sp>
        <p:nvSpPr>
          <p:cNvPr id="6" name="幻灯片编号占位符 5"/>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lstStyle>
            <a:lvl1pPr algn="r" eaLnBrk="1" hangingPunct="1">
              <a:defRPr sz="1200" smtClean="0">
                <a:solidFill>
                  <a:srgbClr val="898989"/>
                </a:solidFill>
              </a:defRPr>
            </a:lvl1pPr>
          </a:lstStyle>
          <a:p>
            <a:pPr defTabSz="457200" fontAlgn="base">
              <a:spcBef>
                <a:spcPct val="0"/>
              </a:spcBef>
              <a:spcAft>
                <a:spcPct val="0"/>
              </a:spcAft>
              <a:defRPr/>
            </a:pPr>
            <a:fld id="{85C3D5C1-CAC7-1546-B388-7585D2E87DFB}" type="slidenum">
              <a:rPr kumimoji="1" lang="zh-CN" altLang="en-US" smtClean="0"/>
              <a:pPr defTabSz="457200" fontAlgn="base">
                <a:spcBef>
                  <a:spcPct val="0"/>
                </a:spcBef>
                <a:spcAft>
                  <a:spcPct val="0"/>
                </a:spcAft>
                <a:defRPr/>
              </a:pPr>
              <a:t>‹#›</a:t>
            </a:fld>
            <a:endParaRPr kumimoji="1" lang="zh-CN" altLang="en-US"/>
          </a:p>
        </p:txBody>
      </p:sp>
    </p:spTree>
    <p:extLst>
      <p:ext uri="{BB962C8B-B14F-4D97-AF65-F5344CB8AC3E}">
        <p14:creationId xmlns:p14="http://schemas.microsoft.com/office/powerpoint/2010/main" val="4167991652"/>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 id="2147483768" r:id="rId12"/>
    <p:sldLayoutId id="2147483769" r:id="rId13"/>
    <p:sldLayoutId id="2147483770" r:id="rId14"/>
    <p:sldLayoutId id="2147483771" r:id="rId15"/>
    <p:sldLayoutId id="2147483774" r:id="rId16"/>
    <p:sldLayoutId id="2147483775" r:id="rId17"/>
    <p:sldLayoutId id="2147483776" r:id="rId18"/>
    <p:sldLayoutId id="2147483777" r:id="rId19"/>
    <p:sldLayoutId id="2147483778" r:id="rId20"/>
    <p:sldLayoutId id="2147483779" r:id="rId21"/>
    <p:sldLayoutId id="2147483780" r:id="rId22"/>
    <p:sldLayoutId id="2147483781" r:id="rId23"/>
    <p:sldLayoutId id="2147483782" r:id="rId24"/>
    <p:sldLayoutId id="2147483785" r:id="rId25"/>
  </p:sldLayoutIdLst>
  <p:txStyles>
    <p:titleStyle>
      <a:lvl1pPr algn="ctr" defTabSz="457200" rtl="0" eaLnBrk="0" fontAlgn="base" hangingPunct="0">
        <a:spcBef>
          <a:spcPct val="0"/>
        </a:spcBef>
        <a:spcAft>
          <a:spcPct val="0"/>
        </a:spcAft>
        <a:defRPr kumimoji="1" sz="4400" kern="1200">
          <a:solidFill>
            <a:schemeClr val="tx1"/>
          </a:solidFill>
          <a:latin typeface="+mj-lt"/>
          <a:ea typeface="+mj-ea"/>
          <a:cs typeface="宋体" charset="0"/>
        </a:defRPr>
      </a:lvl1pPr>
      <a:lvl2pPr algn="ctr" defTabSz="457200" rtl="0" eaLnBrk="0" fontAlgn="base" hangingPunct="0">
        <a:spcBef>
          <a:spcPct val="0"/>
        </a:spcBef>
        <a:spcAft>
          <a:spcPct val="0"/>
        </a:spcAft>
        <a:defRPr kumimoji="1" sz="4400">
          <a:solidFill>
            <a:schemeClr val="tx1"/>
          </a:solidFill>
          <a:latin typeface="Calibri" charset="0"/>
          <a:ea typeface="宋体" charset="0"/>
          <a:cs typeface="宋体" charset="0"/>
        </a:defRPr>
      </a:lvl2pPr>
      <a:lvl3pPr algn="ctr" defTabSz="457200" rtl="0" eaLnBrk="0" fontAlgn="base" hangingPunct="0">
        <a:spcBef>
          <a:spcPct val="0"/>
        </a:spcBef>
        <a:spcAft>
          <a:spcPct val="0"/>
        </a:spcAft>
        <a:defRPr kumimoji="1" sz="4400">
          <a:solidFill>
            <a:schemeClr val="tx1"/>
          </a:solidFill>
          <a:latin typeface="Calibri" charset="0"/>
          <a:ea typeface="宋体" charset="0"/>
          <a:cs typeface="宋体" charset="0"/>
        </a:defRPr>
      </a:lvl3pPr>
      <a:lvl4pPr algn="ctr" defTabSz="457200" rtl="0" eaLnBrk="0" fontAlgn="base" hangingPunct="0">
        <a:spcBef>
          <a:spcPct val="0"/>
        </a:spcBef>
        <a:spcAft>
          <a:spcPct val="0"/>
        </a:spcAft>
        <a:defRPr kumimoji="1" sz="4400">
          <a:solidFill>
            <a:schemeClr val="tx1"/>
          </a:solidFill>
          <a:latin typeface="Calibri" charset="0"/>
          <a:ea typeface="宋体" charset="0"/>
          <a:cs typeface="宋体" charset="0"/>
        </a:defRPr>
      </a:lvl4pPr>
      <a:lvl5pPr algn="ctr" defTabSz="457200" rtl="0" eaLnBrk="0" fontAlgn="base" hangingPunct="0">
        <a:spcBef>
          <a:spcPct val="0"/>
        </a:spcBef>
        <a:spcAft>
          <a:spcPct val="0"/>
        </a:spcAft>
        <a:defRPr kumimoji="1" sz="4400">
          <a:solidFill>
            <a:schemeClr val="tx1"/>
          </a:solidFill>
          <a:latin typeface="Calibri" charset="0"/>
          <a:ea typeface="宋体" charset="0"/>
          <a:cs typeface="宋体" charset="0"/>
        </a:defRPr>
      </a:lvl5pPr>
      <a:lvl6pPr marL="457200" algn="ctr" defTabSz="457200" rtl="0" fontAlgn="base">
        <a:spcBef>
          <a:spcPct val="0"/>
        </a:spcBef>
        <a:spcAft>
          <a:spcPct val="0"/>
        </a:spcAft>
        <a:defRPr kumimoji="1" sz="4400">
          <a:solidFill>
            <a:schemeClr val="tx1"/>
          </a:solidFill>
          <a:latin typeface="Calibri" charset="0"/>
          <a:ea typeface="宋体" charset="0"/>
          <a:cs typeface="宋体" charset="0"/>
        </a:defRPr>
      </a:lvl6pPr>
      <a:lvl7pPr marL="914400" algn="ctr" defTabSz="457200" rtl="0" fontAlgn="base">
        <a:spcBef>
          <a:spcPct val="0"/>
        </a:spcBef>
        <a:spcAft>
          <a:spcPct val="0"/>
        </a:spcAft>
        <a:defRPr kumimoji="1" sz="4400">
          <a:solidFill>
            <a:schemeClr val="tx1"/>
          </a:solidFill>
          <a:latin typeface="Calibri" charset="0"/>
          <a:ea typeface="宋体" charset="0"/>
          <a:cs typeface="宋体" charset="0"/>
        </a:defRPr>
      </a:lvl7pPr>
      <a:lvl8pPr marL="1371600" algn="ctr" defTabSz="457200" rtl="0" fontAlgn="base">
        <a:spcBef>
          <a:spcPct val="0"/>
        </a:spcBef>
        <a:spcAft>
          <a:spcPct val="0"/>
        </a:spcAft>
        <a:defRPr kumimoji="1" sz="4400">
          <a:solidFill>
            <a:schemeClr val="tx1"/>
          </a:solidFill>
          <a:latin typeface="Calibri" charset="0"/>
          <a:ea typeface="宋体" charset="0"/>
          <a:cs typeface="宋体" charset="0"/>
        </a:defRPr>
      </a:lvl8pPr>
      <a:lvl9pPr marL="1828800" algn="ctr" defTabSz="457200" rtl="0" fontAlgn="base">
        <a:spcBef>
          <a:spcPct val="0"/>
        </a:spcBef>
        <a:spcAft>
          <a:spcPct val="0"/>
        </a:spcAft>
        <a:defRPr kumimoji="1" sz="4400">
          <a:solidFill>
            <a:schemeClr val="tx1"/>
          </a:solidFill>
          <a:latin typeface="Calibri" charset="0"/>
          <a:ea typeface="宋体" charset="0"/>
          <a:cs typeface="宋体" charset="0"/>
        </a:defRPr>
      </a:lvl9pPr>
    </p:titleStyle>
    <p:bodyStyle>
      <a:lvl1pPr marL="342900" indent="-342900" algn="l" defTabSz="457200" rtl="0" eaLnBrk="0" fontAlgn="base" hangingPunct="0">
        <a:spcBef>
          <a:spcPct val="20000"/>
        </a:spcBef>
        <a:spcAft>
          <a:spcPct val="0"/>
        </a:spcAft>
        <a:buFont typeface="Arial" panose="02080604020202020204" pitchFamily="34" charset="0"/>
        <a:buChar char="•"/>
        <a:defRPr kumimoji="1" sz="3200" kern="1200">
          <a:solidFill>
            <a:schemeClr val="tx1"/>
          </a:solidFill>
          <a:latin typeface="+mn-lt"/>
          <a:ea typeface="+mn-ea"/>
          <a:cs typeface="宋体" charset="0"/>
        </a:defRPr>
      </a:lvl1pPr>
      <a:lvl2pPr marL="742950" indent="-285750" algn="l" defTabSz="457200" rtl="0" eaLnBrk="0" fontAlgn="base" hangingPunct="0">
        <a:spcBef>
          <a:spcPct val="20000"/>
        </a:spcBef>
        <a:spcAft>
          <a:spcPct val="0"/>
        </a:spcAft>
        <a:buFont typeface="Arial" panose="02080604020202020204" pitchFamily="34" charset="0"/>
        <a:buChar char="–"/>
        <a:defRPr kumimoji="1"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panose="02080604020202020204" pitchFamily="34" charset="0"/>
        <a:buChar char="•"/>
        <a:defRPr kumimoji="1"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panose="02080604020202020204" pitchFamily="34" charset="0"/>
        <a:buChar char="–"/>
        <a:defRPr kumimoji="1"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panose="02080604020202020204" pitchFamily="34"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zh-CN"/>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5.emf"/></Relationships>
</file>

<file path=ppt/slides/_rels/slide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jp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_rels/slide2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jpg"/></Relationships>
</file>

<file path=ppt/slides/_rels/slide2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9A5CCC-26FA-41A0-91E0-277983CDDBF2}"/>
              </a:ext>
            </a:extLst>
          </p:cNvPr>
          <p:cNvSpPr>
            <a:spLocks noGrp="1"/>
          </p:cNvSpPr>
          <p:nvPr>
            <p:ph type="ctrTitle"/>
          </p:nvPr>
        </p:nvSpPr>
        <p:spPr>
          <a:xfrm>
            <a:off x="780586" y="1862253"/>
            <a:ext cx="10738624" cy="1883808"/>
          </a:xfrm>
        </p:spPr>
        <p:txBody>
          <a:bodyPr>
            <a:normAutofit/>
          </a:bodyPr>
          <a:lstStyle/>
          <a:p>
            <a:r>
              <a:rPr lang="zh-CN" altLang="en-US" b="1" dirty="0">
                <a:latin typeface="黑体" panose="02010609060101010101" pitchFamily="49" charset="-122"/>
                <a:ea typeface="黑体" panose="02010609060101010101" pitchFamily="49" charset="-122"/>
              </a:rPr>
              <a:t>基于集成学习的炼钢</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连铸工艺过程参数预测</a:t>
            </a:r>
          </a:p>
        </p:txBody>
      </p:sp>
      <p:sp>
        <p:nvSpPr>
          <p:cNvPr id="3" name="副标题 2">
            <a:extLst>
              <a:ext uri="{FF2B5EF4-FFF2-40B4-BE49-F238E27FC236}">
                <a16:creationId xmlns:a16="http://schemas.microsoft.com/office/drawing/2014/main" id="{B6D6551A-038D-43A4-8D13-3C5228D75313}"/>
              </a:ext>
            </a:extLst>
          </p:cNvPr>
          <p:cNvSpPr>
            <a:spLocks noGrp="1"/>
          </p:cNvSpPr>
          <p:nvPr>
            <p:ph type="subTitle" idx="1"/>
          </p:nvPr>
        </p:nvSpPr>
        <p:spPr>
          <a:xfrm>
            <a:off x="3369509" y="4674124"/>
            <a:ext cx="2080334" cy="461665"/>
          </a:xfrm>
        </p:spPr>
        <p:txBody>
          <a:bodyPr/>
          <a:lstStyle/>
          <a:p>
            <a:r>
              <a:rPr lang="zh-CN" altLang="en-US" dirty="0">
                <a:latin typeface="黑体" panose="02010609060101010101" pitchFamily="49" charset="-122"/>
                <a:ea typeface="黑体" panose="02010609060101010101" pitchFamily="49" charset="-122"/>
              </a:rPr>
              <a:t>导师：刘士新</a:t>
            </a:r>
            <a:endParaRPr lang="en-US" altLang="zh-CN" dirty="0">
              <a:latin typeface="黑体" panose="02010609060101010101" pitchFamily="49" charset="-122"/>
              <a:ea typeface="黑体" panose="02010609060101010101" pitchFamily="49" charset="-122"/>
            </a:endParaRPr>
          </a:p>
        </p:txBody>
      </p:sp>
      <p:sp>
        <p:nvSpPr>
          <p:cNvPr id="5" name="文本框 4">
            <a:extLst>
              <a:ext uri="{FF2B5EF4-FFF2-40B4-BE49-F238E27FC236}">
                <a16:creationId xmlns:a16="http://schemas.microsoft.com/office/drawing/2014/main" id="{386804D7-276F-4496-B3DF-53F6BEC37A5A}"/>
              </a:ext>
            </a:extLst>
          </p:cNvPr>
          <p:cNvSpPr txBox="1"/>
          <p:nvPr/>
        </p:nvSpPr>
        <p:spPr>
          <a:xfrm>
            <a:off x="6407914" y="4674123"/>
            <a:ext cx="2080334" cy="461665"/>
          </a:xfrm>
          <a:prstGeom prst="rect">
            <a:avLst/>
          </a:prstGeom>
          <a:noFill/>
        </p:spPr>
        <p:txBody>
          <a:bodyPr wrap="square" rtlCol="0">
            <a:spAutoFit/>
          </a:bodyPr>
          <a:lstStyle/>
          <a:p>
            <a:r>
              <a:rPr lang="zh-CN" altLang="en-US" sz="2400" dirty="0">
                <a:latin typeface="黑体" panose="02010609060101010101" pitchFamily="49" charset="-122"/>
                <a:ea typeface="黑体" panose="02010609060101010101" pitchFamily="49" charset="-122"/>
              </a:rPr>
              <a:t>学生：李嘉乐</a:t>
            </a:r>
          </a:p>
        </p:txBody>
      </p:sp>
      <p:pic>
        <p:nvPicPr>
          <p:cNvPr id="13" name="图片 12">
            <a:extLst>
              <a:ext uri="{FF2B5EF4-FFF2-40B4-BE49-F238E27FC236}">
                <a16:creationId xmlns:a16="http://schemas.microsoft.com/office/drawing/2014/main" id="{AD6DE08D-99AC-49D8-901E-A9C11FAF88EE}"/>
              </a:ext>
            </a:extLst>
          </p:cNvPr>
          <p:cNvPicPr>
            <a:picLocks noChangeAspect="1"/>
          </p:cNvPicPr>
          <p:nvPr/>
        </p:nvPicPr>
        <p:blipFill rotWithShape="1">
          <a:blip r:embed="rId2">
            <a:biLevel thresh="50000"/>
            <a:extLst>
              <a:ext uri="{28A0092B-C50C-407E-A947-70E740481C1C}">
                <a14:useLocalDpi xmlns:a14="http://schemas.microsoft.com/office/drawing/2010/main" val="0"/>
              </a:ext>
            </a:extLst>
          </a:blip>
          <a:srcRect l="16932" r="18060" b="22891"/>
          <a:stretch/>
        </p:blipFill>
        <p:spPr>
          <a:xfrm>
            <a:off x="0" y="0"/>
            <a:ext cx="1908699" cy="1412735"/>
          </a:xfrm>
          <a:prstGeom prst="rect">
            <a:avLst/>
          </a:prstGeom>
        </p:spPr>
      </p:pic>
      <p:sp>
        <p:nvSpPr>
          <p:cNvPr id="7" name="文本框 6">
            <a:extLst>
              <a:ext uri="{FF2B5EF4-FFF2-40B4-BE49-F238E27FC236}">
                <a16:creationId xmlns:a16="http://schemas.microsoft.com/office/drawing/2014/main" id="{386804D7-276F-4496-B3DF-53F6BEC37A5A}"/>
              </a:ext>
            </a:extLst>
          </p:cNvPr>
          <p:cNvSpPr txBox="1"/>
          <p:nvPr/>
        </p:nvSpPr>
        <p:spPr>
          <a:xfrm>
            <a:off x="9389327" y="6088434"/>
            <a:ext cx="2129883" cy="338554"/>
          </a:xfrm>
          <a:prstGeom prst="rect">
            <a:avLst/>
          </a:prstGeom>
          <a:noFill/>
        </p:spPr>
        <p:txBody>
          <a:bodyPr wrap="square" rtlCol="0">
            <a:spAutoFit/>
          </a:bodyPr>
          <a:lstStyle/>
          <a:p>
            <a:r>
              <a:rPr lang="zh-CN" altLang="en-US" sz="1600" dirty="0">
                <a:latin typeface="黑体" panose="02010609060101010101" pitchFamily="49" charset="-122"/>
                <a:ea typeface="黑体" panose="02010609060101010101" pitchFamily="49" charset="-122"/>
              </a:rPr>
              <a:t>答辩日期：</a:t>
            </a:r>
            <a:r>
              <a:rPr lang="en-US" altLang="zh-CN" sz="1600" dirty="0">
                <a:latin typeface="黑体" panose="02010609060101010101" pitchFamily="49" charset="-122"/>
                <a:ea typeface="黑体" panose="02010609060101010101" pitchFamily="49" charset="-122"/>
              </a:rPr>
              <a:t>2019.7.20</a:t>
            </a:r>
            <a:endParaRPr lang="zh-CN" altLang="en-US" sz="1600" dirty="0">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41334558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4B946E5D-3D25-425C-BB19-CF1392F140BB}"/>
              </a:ext>
            </a:extLst>
          </p:cNvPr>
          <p:cNvSpPr/>
          <p:nvPr/>
        </p:nvSpPr>
        <p:spPr>
          <a:xfrm rot="5400000">
            <a:off x="6073140" y="-1649881"/>
            <a:ext cx="45719" cy="1118586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1" name="星形: 十角 10">
            <a:extLst>
              <a:ext uri="{FF2B5EF4-FFF2-40B4-BE49-F238E27FC236}">
                <a16:creationId xmlns:a16="http://schemas.microsoft.com/office/drawing/2014/main" id="{F8407353-0F79-4E60-A378-F4A85AAF4A8A}"/>
              </a:ext>
            </a:extLst>
          </p:cNvPr>
          <p:cNvSpPr/>
          <p:nvPr/>
        </p:nvSpPr>
        <p:spPr>
          <a:xfrm>
            <a:off x="177552" y="3978004"/>
            <a:ext cx="656949" cy="708362"/>
          </a:xfrm>
          <a:prstGeom prst="star1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D1995E0D-9800-4017-9B4A-E09709D5B38E}"/>
              </a:ext>
            </a:extLst>
          </p:cNvPr>
          <p:cNvSpPr/>
          <p:nvPr/>
        </p:nvSpPr>
        <p:spPr>
          <a:xfrm>
            <a:off x="284084" y="4107123"/>
            <a:ext cx="443883" cy="45867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C2EBEF87-A43D-4AAE-B1CE-FADCB90854A2}"/>
              </a:ext>
            </a:extLst>
          </p:cNvPr>
          <p:cNvSpPr/>
          <p:nvPr/>
        </p:nvSpPr>
        <p:spPr>
          <a:xfrm rot="5400000">
            <a:off x="6073139" y="-863061"/>
            <a:ext cx="45721" cy="1118586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0" name="星形: 十角 19">
            <a:extLst>
              <a:ext uri="{FF2B5EF4-FFF2-40B4-BE49-F238E27FC236}">
                <a16:creationId xmlns:a16="http://schemas.microsoft.com/office/drawing/2014/main" id="{CA928BF4-53AF-4E32-9602-EF9C09E5E6CF}"/>
              </a:ext>
            </a:extLst>
          </p:cNvPr>
          <p:cNvSpPr/>
          <p:nvPr/>
        </p:nvSpPr>
        <p:spPr>
          <a:xfrm>
            <a:off x="11357499" y="3992544"/>
            <a:ext cx="656949" cy="708362"/>
          </a:xfrm>
          <a:prstGeom prst="star1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1" name="椭圆 20">
            <a:extLst>
              <a:ext uri="{FF2B5EF4-FFF2-40B4-BE49-F238E27FC236}">
                <a16:creationId xmlns:a16="http://schemas.microsoft.com/office/drawing/2014/main" id="{16A47148-B0B5-45D0-9703-FEE5BDA977B7}"/>
              </a:ext>
            </a:extLst>
          </p:cNvPr>
          <p:cNvSpPr/>
          <p:nvPr/>
        </p:nvSpPr>
        <p:spPr>
          <a:xfrm>
            <a:off x="11464031" y="4117386"/>
            <a:ext cx="443883" cy="45867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框 36">
            <a:extLst>
              <a:ext uri="{FF2B5EF4-FFF2-40B4-BE49-F238E27FC236}">
                <a16:creationId xmlns:a16="http://schemas.microsoft.com/office/drawing/2014/main" id="{95180535-5226-44C8-9C9F-11EFEA0217B6}"/>
              </a:ext>
            </a:extLst>
          </p:cNvPr>
          <p:cNvSpPr txBox="1"/>
          <p:nvPr/>
        </p:nvSpPr>
        <p:spPr>
          <a:xfrm>
            <a:off x="3900682" y="2828897"/>
            <a:ext cx="1874699" cy="1015663"/>
          </a:xfrm>
          <a:prstGeom prst="rect">
            <a:avLst/>
          </a:prstGeom>
          <a:noFill/>
          <a:ln w="38100">
            <a:solidFill>
              <a:schemeClr val="tx1"/>
            </a:solidFill>
          </a:ln>
        </p:spPr>
        <p:txBody>
          <a:bodyPr wrap="square" rtlCol="0">
            <a:spAutoFit/>
          </a:bodyPr>
          <a:lstStyle/>
          <a:p>
            <a:pPr algn="ctr"/>
            <a:r>
              <a:rPr lang="en-US" altLang="zh-CN" sz="2000" b="1" dirty="0">
                <a:latin typeface="+mn-ea"/>
              </a:rPr>
              <a:t>Part2</a:t>
            </a:r>
          </a:p>
          <a:p>
            <a:pPr algn="ctr"/>
            <a:r>
              <a:rPr lang="zh-CN" altLang="en-US" sz="2000" b="1" dirty="0">
                <a:latin typeface="+mn-ea"/>
              </a:rPr>
              <a:t>研究</a:t>
            </a:r>
            <a:endParaRPr lang="en-US" altLang="zh-CN" sz="2000" b="1" dirty="0">
              <a:latin typeface="+mn-ea"/>
            </a:endParaRPr>
          </a:p>
          <a:p>
            <a:pPr algn="ctr"/>
            <a:r>
              <a:rPr lang="zh-CN" altLang="en-US" sz="2000" b="1" dirty="0">
                <a:latin typeface="+mn-ea"/>
              </a:rPr>
              <a:t>背景与意义</a:t>
            </a:r>
          </a:p>
        </p:txBody>
      </p:sp>
      <p:sp>
        <p:nvSpPr>
          <p:cNvPr id="40" name="文本框 39">
            <a:extLst>
              <a:ext uri="{FF2B5EF4-FFF2-40B4-BE49-F238E27FC236}">
                <a16:creationId xmlns:a16="http://schemas.microsoft.com/office/drawing/2014/main" id="{E461AA9F-0B9A-4B8C-8501-8C01E5F29584}"/>
              </a:ext>
            </a:extLst>
          </p:cNvPr>
          <p:cNvSpPr txBox="1"/>
          <p:nvPr/>
        </p:nvSpPr>
        <p:spPr>
          <a:xfrm>
            <a:off x="6144602" y="2205530"/>
            <a:ext cx="1697706" cy="1015663"/>
          </a:xfrm>
          <a:prstGeom prst="rect">
            <a:avLst/>
          </a:prstGeom>
          <a:noFill/>
          <a:ln w="38100">
            <a:solidFill>
              <a:schemeClr val="tx1"/>
            </a:solidFill>
          </a:ln>
        </p:spPr>
        <p:txBody>
          <a:bodyPr wrap="square" rtlCol="0">
            <a:spAutoFit/>
          </a:bodyPr>
          <a:lstStyle/>
          <a:p>
            <a:pPr algn="ctr"/>
            <a:r>
              <a:rPr lang="en-US" altLang="zh-CN" sz="2000" b="1" dirty="0">
                <a:latin typeface="+mn-ea"/>
              </a:rPr>
              <a:t>Part3</a:t>
            </a:r>
          </a:p>
          <a:p>
            <a:pPr algn="ctr"/>
            <a:r>
              <a:rPr lang="zh-CN" altLang="en-US" sz="2000" b="1" dirty="0">
                <a:latin typeface="+mn-ea"/>
              </a:rPr>
              <a:t>研究内容与技术路线</a:t>
            </a:r>
          </a:p>
        </p:txBody>
      </p:sp>
      <p:pic>
        <p:nvPicPr>
          <p:cNvPr id="42" name="图片 41">
            <a:extLst>
              <a:ext uri="{FF2B5EF4-FFF2-40B4-BE49-F238E27FC236}">
                <a16:creationId xmlns:a16="http://schemas.microsoft.com/office/drawing/2014/main" id="{B2322CE7-7357-433A-B223-F3878A9857DB}"/>
              </a:ext>
            </a:extLst>
          </p:cNvPr>
          <p:cNvPicPr>
            <a:picLocks noChangeAspect="1"/>
          </p:cNvPicPr>
          <p:nvPr/>
        </p:nvPicPr>
        <p:blipFill rotWithShape="1">
          <a:blip r:embed="rId2">
            <a:extLst>
              <a:ext uri="{28A0092B-C50C-407E-A947-70E740481C1C}">
                <a14:useLocalDpi xmlns:a14="http://schemas.microsoft.com/office/drawing/2010/main" val="0"/>
              </a:ext>
            </a:extLst>
          </a:blip>
          <a:srcRect t="14505"/>
          <a:stretch/>
        </p:blipFill>
        <p:spPr>
          <a:xfrm>
            <a:off x="6374770" y="66506"/>
            <a:ext cx="1237370" cy="2045600"/>
          </a:xfrm>
          <a:prstGeom prst="rect">
            <a:avLst/>
          </a:prstGeom>
        </p:spPr>
      </p:pic>
      <p:sp>
        <p:nvSpPr>
          <p:cNvPr id="43" name="文本框 42">
            <a:extLst>
              <a:ext uri="{FF2B5EF4-FFF2-40B4-BE49-F238E27FC236}">
                <a16:creationId xmlns:a16="http://schemas.microsoft.com/office/drawing/2014/main" id="{F473DEE6-FF78-4789-A41A-560DF25249D4}"/>
              </a:ext>
            </a:extLst>
          </p:cNvPr>
          <p:cNvSpPr txBox="1"/>
          <p:nvPr/>
        </p:nvSpPr>
        <p:spPr>
          <a:xfrm>
            <a:off x="8337297" y="2828897"/>
            <a:ext cx="1566831" cy="1015663"/>
          </a:xfrm>
          <a:prstGeom prst="rect">
            <a:avLst/>
          </a:prstGeom>
          <a:noFill/>
          <a:ln w="38100">
            <a:solidFill>
              <a:schemeClr val="tx1"/>
            </a:solidFill>
          </a:ln>
        </p:spPr>
        <p:txBody>
          <a:bodyPr wrap="square" rtlCol="0">
            <a:spAutoFit/>
          </a:bodyPr>
          <a:lstStyle/>
          <a:p>
            <a:pPr algn="ctr"/>
            <a:r>
              <a:rPr lang="en-US" altLang="zh-CN" sz="2000" b="1" dirty="0">
                <a:latin typeface="+mn-ea"/>
              </a:rPr>
              <a:t>Part4</a:t>
            </a:r>
          </a:p>
          <a:p>
            <a:pPr algn="ctr"/>
            <a:r>
              <a:rPr lang="zh-CN" altLang="en-US" sz="2000" b="1" dirty="0">
                <a:latin typeface="+mn-ea"/>
              </a:rPr>
              <a:t> 预期</a:t>
            </a:r>
            <a:endParaRPr lang="en-US" altLang="zh-CN" sz="2000" b="1" dirty="0">
              <a:latin typeface="+mn-ea"/>
            </a:endParaRPr>
          </a:p>
          <a:p>
            <a:pPr algn="ctr"/>
            <a:r>
              <a:rPr lang="zh-CN" altLang="en-US" sz="2000" b="1" dirty="0">
                <a:latin typeface="+mn-ea"/>
              </a:rPr>
              <a:t>研究成果</a:t>
            </a:r>
            <a:endParaRPr lang="en-US" altLang="zh-CN" sz="2000" b="1" dirty="0">
              <a:latin typeface="+mn-ea"/>
            </a:endParaRPr>
          </a:p>
        </p:txBody>
      </p:sp>
      <p:sp>
        <p:nvSpPr>
          <p:cNvPr id="52" name="矩形 51">
            <a:extLst>
              <a:ext uri="{FF2B5EF4-FFF2-40B4-BE49-F238E27FC236}">
                <a16:creationId xmlns:a16="http://schemas.microsoft.com/office/drawing/2014/main" id="{571EDB20-3358-4279-A2FD-9E4A47238571}"/>
              </a:ext>
            </a:extLst>
          </p:cNvPr>
          <p:cNvSpPr/>
          <p:nvPr/>
        </p:nvSpPr>
        <p:spPr>
          <a:xfrm>
            <a:off x="3648500" y="3789910"/>
            <a:ext cx="2369325" cy="14133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53" name="矩形 52">
            <a:extLst>
              <a:ext uri="{FF2B5EF4-FFF2-40B4-BE49-F238E27FC236}">
                <a16:creationId xmlns:a16="http://schemas.microsoft.com/office/drawing/2014/main" id="{305FA82D-106A-44C1-ADC7-BE408986B8CC}"/>
              </a:ext>
            </a:extLst>
          </p:cNvPr>
          <p:cNvSpPr/>
          <p:nvPr/>
        </p:nvSpPr>
        <p:spPr>
          <a:xfrm>
            <a:off x="7936051" y="3789909"/>
            <a:ext cx="2369325" cy="14133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pic>
        <p:nvPicPr>
          <p:cNvPr id="54" name="图片 53">
            <a:extLst>
              <a:ext uri="{FF2B5EF4-FFF2-40B4-BE49-F238E27FC236}">
                <a16:creationId xmlns:a16="http://schemas.microsoft.com/office/drawing/2014/main" id="{C79E5A07-1E2B-477F-A309-DE14CA100040}"/>
              </a:ext>
            </a:extLst>
          </p:cNvPr>
          <p:cNvPicPr>
            <a:picLocks noChangeAspect="1"/>
          </p:cNvPicPr>
          <p:nvPr/>
        </p:nvPicPr>
        <p:blipFill rotWithShape="1">
          <a:blip r:embed="rId2">
            <a:extLst>
              <a:ext uri="{28A0092B-C50C-407E-A947-70E740481C1C}">
                <a14:useLocalDpi xmlns:a14="http://schemas.microsoft.com/office/drawing/2010/main" val="0"/>
              </a:ext>
            </a:extLst>
          </a:blip>
          <a:srcRect t="15512"/>
          <a:stretch/>
        </p:blipFill>
        <p:spPr>
          <a:xfrm>
            <a:off x="1967157" y="102659"/>
            <a:ext cx="1237370" cy="2021498"/>
          </a:xfrm>
          <a:prstGeom prst="rect">
            <a:avLst/>
          </a:prstGeom>
        </p:spPr>
      </p:pic>
      <p:pic>
        <p:nvPicPr>
          <p:cNvPr id="55" name="图片 54">
            <a:extLst>
              <a:ext uri="{FF2B5EF4-FFF2-40B4-BE49-F238E27FC236}">
                <a16:creationId xmlns:a16="http://schemas.microsoft.com/office/drawing/2014/main" id="{57422F71-F89F-49A3-A10C-DB0E74E84613}"/>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5034091" y="5493832"/>
            <a:ext cx="649109" cy="806903"/>
          </a:xfrm>
          <a:prstGeom prst="rect">
            <a:avLst/>
          </a:prstGeom>
        </p:spPr>
      </p:pic>
      <p:sp>
        <p:nvSpPr>
          <p:cNvPr id="56" name="文本框 55">
            <a:extLst>
              <a:ext uri="{FF2B5EF4-FFF2-40B4-BE49-F238E27FC236}">
                <a16:creationId xmlns:a16="http://schemas.microsoft.com/office/drawing/2014/main" id="{110DCE8D-24E3-408E-BB0B-C4A08466FA5E}"/>
              </a:ext>
            </a:extLst>
          </p:cNvPr>
          <p:cNvSpPr txBox="1"/>
          <p:nvPr/>
        </p:nvSpPr>
        <p:spPr>
          <a:xfrm>
            <a:off x="5785185" y="5574117"/>
            <a:ext cx="1663829" cy="646331"/>
          </a:xfrm>
          <a:prstGeom prst="rect">
            <a:avLst/>
          </a:prstGeom>
          <a:noFill/>
        </p:spPr>
        <p:txBody>
          <a:bodyPr wrap="square" rtlCol="0">
            <a:spAutoFit/>
          </a:bodyPr>
          <a:lstStyle/>
          <a:p>
            <a:r>
              <a:rPr lang="zh-CN" altLang="en-US" sz="3600" b="1" dirty="0">
                <a:latin typeface="黑体" panose="02010609060101010101" pitchFamily="49" charset="-122"/>
                <a:ea typeface="黑体" panose="02010609060101010101" pitchFamily="49" charset="-122"/>
              </a:rPr>
              <a:t>目录</a:t>
            </a:r>
          </a:p>
        </p:txBody>
      </p:sp>
      <p:sp>
        <p:nvSpPr>
          <p:cNvPr id="22" name="文本框 21">
            <a:extLst>
              <a:ext uri="{FF2B5EF4-FFF2-40B4-BE49-F238E27FC236}">
                <a16:creationId xmlns:a16="http://schemas.microsoft.com/office/drawing/2014/main" id="{0B92B41E-F117-48AF-A53F-3076C109FF19}"/>
              </a:ext>
            </a:extLst>
          </p:cNvPr>
          <p:cNvSpPr txBox="1"/>
          <p:nvPr/>
        </p:nvSpPr>
        <p:spPr>
          <a:xfrm>
            <a:off x="1802426" y="2209068"/>
            <a:ext cx="1566831" cy="1015663"/>
          </a:xfrm>
          <a:prstGeom prst="rect">
            <a:avLst/>
          </a:prstGeom>
          <a:noFill/>
          <a:ln w="38100">
            <a:solidFill>
              <a:schemeClr val="tx1"/>
            </a:solidFill>
          </a:ln>
        </p:spPr>
        <p:txBody>
          <a:bodyPr wrap="square" rtlCol="0">
            <a:spAutoFit/>
          </a:bodyPr>
          <a:lstStyle/>
          <a:p>
            <a:pPr algn="ctr"/>
            <a:r>
              <a:rPr lang="en-US" altLang="zh-CN" sz="2000" b="1" dirty="0">
                <a:latin typeface="+mn-ea"/>
              </a:rPr>
              <a:t>Part1</a:t>
            </a:r>
          </a:p>
          <a:p>
            <a:pPr algn="ctr"/>
            <a:r>
              <a:rPr lang="zh-CN" altLang="en-US" sz="2000" b="1" dirty="0">
                <a:latin typeface="+mn-ea"/>
              </a:rPr>
              <a:t>前期</a:t>
            </a:r>
            <a:endParaRPr lang="en-US" altLang="zh-CN" sz="2000" b="1" dirty="0">
              <a:latin typeface="+mn-ea"/>
            </a:endParaRPr>
          </a:p>
          <a:p>
            <a:pPr algn="ctr"/>
            <a:r>
              <a:rPr lang="zh-CN" altLang="en-US" sz="2000" b="1" dirty="0">
                <a:latin typeface="+mn-ea"/>
              </a:rPr>
              <a:t>工作基础</a:t>
            </a:r>
            <a:endParaRPr lang="en-US" altLang="zh-CN" sz="2000" b="1" dirty="0">
              <a:latin typeface="+mn-ea"/>
            </a:endParaRPr>
          </a:p>
        </p:txBody>
      </p:sp>
    </p:spTree>
    <p:extLst>
      <p:ext uri="{BB962C8B-B14F-4D97-AF65-F5344CB8AC3E}">
        <p14:creationId xmlns:p14="http://schemas.microsoft.com/office/powerpoint/2010/main" val="576561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lumMod val="65000"/>
            <a:lumOff val="35000"/>
          </a:schemeClr>
        </a:solidFill>
        <a:effectLst/>
      </p:bgPr>
    </p:bg>
    <p:spTree>
      <p:nvGrpSpPr>
        <p:cNvPr id="1" name=""/>
        <p:cNvGrpSpPr/>
        <p:nvPr/>
      </p:nvGrpSpPr>
      <p:grpSpPr>
        <a:xfrm>
          <a:off x="0" y="0"/>
          <a:ext cx="0" cy="0"/>
          <a:chOff x="0" y="0"/>
          <a:chExt cx="0" cy="0"/>
        </a:xfrm>
      </p:grpSpPr>
      <p:sp>
        <p:nvSpPr>
          <p:cNvPr id="11" name="矩形 10"/>
          <p:cNvSpPr/>
          <p:nvPr/>
        </p:nvSpPr>
        <p:spPr>
          <a:xfrm>
            <a:off x="1524000" y="2166939"/>
            <a:ext cx="9144000" cy="884237"/>
          </a:xfrm>
          <a:prstGeom prst="rect">
            <a:avLst/>
          </a:prstGeom>
          <a:solidFill>
            <a:schemeClr val="tx1">
              <a:lumMod val="75000"/>
              <a:lumOff val="25000"/>
            </a:schemeClr>
          </a:solidFill>
          <a:ln w="25400" cap="flat" cmpd="sng" algn="ctr">
            <a:noFill/>
            <a:prstDash val="solid"/>
          </a:ln>
          <a:effectLst/>
        </p:spPr>
        <p:txBody>
          <a:bodyPr anchor="ctr"/>
          <a:lstStyle/>
          <a:p>
            <a:pPr algn="ctr">
              <a:defRPr/>
            </a:pPr>
            <a:endParaRPr lang="zh-CN" altLang="en-US" kern="0">
              <a:solidFill>
                <a:sysClr val="window" lastClr="FFFFFF"/>
              </a:solidFill>
              <a:latin typeface="Arial"/>
              <a:ea typeface="微软雅黑"/>
            </a:endParaRPr>
          </a:p>
        </p:txBody>
      </p:sp>
      <p:sp>
        <p:nvSpPr>
          <p:cNvPr id="12" name="矩形 11"/>
          <p:cNvSpPr/>
          <p:nvPr/>
        </p:nvSpPr>
        <p:spPr>
          <a:xfrm>
            <a:off x="5103814" y="2155826"/>
            <a:ext cx="5178425" cy="830263"/>
          </a:xfrm>
          <a:prstGeom prst="rect">
            <a:avLst/>
          </a:prstGeom>
        </p:spPr>
        <p:txBody>
          <a:bodyPr>
            <a:spAutoFit/>
          </a:bodyPr>
          <a:lstStyle/>
          <a:p>
            <a:pPr algn="r">
              <a:defRPr/>
            </a:pPr>
            <a:r>
              <a:rPr lang="zh-CN" altLang="en-US" sz="4800" kern="0" dirty="0">
                <a:solidFill>
                  <a:sysClr val="window" lastClr="FFFFFF"/>
                </a:solidFill>
                <a:latin typeface="微软雅黑"/>
                <a:ea typeface="微软雅黑"/>
                <a:cs typeface="微软雅黑"/>
              </a:rPr>
              <a:t>前期工作基础</a:t>
            </a:r>
          </a:p>
        </p:txBody>
      </p:sp>
      <p:sp>
        <p:nvSpPr>
          <p:cNvPr id="20" name="TextBox 3"/>
          <p:cNvSpPr txBox="1">
            <a:spLocks noChangeArrowheads="1"/>
          </p:cNvSpPr>
          <p:nvPr/>
        </p:nvSpPr>
        <p:spPr bwMode="auto">
          <a:xfrm>
            <a:off x="1523683" y="40958"/>
            <a:ext cx="2722562" cy="8094663"/>
          </a:xfrm>
          <a:prstGeom prst="rect">
            <a:avLst/>
          </a:prstGeom>
          <a:noFill/>
          <a:ln>
            <a:noFill/>
          </a:ln>
          <a:effectLst>
            <a:outerShdw blurRad="165100" dist="76200" dir="1199996" algn="tl" rotWithShape="0">
              <a:srgbClr val="000000">
                <a:alpha val="9998"/>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Calibri" charset="0"/>
                <a:ea typeface="宋体" pitchFamily="2" charset="-122"/>
              </a:defRPr>
            </a:lvl1pPr>
            <a:lvl2pPr marL="742950" indent="-285750">
              <a:defRPr kumimoji="1" sz="2400">
                <a:solidFill>
                  <a:schemeClr val="tx1"/>
                </a:solidFill>
                <a:latin typeface="Calibri" charset="0"/>
                <a:ea typeface="宋体" pitchFamily="2" charset="-122"/>
              </a:defRPr>
            </a:lvl2pPr>
            <a:lvl3pPr marL="1143000" indent="-228600">
              <a:defRPr kumimoji="1" sz="2400">
                <a:solidFill>
                  <a:schemeClr val="tx1"/>
                </a:solidFill>
                <a:latin typeface="Calibri" charset="0"/>
                <a:ea typeface="宋体" pitchFamily="2" charset="-122"/>
              </a:defRPr>
            </a:lvl3pPr>
            <a:lvl4pPr marL="1600200" indent="-228600">
              <a:defRPr kumimoji="1" sz="2400">
                <a:solidFill>
                  <a:schemeClr val="tx1"/>
                </a:solidFill>
                <a:latin typeface="Calibri" charset="0"/>
                <a:ea typeface="宋体" pitchFamily="2" charset="-122"/>
              </a:defRPr>
            </a:lvl4pPr>
            <a:lvl5pPr marL="2057400" indent="-228600">
              <a:defRPr kumimoji="1" sz="2400">
                <a:solidFill>
                  <a:schemeClr val="tx1"/>
                </a:solidFill>
                <a:latin typeface="Calibri" charset="0"/>
                <a:ea typeface="宋体" pitchFamily="2" charset="-122"/>
              </a:defRPr>
            </a:lvl5pPr>
            <a:lvl6pPr marL="2514600" indent="-228600" fontAlgn="base">
              <a:spcBef>
                <a:spcPct val="0"/>
              </a:spcBef>
              <a:spcAft>
                <a:spcPct val="0"/>
              </a:spcAft>
              <a:defRPr kumimoji="1" sz="2400">
                <a:solidFill>
                  <a:schemeClr val="tx1"/>
                </a:solidFill>
                <a:latin typeface="Calibri" charset="0"/>
                <a:ea typeface="宋体" pitchFamily="2" charset="-122"/>
              </a:defRPr>
            </a:lvl6pPr>
            <a:lvl7pPr marL="2971800" indent="-228600" fontAlgn="base">
              <a:spcBef>
                <a:spcPct val="0"/>
              </a:spcBef>
              <a:spcAft>
                <a:spcPct val="0"/>
              </a:spcAft>
              <a:defRPr kumimoji="1" sz="2400">
                <a:solidFill>
                  <a:schemeClr val="tx1"/>
                </a:solidFill>
                <a:latin typeface="Calibri" charset="0"/>
                <a:ea typeface="宋体" pitchFamily="2" charset="-122"/>
              </a:defRPr>
            </a:lvl7pPr>
            <a:lvl8pPr marL="3429000" indent="-228600" fontAlgn="base">
              <a:spcBef>
                <a:spcPct val="0"/>
              </a:spcBef>
              <a:spcAft>
                <a:spcPct val="0"/>
              </a:spcAft>
              <a:defRPr kumimoji="1" sz="2400">
                <a:solidFill>
                  <a:schemeClr val="tx1"/>
                </a:solidFill>
                <a:latin typeface="Calibri" charset="0"/>
                <a:ea typeface="宋体" pitchFamily="2" charset="-122"/>
              </a:defRPr>
            </a:lvl8pPr>
            <a:lvl9pPr marL="3886200" indent="-228600" fontAlgn="base">
              <a:spcBef>
                <a:spcPct val="0"/>
              </a:spcBef>
              <a:spcAft>
                <a:spcPct val="0"/>
              </a:spcAft>
              <a:defRPr kumimoji="1" sz="2400">
                <a:solidFill>
                  <a:schemeClr val="tx1"/>
                </a:solidFill>
                <a:latin typeface="Calibri" charset="0"/>
                <a:ea typeface="宋体" pitchFamily="2" charset="-122"/>
              </a:defRPr>
            </a:lvl9pPr>
          </a:lstStyle>
          <a:p>
            <a:pPr fontAlgn="base">
              <a:spcBef>
                <a:spcPct val="0"/>
              </a:spcBef>
              <a:spcAft>
                <a:spcPct val="0"/>
              </a:spcAft>
              <a:defRPr/>
            </a:pPr>
            <a:r>
              <a:rPr kumimoji="0" lang="en-US" altLang="zh-CN" sz="52000" dirty="0">
                <a:solidFill>
                  <a:schemeClr val="bg1"/>
                </a:solidFill>
                <a:latin typeface="Impact" charset="0"/>
              </a:rPr>
              <a:t>1</a:t>
            </a:r>
            <a:endParaRPr kumimoji="0" lang="zh-CN" altLang="en-US" sz="52000" dirty="0">
              <a:solidFill>
                <a:schemeClr val="bg1"/>
              </a:solidFill>
              <a:latin typeface="Impact" charset="0"/>
            </a:endParaRPr>
          </a:p>
        </p:txBody>
      </p:sp>
    </p:spTree>
    <p:extLst>
      <p:ext uri="{BB962C8B-B14F-4D97-AF65-F5344CB8AC3E}">
        <p14:creationId xmlns:p14="http://schemas.microsoft.com/office/powerpoint/2010/main" val="45082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图表 14">
            <a:extLst>
              <a:ext uri="{FF2B5EF4-FFF2-40B4-BE49-F238E27FC236}">
                <a16:creationId xmlns:a16="http://schemas.microsoft.com/office/drawing/2014/main" id="{DE0D1109-E39B-468C-B7AC-7172E37FE66D}"/>
              </a:ext>
            </a:extLst>
          </p:cNvPr>
          <p:cNvGraphicFramePr/>
          <p:nvPr>
            <p:extLst>
              <p:ext uri="{D42A27DB-BD31-4B8C-83A1-F6EECF244321}">
                <p14:modId xmlns:p14="http://schemas.microsoft.com/office/powerpoint/2010/main" val="722338469"/>
              </p:ext>
            </p:extLst>
          </p:nvPr>
        </p:nvGraphicFramePr>
        <p:xfrm>
          <a:off x="952439" y="1760487"/>
          <a:ext cx="3612229" cy="3036162"/>
        </p:xfrm>
        <a:graphic>
          <a:graphicData uri="http://schemas.openxmlformats.org/drawingml/2006/chart">
            <c:chart xmlns:c="http://schemas.openxmlformats.org/drawingml/2006/chart" xmlns:r="http://schemas.openxmlformats.org/officeDocument/2006/relationships" r:id="rId2"/>
          </a:graphicData>
        </a:graphic>
      </p:graphicFrame>
      <p:sp>
        <p:nvSpPr>
          <p:cNvPr id="43" name="矩形 42">
            <a:extLst>
              <a:ext uri="{FF2B5EF4-FFF2-40B4-BE49-F238E27FC236}">
                <a16:creationId xmlns:a16="http://schemas.microsoft.com/office/drawing/2014/main" id="{E367E5C7-0783-414E-A60F-525D867BDB78}"/>
              </a:ext>
            </a:extLst>
          </p:cNvPr>
          <p:cNvSpPr/>
          <p:nvPr/>
        </p:nvSpPr>
        <p:spPr>
          <a:xfrm>
            <a:off x="4292439" y="605102"/>
            <a:ext cx="2219853" cy="4438835"/>
          </a:xfrm>
          <a:prstGeom prst="rect">
            <a:avLst/>
          </a:prstGeom>
          <a:solidFill>
            <a:schemeClr val="bg1"/>
          </a:solidFill>
          <a:ln w="57150">
            <a:solidFill>
              <a:srgbClr val="A5A5A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a:extLst>
              <a:ext uri="{FF2B5EF4-FFF2-40B4-BE49-F238E27FC236}">
                <a16:creationId xmlns:a16="http://schemas.microsoft.com/office/drawing/2014/main" id="{0101038F-82FB-44F0-8C3B-6694240A3B47}"/>
              </a:ext>
            </a:extLst>
          </p:cNvPr>
          <p:cNvSpPr/>
          <p:nvPr/>
        </p:nvSpPr>
        <p:spPr>
          <a:xfrm>
            <a:off x="6870020" y="598641"/>
            <a:ext cx="4181383" cy="1297463"/>
          </a:xfrm>
          <a:prstGeom prst="rect">
            <a:avLst/>
          </a:prstGeom>
          <a:solidFill>
            <a:schemeClr val="bg1"/>
          </a:solidFill>
          <a:ln w="571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文本框 46">
            <a:extLst>
              <a:ext uri="{FF2B5EF4-FFF2-40B4-BE49-F238E27FC236}">
                <a16:creationId xmlns:a16="http://schemas.microsoft.com/office/drawing/2014/main" id="{718522F7-3E7A-474B-B97F-06AAC8D2FCED}"/>
              </a:ext>
            </a:extLst>
          </p:cNvPr>
          <p:cNvSpPr txBox="1"/>
          <p:nvPr/>
        </p:nvSpPr>
        <p:spPr>
          <a:xfrm>
            <a:off x="4336136" y="824921"/>
            <a:ext cx="1929635" cy="3831818"/>
          </a:xfrm>
          <a:prstGeom prst="rect">
            <a:avLst/>
          </a:prstGeom>
          <a:noFill/>
        </p:spPr>
        <p:txBody>
          <a:bodyPr wrap="square" rtlCol="0">
            <a:spAutoFit/>
          </a:bodyPr>
          <a:lstStyle/>
          <a:p>
            <a:pPr>
              <a:lnSpc>
                <a:spcPct val="150000"/>
              </a:lnSpc>
            </a:pPr>
            <a:r>
              <a:rPr lang="zh-CN" altLang="en-US" dirty="0">
                <a:latin typeface="等线" panose="02010600030101010101" pitchFamily="2" charset="-122"/>
                <a:ea typeface="等线" panose="02010600030101010101" pitchFamily="2" charset="-122"/>
                <a:sym typeface="Wingdings 2" panose="05020102010507070707" pitchFamily="18" charset="2"/>
              </a:rPr>
              <a:t></a:t>
            </a:r>
            <a:r>
              <a:rPr lang="en-US" altLang="zh-CN" dirty="0">
                <a:latin typeface="等线" panose="02010600030101010101" pitchFamily="2" charset="-122"/>
                <a:ea typeface="等线" panose="02010600030101010101" pitchFamily="2" charset="-122"/>
                <a:sym typeface="Wingdings 2" panose="05020102010507070707" pitchFamily="18" charset="2"/>
              </a:rPr>
              <a:t>《</a:t>
            </a:r>
            <a:r>
              <a:rPr lang="zh-CN" altLang="en-US" dirty="0">
                <a:latin typeface="等线" panose="02010600030101010101" pitchFamily="2" charset="-122"/>
                <a:ea typeface="等线" panose="02010600030101010101" pitchFamily="2" charset="-122"/>
                <a:sym typeface="Wingdings 2" panose="05020102010507070707" pitchFamily="18" charset="2"/>
              </a:rPr>
              <a:t>利用</a:t>
            </a:r>
            <a:r>
              <a:rPr lang="en-US" altLang="zh-CN" dirty="0">
                <a:latin typeface="等线" panose="02010600030101010101" pitchFamily="2" charset="-122"/>
                <a:ea typeface="等线" panose="02010600030101010101" pitchFamily="2" charset="-122"/>
                <a:sym typeface="Wingdings 2" panose="05020102010507070707" pitchFamily="18" charset="2"/>
              </a:rPr>
              <a:t>python</a:t>
            </a:r>
            <a:r>
              <a:rPr lang="zh-CN" altLang="en-US" dirty="0">
                <a:latin typeface="等线" panose="02010600030101010101" pitchFamily="2" charset="-122"/>
                <a:ea typeface="等线" panose="02010600030101010101" pitchFamily="2" charset="-122"/>
                <a:sym typeface="Wingdings 2" panose="05020102010507070707" pitchFamily="18" charset="2"/>
              </a:rPr>
              <a:t>进行数据分析</a:t>
            </a:r>
            <a:r>
              <a:rPr lang="en-US" altLang="zh-CN" dirty="0">
                <a:latin typeface="等线" panose="02010600030101010101" pitchFamily="2" charset="-122"/>
                <a:ea typeface="等线" panose="02010600030101010101" pitchFamily="2" charset="-122"/>
                <a:sym typeface="Wingdings 2" panose="05020102010507070707" pitchFamily="18" charset="2"/>
              </a:rPr>
              <a:t>》</a:t>
            </a:r>
          </a:p>
          <a:p>
            <a:pPr marL="285750" indent="-285750">
              <a:lnSpc>
                <a:spcPct val="150000"/>
              </a:lnSpc>
              <a:buFont typeface="Wingdings 2" panose="05020102010507070707" pitchFamily="18" charset="2"/>
              <a:buChar char="P"/>
            </a:pPr>
            <a:r>
              <a:rPr lang="en-US" altLang="zh-CN" dirty="0">
                <a:latin typeface="等线" panose="02010600030101010101" pitchFamily="2" charset="-122"/>
                <a:ea typeface="等线" panose="02010600030101010101" pitchFamily="2" charset="-122"/>
                <a:sym typeface="Wingdings 2" panose="05020102010507070707" pitchFamily="18" charset="2"/>
              </a:rPr>
              <a:t>pandas</a:t>
            </a:r>
            <a:r>
              <a:rPr lang="zh-CN" altLang="en-US" dirty="0">
                <a:latin typeface="等线" panose="02010600030101010101" pitchFamily="2" charset="-122"/>
                <a:ea typeface="等线" panose="02010600030101010101" pitchFamily="2" charset="-122"/>
                <a:sym typeface="Wingdings 2" panose="05020102010507070707" pitchFamily="18" charset="2"/>
              </a:rPr>
              <a:t>、</a:t>
            </a:r>
            <a:r>
              <a:rPr lang="en-US" altLang="zh-CN" dirty="0">
                <a:latin typeface="等线" panose="02010600030101010101" pitchFamily="2" charset="-122"/>
                <a:ea typeface="等线" panose="02010600030101010101" pitchFamily="2" charset="-122"/>
                <a:sym typeface="Wingdings 2" panose="05020102010507070707" pitchFamily="18" charset="2"/>
              </a:rPr>
              <a:t>numpy</a:t>
            </a:r>
            <a:r>
              <a:rPr lang="zh-CN" altLang="en-US" dirty="0">
                <a:latin typeface="等线" panose="02010600030101010101" pitchFamily="2" charset="-122"/>
                <a:ea typeface="等线" panose="02010600030101010101" pitchFamily="2" charset="-122"/>
                <a:sym typeface="Wingdings 2" panose="05020102010507070707" pitchFamily="18" charset="2"/>
              </a:rPr>
              <a:t>、</a:t>
            </a:r>
            <a:r>
              <a:rPr lang="en-US" altLang="zh-CN" dirty="0">
                <a:latin typeface="等线" panose="02010600030101010101" pitchFamily="2" charset="-122"/>
                <a:ea typeface="等线" panose="02010600030101010101" pitchFamily="2" charset="-122"/>
                <a:sym typeface="Wingdings 2" panose="05020102010507070707" pitchFamily="18" charset="2"/>
              </a:rPr>
              <a:t>matplotlib</a:t>
            </a:r>
          </a:p>
          <a:p>
            <a:pPr>
              <a:lnSpc>
                <a:spcPct val="150000"/>
              </a:lnSpc>
            </a:pPr>
            <a:r>
              <a:rPr lang="en-US" altLang="zh-CN" dirty="0">
                <a:latin typeface="等线" panose="02010600030101010101" pitchFamily="2" charset="-122"/>
                <a:ea typeface="等线" panose="02010600030101010101" pitchFamily="2" charset="-122"/>
                <a:sym typeface="Wingdings 2" panose="05020102010507070707" pitchFamily="18" charset="2"/>
              </a:rPr>
              <a:t>    </a:t>
            </a:r>
            <a:r>
              <a:rPr lang="zh-CN" altLang="en-US" dirty="0">
                <a:latin typeface="等线" panose="02010600030101010101" pitchFamily="2" charset="-122"/>
                <a:ea typeface="等线" panose="02010600030101010101" pitchFamily="2" charset="-122"/>
                <a:sym typeface="Wingdings 2" panose="05020102010507070707" pitchFamily="18" charset="2"/>
              </a:rPr>
              <a:t>等基础</a:t>
            </a:r>
            <a:r>
              <a:rPr lang="en-US" altLang="zh-CN" dirty="0">
                <a:latin typeface="等线" panose="02010600030101010101" pitchFamily="2" charset="-122"/>
                <a:ea typeface="等线" panose="02010600030101010101" pitchFamily="2" charset="-122"/>
                <a:sym typeface="Wingdings 2" panose="05020102010507070707" pitchFamily="18" charset="2"/>
              </a:rPr>
              <a:t>API</a:t>
            </a:r>
          </a:p>
          <a:p>
            <a:pPr marL="285750" indent="-285750">
              <a:lnSpc>
                <a:spcPct val="150000"/>
              </a:lnSpc>
              <a:buFont typeface="Wingdings 2" panose="05020102010507070707" pitchFamily="18" charset="2"/>
              <a:buChar char="P"/>
            </a:pPr>
            <a:r>
              <a:rPr lang="en-US" altLang="zh-CN" dirty="0" err="1">
                <a:latin typeface="等线" panose="02010600030101010101" pitchFamily="2" charset="-122"/>
                <a:ea typeface="等线" panose="02010600030101010101" pitchFamily="2" charset="-122"/>
              </a:rPr>
              <a:t>sklearn</a:t>
            </a:r>
            <a:r>
              <a:rPr lang="zh-CN" altLang="en-US" dirty="0">
                <a:latin typeface="等线" panose="02010600030101010101" pitchFamily="2" charset="-122"/>
                <a:ea typeface="等线" panose="02010600030101010101" pitchFamily="2" charset="-122"/>
              </a:rPr>
              <a:t>、</a:t>
            </a:r>
            <a:r>
              <a:rPr lang="en-US" altLang="zh-CN" dirty="0">
                <a:latin typeface="等线" panose="02010600030101010101" pitchFamily="2" charset="-122"/>
                <a:ea typeface="等线" panose="02010600030101010101" pitchFamily="2" charset="-122"/>
              </a:rPr>
              <a:t>statsmodel</a:t>
            </a:r>
          </a:p>
          <a:p>
            <a:pPr>
              <a:lnSpc>
                <a:spcPct val="150000"/>
              </a:lnSpc>
            </a:pPr>
            <a:r>
              <a:rPr lang="zh-CN" altLang="en-US" dirty="0">
                <a:latin typeface="等线" panose="02010600030101010101" pitchFamily="2" charset="-122"/>
                <a:ea typeface="等线" panose="02010600030101010101" pitchFamily="2" charset="-122"/>
              </a:rPr>
              <a:t>    等统计学习</a:t>
            </a:r>
            <a:r>
              <a:rPr lang="en-US" altLang="zh-CN" dirty="0">
                <a:latin typeface="等线" panose="02010600030101010101" pitchFamily="2" charset="-122"/>
                <a:ea typeface="等线" panose="02010600030101010101" pitchFamily="2" charset="-122"/>
              </a:rPr>
              <a:t>API</a:t>
            </a:r>
            <a:endParaRPr lang="zh-CN" altLang="en-US" dirty="0">
              <a:latin typeface="等线" panose="02010600030101010101" pitchFamily="2" charset="-122"/>
              <a:ea typeface="等线" panose="02010600030101010101" pitchFamily="2" charset="-122"/>
            </a:endParaRPr>
          </a:p>
        </p:txBody>
      </p:sp>
      <p:sp>
        <p:nvSpPr>
          <p:cNvPr id="25" name="矩形 24">
            <a:extLst>
              <a:ext uri="{FF2B5EF4-FFF2-40B4-BE49-F238E27FC236}">
                <a16:creationId xmlns:a16="http://schemas.microsoft.com/office/drawing/2014/main" id="{E367E5C7-0783-414E-A60F-525D867BDB78}"/>
              </a:ext>
            </a:extLst>
          </p:cNvPr>
          <p:cNvSpPr/>
          <p:nvPr/>
        </p:nvSpPr>
        <p:spPr>
          <a:xfrm>
            <a:off x="6839878" y="2083170"/>
            <a:ext cx="4258996" cy="3630592"/>
          </a:xfrm>
          <a:prstGeom prst="rect">
            <a:avLst/>
          </a:prstGeom>
          <a:solidFill>
            <a:schemeClr val="bg1"/>
          </a:solidFill>
          <a:ln w="57150">
            <a:solidFill>
              <a:srgbClr val="ED7D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718522F7-3E7A-474B-B97F-06AAC8D2FCED}"/>
              </a:ext>
            </a:extLst>
          </p:cNvPr>
          <p:cNvSpPr txBox="1"/>
          <p:nvPr/>
        </p:nvSpPr>
        <p:spPr>
          <a:xfrm>
            <a:off x="7020292" y="2233056"/>
            <a:ext cx="3570582" cy="3477875"/>
          </a:xfrm>
          <a:prstGeom prst="rect">
            <a:avLst/>
          </a:prstGeom>
          <a:noFill/>
        </p:spPr>
        <p:txBody>
          <a:bodyPr wrap="square" rtlCol="0">
            <a:spAutoFit/>
          </a:bodyPr>
          <a:lstStyle/>
          <a:p>
            <a:r>
              <a:rPr lang="zh-CN" altLang="en-US" sz="2000" b="1" dirty="0">
                <a:latin typeface="等线" panose="02010600030101010101" pitchFamily="2" charset="-122"/>
                <a:ea typeface="等线" panose="02010600030101010101" pitchFamily="2" charset="-122"/>
                <a:sym typeface="Wingdings 2" panose="05020102010507070707" pitchFamily="18" charset="2"/>
              </a:rPr>
              <a:t>课内学习：</a:t>
            </a:r>
            <a:endParaRPr lang="en-US" altLang="zh-CN" sz="2000" b="1" dirty="0">
              <a:latin typeface="等线" panose="02010600030101010101" pitchFamily="2" charset="-122"/>
              <a:ea typeface="等线" panose="02010600030101010101" pitchFamily="2" charset="-122"/>
              <a:sym typeface="Wingdings 2" panose="05020102010507070707" pitchFamily="18" charset="2"/>
            </a:endParaRPr>
          </a:p>
          <a:p>
            <a:r>
              <a:rPr lang="zh-CN" altLang="en-US" sz="2000" dirty="0">
                <a:latin typeface="等线" panose="02010600030101010101" pitchFamily="2" charset="-122"/>
                <a:ea typeface="等线" panose="02010600030101010101" pitchFamily="2" charset="-122"/>
              </a:rPr>
              <a:t>最优化方法与理论</a:t>
            </a:r>
            <a:endParaRPr lang="en-US" altLang="zh-CN" sz="2000" dirty="0">
              <a:latin typeface="等线" panose="02010600030101010101" pitchFamily="2" charset="-122"/>
              <a:ea typeface="等线" panose="02010600030101010101" pitchFamily="2" charset="-122"/>
            </a:endParaRPr>
          </a:p>
          <a:p>
            <a:r>
              <a:rPr lang="zh-CN" altLang="en-US" sz="2000" dirty="0">
                <a:latin typeface="等线" panose="02010600030101010101" pitchFamily="2" charset="-122"/>
                <a:ea typeface="等线" panose="02010600030101010101" pitchFamily="2" charset="-122"/>
              </a:rPr>
              <a:t>矩阵分析</a:t>
            </a:r>
            <a:endParaRPr lang="en-US" altLang="zh-CN" sz="2000" dirty="0">
              <a:latin typeface="等线" panose="02010600030101010101" pitchFamily="2" charset="-122"/>
              <a:ea typeface="等线" panose="02010600030101010101" pitchFamily="2" charset="-122"/>
            </a:endParaRPr>
          </a:p>
          <a:p>
            <a:r>
              <a:rPr lang="zh-CN" altLang="en-US" sz="2000" dirty="0">
                <a:latin typeface="等线" panose="02010600030101010101" pitchFamily="2" charset="-122"/>
                <a:ea typeface="等线" panose="02010600030101010101" pitchFamily="2" charset="-122"/>
              </a:rPr>
              <a:t>系统工程与决策分析</a:t>
            </a:r>
            <a:endParaRPr lang="en-US" altLang="zh-CN" sz="2000" dirty="0">
              <a:latin typeface="等线" panose="02010600030101010101" pitchFamily="2" charset="-122"/>
              <a:ea typeface="等线" panose="02010600030101010101" pitchFamily="2" charset="-122"/>
            </a:endParaRPr>
          </a:p>
          <a:p>
            <a:r>
              <a:rPr lang="zh-CN" altLang="en-US" sz="2000" dirty="0">
                <a:latin typeface="等线" panose="02010600030101010101" pitchFamily="2" charset="-122"/>
                <a:ea typeface="等线" panose="02010600030101010101" pitchFamily="2" charset="-122"/>
              </a:rPr>
              <a:t>典型优化问题的模型与算法</a:t>
            </a:r>
            <a:endParaRPr lang="en-US" altLang="zh-CN" sz="2000" dirty="0">
              <a:latin typeface="等线" panose="02010600030101010101" pitchFamily="2" charset="-122"/>
              <a:ea typeface="等线" panose="02010600030101010101" pitchFamily="2" charset="-122"/>
            </a:endParaRPr>
          </a:p>
          <a:p>
            <a:r>
              <a:rPr lang="en-US" altLang="zh-CN" sz="2000" dirty="0">
                <a:latin typeface="等线" panose="02010600030101010101" pitchFamily="2" charset="-122"/>
                <a:ea typeface="等线" panose="02010600030101010101" pitchFamily="2" charset="-122"/>
              </a:rPr>
              <a:t>MATLAB</a:t>
            </a:r>
            <a:r>
              <a:rPr lang="zh-CN" altLang="en-US" sz="2000" dirty="0">
                <a:latin typeface="等线" panose="02010600030101010101" pitchFamily="2" charset="-122"/>
                <a:ea typeface="等线" panose="02010600030101010101" pitchFamily="2" charset="-122"/>
              </a:rPr>
              <a:t>语言与科学计算</a:t>
            </a:r>
            <a:endParaRPr lang="en-US" altLang="zh-CN" sz="2000" dirty="0">
              <a:latin typeface="等线" panose="02010600030101010101" pitchFamily="2" charset="-122"/>
              <a:ea typeface="等线" panose="02010600030101010101" pitchFamily="2" charset="-122"/>
            </a:endParaRPr>
          </a:p>
          <a:p>
            <a:r>
              <a:rPr lang="zh-CN" altLang="en-US" sz="2000" b="1" dirty="0">
                <a:latin typeface="等线" panose="02010600030101010101" pitchFamily="2" charset="-122"/>
                <a:ea typeface="等线" panose="02010600030101010101" pitchFamily="2" charset="-122"/>
              </a:rPr>
              <a:t>课外学习：</a:t>
            </a:r>
            <a:endParaRPr lang="en-US" altLang="zh-CN" sz="2000" b="1" dirty="0">
              <a:latin typeface="等线" panose="02010600030101010101" pitchFamily="2" charset="-122"/>
              <a:ea typeface="等线" panose="02010600030101010101" pitchFamily="2" charset="-122"/>
            </a:endParaRPr>
          </a:p>
          <a:p>
            <a:r>
              <a:rPr lang="en-US" altLang="zh-CN" sz="2000" dirty="0">
                <a:latin typeface="等线" panose="02010600030101010101" pitchFamily="2" charset="-122"/>
                <a:ea typeface="等线" panose="02010600030101010101" pitchFamily="2" charset="-122"/>
              </a:rPr>
              <a:t>《</a:t>
            </a:r>
            <a:r>
              <a:rPr lang="zh-CN" altLang="en-US" sz="2000" dirty="0">
                <a:latin typeface="等线" panose="02010600030101010101" pitchFamily="2" charset="-122"/>
                <a:ea typeface="等线" panose="02010600030101010101" pitchFamily="2" charset="-122"/>
              </a:rPr>
              <a:t>统计学</a:t>
            </a:r>
            <a:r>
              <a:rPr lang="en-US" altLang="zh-CN" sz="2000" dirty="0">
                <a:latin typeface="等线" panose="02010600030101010101" pitchFamily="2" charset="-122"/>
                <a:ea typeface="等线" panose="02010600030101010101" pitchFamily="2" charset="-122"/>
              </a:rPr>
              <a:t>》</a:t>
            </a:r>
          </a:p>
          <a:p>
            <a:r>
              <a:rPr lang="en-US" altLang="zh-CN" sz="2000" dirty="0">
                <a:latin typeface="等线" panose="02010600030101010101" pitchFamily="2" charset="-122"/>
                <a:ea typeface="等线" panose="02010600030101010101" pitchFamily="2" charset="-122"/>
              </a:rPr>
              <a:t>《</a:t>
            </a:r>
            <a:r>
              <a:rPr lang="zh-CN" altLang="en-US" sz="2000" dirty="0">
                <a:latin typeface="等线" panose="02010600030101010101" pitchFamily="2" charset="-122"/>
                <a:ea typeface="等线" panose="02010600030101010101" pitchFamily="2" charset="-122"/>
              </a:rPr>
              <a:t>统计学习导论</a:t>
            </a:r>
            <a:r>
              <a:rPr lang="en-US" altLang="zh-CN" sz="2000" dirty="0">
                <a:latin typeface="等线" panose="02010600030101010101" pitchFamily="2" charset="-122"/>
                <a:ea typeface="等线" panose="02010600030101010101" pitchFamily="2" charset="-122"/>
              </a:rPr>
              <a:t>》</a:t>
            </a:r>
          </a:p>
          <a:p>
            <a:r>
              <a:rPr lang="en-US" altLang="zh-CN" sz="2000" dirty="0">
                <a:latin typeface="等线" panose="02010600030101010101" pitchFamily="2" charset="-122"/>
                <a:ea typeface="等线" panose="02010600030101010101" pitchFamily="2" charset="-122"/>
              </a:rPr>
              <a:t>《</a:t>
            </a:r>
            <a:r>
              <a:rPr lang="zh-CN" altLang="en-US" sz="2000" dirty="0">
                <a:latin typeface="等线" panose="02010600030101010101" pitchFamily="2" charset="-122"/>
                <a:ea typeface="等线" panose="02010600030101010101" pitchFamily="2" charset="-122"/>
              </a:rPr>
              <a:t>机器学习</a:t>
            </a:r>
            <a:r>
              <a:rPr lang="en-US" altLang="zh-CN" sz="2000" dirty="0">
                <a:latin typeface="等线" panose="02010600030101010101" pitchFamily="2" charset="-122"/>
                <a:ea typeface="等线" panose="02010600030101010101" pitchFamily="2" charset="-122"/>
              </a:rPr>
              <a:t>》</a:t>
            </a:r>
          </a:p>
          <a:p>
            <a:r>
              <a:rPr lang="en-US" altLang="zh-CN" sz="2000" dirty="0">
                <a:latin typeface="等线" panose="02010600030101010101" pitchFamily="2" charset="-122"/>
                <a:ea typeface="等线" panose="02010600030101010101" pitchFamily="2" charset="-122"/>
              </a:rPr>
              <a:t>《</a:t>
            </a:r>
            <a:r>
              <a:rPr lang="zh-CN" altLang="en-US" sz="2000" dirty="0">
                <a:latin typeface="等线" panose="02010600030101010101" pitchFamily="2" charset="-122"/>
                <a:ea typeface="等线" panose="02010600030101010101" pitchFamily="2" charset="-122"/>
              </a:rPr>
              <a:t>统计学习方法</a:t>
            </a:r>
            <a:r>
              <a:rPr lang="en-US" altLang="zh-CN" sz="2000" dirty="0">
                <a:latin typeface="等线" panose="02010600030101010101" pitchFamily="2" charset="-122"/>
                <a:ea typeface="等线" panose="02010600030101010101" pitchFamily="2" charset="-122"/>
              </a:rPr>
              <a:t>》</a:t>
            </a:r>
            <a:endParaRPr lang="zh-CN" altLang="en-US" sz="2000" dirty="0">
              <a:latin typeface="等线" panose="02010600030101010101" pitchFamily="2" charset="-122"/>
              <a:ea typeface="等线" panose="02010600030101010101" pitchFamily="2" charset="-122"/>
            </a:endParaRPr>
          </a:p>
        </p:txBody>
      </p:sp>
      <p:sp>
        <p:nvSpPr>
          <p:cNvPr id="27" name="文本框 26">
            <a:extLst>
              <a:ext uri="{FF2B5EF4-FFF2-40B4-BE49-F238E27FC236}">
                <a16:creationId xmlns:a16="http://schemas.microsoft.com/office/drawing/2014/main" id="{718522F7-3E7A-474B-B97F-06AAC8D2FCED}"/>
              </a:ext>
            </a:extLst>
          </p:cNvPr>
          <p:cNvSpPr txBox="1"/>
          <p:nvPr/>
        </p:nvSpPr>
        <p:spPr>
          <a:xfrm>
            <a:off x="7020292" y="808342"/>
            <a:ext cx="3768154" cy="1015663"/>
          </a:xfrm>
          <a:prstGeom prst="rect">
            <a:avLst/>
          </a:prstGeom>
          <a:noFill/>
        </p:spPr>
        <p:txBody>
          <a:bodyPr wrap="square" rtlCol="0">
            <a:spAutoFit/>
          </a:bodyPr>
          <a:lstStyle/>
          <a:p>
            <a:r>
              <a:rPr lang="zh-CN" altLang="en-US" sz="2000" b="1" dirty="0">
                <a:latin typeface="等线" panose="02010600030101010101" pitchFamily="2" charset="-122"/>
                <a:ea typeface="等线" panose="02010600030101010101" pitchFamily="2" charset="-122"/>
                <a:sym typeface="Wingdings 2" panose="05020102010507070707" pitchFamily="18" charset="2"/>
              </a:rPr>
              <a:t>项目实践：</a:t>
            </a:r>
            <a:endParaRPr lang="en-US" altLang="zh-CN" sz="2000" b="1" dirty="0">
              <a:latin typeface="等线" panose="02010600030101010101" pitchFamily="2" charset="-122"/>
              <a:ea typeface="等线" panose="02010600030101010101" pitchFamily="2" charset="-122"/>
              <a:sym typeface="Wingdings 2" panose="05020102010507070707" pitchFamily="18" charset="2"/>
            </a:endParaRPr>
          </a:p>
          <a:p>
            <a:r>
              <a:rPr lang="en-US" altLang="zh-CN" sz="2000" b="1" dirty="0">
                <a:latin typeface="等线" panose="02010600030101010101" pitchFamily="2" charset="-122"/>
                <a:ea typeface="等线" panose="02010600030101010101" pitchFamily="2" charset="-122"/>
                <a:sym typeface="Wingdings 2" panose="05020102010507070707" pitchFamily="18" charset="2"/>
              </a:rPr>
              <a:t>   </a:t>
            </a:r>
            <a:r>
              <a:rPr lang="zh-CN" altLang="en-US" sz="2000" dirty="0">
                <a:latin typeface="等线" panose="02010600030101010101" pitchFamily="2" charset="-122"/>
                <a:ea typeface="等线" panose="02010600030101010101" pitchFamily="2" charset="-122"/>
                <a:sym typeface="Wingdings 2" panose="05020102010507070707" pitchFamily="18" charset="2"/>
              </a:rPr>
              <a:t>宝钢公司 炼钢连铸工艺过程关键参数预测系统研发</a:t>
            </a:r>
            <a:endParaRPr lang="en-US" altLang="zh-CN" sz="2000" dirty="0">
              <a:latin typeface="等线" panose="02010600030101010101" pitchFamily="2" charset="-122"/>
              <a:ea typeface="等线" panose="02010600030101010101" pitchFamily="2" charset="-122"/>
              <a:sym typeface="Wingdings 2" panose="05020102010507070707" pitchFamily="18" charset="2"/>
            </a:endParaRPr>
          </a:p>
        </p:txBody>
      </p:sp>
      <p:sp>
        <p:nvSpPr>
          <p:cNvPr id="23" name="矩形 22">
            <a:extLst>
              <a:ext uri="{FF2B5EF4-FFF2-40B4-BE49-F238E27FC236}">
                <a16:creationId xmlns:a16="http://schemas.microsoft.com/office/drawing/2014/main" id="{07C195CD-BECA-4234-A2D4-B55658153122}"/>
              </a:ext>
            </a:extLst>
          </p:cNvPr>
          <p:cNvSpPr/>
          <p:nvPr/>
        </p:nvSpPr>
        <p:spPr>
          <a:xfrm>
            <a:off x="949911" y="6347534"/>
            <a:ext cx="10262586" cy="51046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6D694DB6-3321-40AB-865D-89027E4F29C0}"/>
              </a:ext>
            </a:extLst>
          </p:cNvPr>
          <p:cNvSpPr txBox="1"/>
          <p:nvPr/>
        </p:nvSpPr>
        <p:spPr>
          <a:xfrm>
            <a:off x="5267608" y="6418101"/>
            <a:ext cx="1627191" cy="369332"/>
          </a:xfrm>
          <a:prstGeom prst="rect">
            <a:avLst/>
          </a:prstGeom>
          <a:noFill/>
        </p:spPr>
        <p:txBody>
          <a:bodyPr wrap="square" rtlCol="0">
            <a:spAutoFit/>
          </a:bodyPr>
          <a:lstStyle/>
          <a:p>
            <a:r>
              <a:rPr lang="zh-CN" altLang="en-US" b="1" dirty="0">
                <a:solidFill>
                  <a:schemeClr val="bg1"/>
                </a:solidFill>
                <a:latin typeface="黑体" panose="02010609060101010101" pitchFamily="49" charset="-122"/>
                <a:ea typeface="黑体" panose="02010609060101010101" pitchFamily="49" charset="-122"/>
              </a:rPr>
              <a:t>前期工作基础</a:t>
            </a:r>
          </a:p>
        </p:txBody>
      </p:sp>
    </p:spTree>
    <p:extLst>
      <p:ext uri="{BB962C8B-B14F-4D97-AF65-F5344CB8AC3E}">
        <p14:creationId xmlns:p14="http://schemas.microsoft.com/office/powerpoint/2010/main" val="20513383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03614A40-5662-49B8-A4A2-5110899AC622}"/>
              </a:ext>
            </a:extLst>
          </p:cNvPr>
          <p:cNvSpPr txBox="1"/>
          <p:nvPr/>
        </p:nvSpPr>
        <p:spPr>
          <a:xfrm>
            <a:off x="881074" y="619423"/>
            <a:ext cx="3289482" cy="738664"/>
          </a:xfrm>
          <a:prstGeom prst="rect">
            <a:avLst/>
          </a:prstGeom>
          <a:noFill/>
        </p:spPr>
        <p:txBody>
          <a:bodyPr wrap="square" rtlCol="0">
            <a:spAutoFit/>
          </a:bodyPr>
          <a:lstStyle/>
          <a:p>
            <a:r>
              <a:rPr lang="zh-CN" altLang="en-US" sz="2400" b="1" dirty="0">
                <a:latin typeface="等线" panose="02010600030101010101" pitchFamily="2" charset="-122"/>
                <a:ea typeface="等线" panose="02010600030101010101" pitchFamily="2" charset="-122"/>
              </a:rPr>
              <a:t>前期开展的研究工作</a:t>
            </a:r>
            <a:endParaRPr lang="en-US" altLang="zh-CN" sz="2400" b="1" dirty="0">
              <a:latin typeface="等线" panose="02010600030101010101" pitchFamily="2" charset="-122"/>
              <a:ea typeface="等线" panose="02010600030101010101" pitchFamily="2" charset="-122"/>
            </a:endParaRPr>
          </a:p>
          <a:p>
            <a:endParaRPr lang="zh-CN" altLang="en-US" dirty="0"/>
          </a:p>
        </p:txBody>
      </p:sp>
      <p:sp>
        <p:nvSpPr>
          <p:cNvPr id="2" name="文本框 1">
            <a:extLst>
              <a:ext uri="{FF2B5EF4-FFF2-40B4-BE49-F238E27FC236}">
                <a16:creationId xmlns:a16="http://schemas.microsoft.com/office/drawing/2014/main" id="{F174C3FB-9EC5-4E6D-BEC4-2404768B0A38}"/>
              </a:ext>
            </a:extLst>
          </p:cNvPr>
          <p:cNvSpPr txBox="1"/>
          <p:nvPr/>
        </p:nvSpPr>
        <p:spPr>
          <a:xfrm>
            <a:off x="2310684" y="1477118"/>
            <a:ext cx="3719744" cy="400110"/>
          </a:xfrm>
          <a:prstGeom prst="rect">
            <a:avLst/>
          </a:prstGeom>
          <a:noFill/>
          <a:ln w="28575">
            <a:solidFill>
              <a:schemeClr val="tx1"/>
            </a:solidFill>
            <a:prstDash val="solid"/>
          </a:ln>
        </p:spPr>
        <p:txBody>
          <a:bodyPr wrap="square" rtlCol="0">
            <a:spAutoFit/>
          </a:bodyPr>
          <a:lstStyle/>
          <a:p>
            <a:r>
              <a:rPr lang="zh-CN" altLang="en-US" sz="2000" b="1" dirty="0">
                <a:latin typeface="等线" panose="02010600030101010101" pitchFamily="2" charset="-122"/>
                <a:ea typeface="等线" panose="02010600030101010101" pitchFamily="2" charset="-122"/>
              </a:rPr>
              <a:t>对前期数据集进行预处理操作</a:t>
            </a:r>
          </a:p>
        </p:txBody>
      </p:sp>
      <p:sp>
        <p:nvSpPr>
          <p:cNvPr id="24" name="文本框 23">
            <a:extLst>
              <a:ext uri="{FF2B5EF4-FFF2-40B4-BE49-F238E27FC236}">
                <a16:creationId xmlns:a16="http://schemas.microsoft.com/office/drawing/2014/main" id="{63C0986D-50D2-4D96-8544-181808BC9399}"/>
              </a:ext>
            </a:extLst>
          </p:cNvPr>
          <p:cNvSpPr txBox="1"/>
          <p:nvPr/>
        </p:nvSpPr>
        <p:spPr>
          <a:xfrm>
            <a:off x="2285243" y="3488185"/>
            <a:ext cx="4535167" cy="400110"/>
          </a:xfrm>
          <a:prstGeom prst="rect">
            <a:avLst/>
          </a:prstGeom>
          <a:noFill/>
          <a:ln w="28575">
            <a:solidFill>
              <a:schemeClr val="tx1"/>
            </a:solidFill>
            <a:prstDash val="solid"/>
          </a:ln>
        </p:spPr>
        <p:txBody>
          <a:bodyPr wrap="square" rtlCol="0">
            <a:spAutoFit/>
          </a:bodyPr>
          <a:lstStyle/>
          <a:p>
            <a:r>
              <a:rPr lang="zh-CN" altLang="en-US" sz="2000" b="1" dirty="0">
                <a:latin typeface="等线" panose="02010600030101010101" pitchFamily="2" charset="-122"/>
                <a:ea typeface="等线" panose="02010600030101010101" pitchFamily="2" charset="-122"/>
              </a:rPr>
              <a:t>用统计学手段挑选相关性高的特征属性</a:t>
            </a:r>
          </a:p>
        </p:txBody>
      </p:sp>
      <p:cxnSp>
        <p:nvCxnSpPr>
          <p:cNvPr id="27" name="直接连接符 26">
            <a:extLst>
              <a:ext uri="{FF2B5EF4-FFF2-40B4-BE49-F238E27FC236}">
                <a16:creationId xmlns:a16="http://schemas.microsoft.com/office/drawing/2014/main" id="{09BB6323-5A0D-4C2C-9FDD-638E69B5D1DB}"/>
              </a:ext>
            </a:extLst>
          </p:cNvPr>
          <p:cNvCxnSpPr>
            <a:cxnSpLocks/>
          </p:cNvCxnSpPr>
          <p:nvPr/>
        </p:nvCxnSpPr>
        <p:spPr>
          <a:xfrm flipH="1">
            <a:off x="1829139" y="1979335"/>
            <a:ext cx="2" cy="3674357"/>
          </a:xfrm>
          <a:prstGeom prst="line">
            <a:avLst/>
          </a:prstGeom>
          <a:ln w="38100"/>
        </p:spPr>
        <p:style>
          <a:lnRef idx="1">
            <a:schemeClr val="dk1"/>
          </a:lnRef>
          <a:fillRef idx="0">
            <a:schemeClr val="dk1"/>
          </a:fillRef>
          <a:effectRef idx="0">
            <a:schemeClr val="dk1"/>
          </a:effectRef>
          <a:fontRef idx="minor">
            <a:schemeClr val="tx1"/>
          </a:fontRef>
        </p:style>
      </p:cxnSp>
      <p:cxnSp>
        <p:nvCxnSpPr>
          <p:cNvPr id="29" name="直接连接符 28">
            <a:extLst>
              <a:ext uri="{FF2B5EF4-FFF2-40B4-BE49-F238E27FC236}">
                <a16:creationId xmlns:a16="http://schemas.microsoft.com/office/drawing/2014/main" id="{61483392-9CA7-4CB1-8549-ADC2C6763729}"/>
              </a:ext>
            </a:extLst>
          </p:cNvPr>
          <p:cNvCxnSpPr/>
          <p:nvPr/>
        </p:nvCxnSpPr>
        <p:spPr>
          <a:xfrm flipV="1">
            <a:off x="1822387" y="1804806"/>
            <a:ext cx="171420" cy="184939"/>
          </a:xfrm>
          <a:prstGeom prst="line">
            <a:avLst/>
          </a:prstGeom>
          <a:ln w="38100"/>
        </p:spPr>
        <p:style>
          <a:lnRef idx="1">
            <a:schemeClr val="dk1"/>
          </a:lnRef>
          <a:fillRef idx="0">
            <a:schemeClr val="dk1"/>
          </a:fillRef>
          <a:effectRef idx="0">
            <a:schemeClr val="dk1"/>
          </a:effectRef>
          <a:fontRef idx="minor">
            <a:schemeClr val="tx1"/>
          </a:fontRef>
        </p:style>
      </p:cxnSp>
      <p:cxnSp>
        <p:nvCxnSpPr>
          <p:cNvPr id="30" name="直接连接符 29">
            <a:extLst>
              <a:ext uri="{FF2B5EF4-FFF2-40B4-BE49-F238E27FC236}">
                <a16:creationId xmlns:a16="http://schemas.microsoft.com/office/drawing/2014/main" id="{091E86BC-A3E5-4059-B8C2-08937FF2A110}"/>
              </a:ext>
            </a:extLst>
          </p:cNvPr>
          <p:cNvCxnSpPr/>
          <p:nvPr/>
        </p:nvCxnSpPr>
        <p:spPr>
          <a:xfrm flipV="1">
            <a:off x="1829139" y="3865309"/>
            <a:ext cx="171420" cy="184939"/>
          </a:xfrm>
          <a:prstGeom prst="line">
            <a:avLst/>
          </a:prstGeom>
          <a:ln w="38100"/>
        </p:spPr>
        <p:style>
          <a:lnRef idx="1">
            <a:schemeClr val="dk1"/>
          </a:lnRef>
          <a:fillRef idx="0">
            <a:schemeClr val="dk1"/>
          </a:fillRef>
          <a:effectRef idx="0">
            <a:schemeClr val="dk1"/>
          </a:effectRef>
          <a:fontRef idx="minor">
            <a:schemeClr val="tx1"/>
          </a:fontRef>
        </p:style>
      </p:cxnSp>
      <p:sp>
        <p:nvSpPr>
          <p:cNvPr id="31" name="椭圆 30">
            <a:extLst>
              <a:ext uri="{FF2B5EF4-FFF2-40B4-BE49-F238E27FC236}">
                <a16:creationId xmlns:a16="http://schemas.microsoft.com/office/drawing/2014/main" id="{F16A999E-3F30-4374-A809-F1B8CCD02D44}"/>
              </a:ext>
            </a:extLst>
          </p:cNvPr>
          <p:cNvSpPr/>
          <p:nvPr/>
        </p:nvSpPr>
        <p:spPr>
          <a:xfrm>
            <a:off x="1954316" y="1712336"/>
            <a:ext cx="171420" cy="184939"/>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atin typeface="黑体" panose="02010609060101010101" pitchFamily="49" charset="-122"/>
              <a:ea typeface="黑体" panose="02010609060101010101" pitchFamily="49" charset="-122"/>
            </a:endParaRPr>
          </a:p>
        </p:txBody>
      </p:sp>
      <p:sp>
        <p:nvSpPr>
          <p:cNvPr id="32" name="椭圆 31">
            <a:extLst>
              <a:ext uri="{FF2B5EF4-FFF2-40B4-BE49-F238E27FC236}">
                <a16:creationId xmlns:a16="http://schemas.microsoft.com/office/drawing/2014/main" id="{46032C0E-7E53-4C4C-89C3-B42D06661EE7}"/>
              </a:ext>
            </a:extLst>
          </p:cNvPr>
          <p:cNvSpPr/>
          <p:nvPr/>
        </p:nvSpPr>
        <p:spPr>
          <a:xfrm>
            <a:off x="1992485" y="3772352"/>
            <a:ext cx="171420" cy="184939"/>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atin typeface="黑体" panose="02010609060101010101" pitchFamily="49" charset="-122"/>
              <a:ea typeface="黑体" panose="02010609060101010101" pitchFamily="49" charset="-122"/>
            </a:endParaRPr>
          </a:p>
        </p:txBody>
      </p:sp>
      <p:cxnSp>
        <p:nvCxnSpPr>
          <p:cNvPr id="35" name="直接连接符 34">
            <a:extLst>
              <a:ext uri="{FF2B5EF4-FFF2-40B4-BE49-F238E27FC236}">
                <a16:creationId xmlns:a16="http://schemas.microsoft.com/office/drawing/2014/main" id="{E8EAE638-5277-42CF-9BEC-4142C20932C7}"/>
              </a:ext>
            </a:extLst>
          </p:cNvPr>
          <p:cNvCxnSpPr>
            <a:cxnSpLocks/>
          </p:cNvCxnSpPr>
          <p:nvPr/>
        </p:nvCxnSpPr>
        <p:spPr>
          <a:xfrm>
            <a:off x="1822387" y="5661205"/>
            <a:ext cx="5118267"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BC704275-5976-4448-8B9E-07A9621FD38E}"/>
              </a:ext>
            </a:extLst>
          </p:cNvPr>
          <p:cNvCxnSpPr>
            <a:cxnSpLocks/>
          </p:cNvCxnSpPr>
          <p:nvPr/>
        </p:nvCxnSpPr>
        <p:spPr>
          <a:xfrm flipH="1">
            <a:off x="6926248" y="1986848"/>
            <a:ext cx="2" cy="3674357"/>
          </a:xfrm>
          <a:prstGeom prst="line">
            <a:avLst/>
          </a:prstGeom>
          <a:ln w="38100"/>
        </p:spPr>
        <p:style>
          <a:lnRef idx="1">
            <a:schemeClr val="dk1"/>
          </a:lnRef>
          <a:fillRef idx="0">
            <a:schemeClr val="dk1"/>
          </a:fillRef>
          <a:effectRef idx="0">
            <a:schemeClr val="dk1"/>
          </a:effectRef>
          <a:fontRef idx="minor">
            <a:schemeClr val="tx1"/>
          </a:fontRef>
        </p:style>
      </p:cxnSp>
      <p:cxnSp>
        <p:nvCxnSpPr>
          <p:cNvPr id="38" name="直接连接符 37">
            <a:extLst>
              <a:ext uri="{FF2B5EF4-FFF2-40B4-BE49-F238E27FC236}">
                <a16:creationId xmlns:a16="http://schemas.microsoft.com/office/drawing/2014/main" id="{901D8908-B103-4C43-B88D-0C834525F6C4}"/>
              </a:ext>
            </a:extLst>
          </p:cNvPr>
          <p:cNvCxnSpPr/>
          <p:nvPr/>
        </p:nvCxnSpPr>
        <p:spPr>
          <a:xfrm flipV="1">
            <a:off x="6919554" y="1823811"/>
            <a:ext cx="171420" cy="184939"/>
          </a:xfrm>
          <a:prstGeom prst="line">
            <a:avLst/>
          </a:prstGeom>
          <a:ln w="38100"/>
        </p:spPr>
        <p:style>
          <a:lnRef idx="1">
            <a:schemeClr val="dk1"/>
          </a:lnRef>
          <a:fillRef idx="0">
            <a:schemeClr val="dk1"/>
          </a:fillRef>
          <a:effectRef idx="0">
            <a:schemeClr val="dk1"/>
          </a:effectRef>
          <a:fontRef idx="minor">
            <a:schemeClr val="tx1"/>
          </a:fontRef>
        </p:style>
      </p:cxnSp>
      <p:cxnSp>
        <p:nvCxnSpPr>
          <p:cNvPr id="39" name="直接连接符 38">
            <a:extLst>
              <a:ext uri="{FF2B5EF4-FFF2-40B4-BE49-F238E27FC236}">
                <a16:creationId xmlns:a16="http://schemas.microsoft.com/office/drawing/2014/main" id="{FABFCC4C-6520-4F7D-9377-A9EC05A5AE78}"/>
              </a:ext>
            </a:extLst>
          </p:cNvPr>
          <p:cNvCxnSpPr/>
          <p:nvPr/>
        </p:nvCxnSpPr>
        <p:spPr>
          <a:xfrm flipV="1">
            <a:off x="6919554" y="3512386"/>
            <a:ext cx="171420" cy="184939"/>
          </a:xfrm>
          <a:prstGeom prst="line">
            <a:avLst/>
          </a:prstGeom>
          <a:ln w="38100"/>
        </p:spPr>
        <p:style>
          <a:lnRef idx="1">
            <a:schemeClr val="dk1"/>
          </a:lnRef>
          <a:fillRef idx="0">
            <a:schemeClr val="dk1"/>
          </a:fillRef>
          <a:effectRef idx="0">
            <a:schemeClr val="dk1"/>
          </a:effectRef>
          <a:fontRef idx="minor">
            <a:schemeClr val="tx1"/>
          </a:fontRef>
        </p:style>
      </p:cxnSp>
      <p:sp>
        <p:nvSpPr>
          <p:cNvPr id="40" name="椭圆 39">
            <a:extLst>
              <a:ext uri="{FF2B5EF4-FFF2-40B4-BE49-F238E27FC236}">
                <a16:creationId xmlns:a16="http://schemas.microsoft.com/office/drawing/2014/main" id="{3449B0C9-B966-470E-AD1D-4C0DA5B3F95C}"/>
              </a:ext>
            </a:extLst>
          </p:cNvPr>
          <p:cNvSpPr/>
          <p:nvPr/>
        </p:nvSpPr>
        <p:spPr>
          <a:xfrm>
            <a:off x="7033627" y="1731341"/>
            <a:ext cx="171420" cy="184939"/>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atin typeface="黑体" panose="02010609060101010101" pitchFamily="49" charset="-122"/>
              <a:ea typeface="黑体" panose="02010609060101010101" pitchFamily="49" charset="-122"/>
            </a:endParaRPr>
          </a:p>
        </p:txBody>
      </p:sp>
      <p:sp>
        <p:nvSpPr>
          <p:cNvPr id="41" name="文本框 40">
            <a:extLst>
              <a:ext uri="{FF2B5EF4-FFF2-40B4-BE49-F238E27FC236}">
                <a16:creationId xmlns:a16="http://schemas.microsoft.com/office/drawing/2014/main" id="{F83AEC47-1F9A-429D-8E53-1C2BD7E272C9}"/>
              </a:ext>
            </a:extLst>
          </p:cNvPr>
          <p:cNvSpPr txBox="1"/>
          <p:nvPr/>
        </p:nvSpPr>
        <p:spPr>
          <a:xfrm>
            <a:off x="7449014" y="1546948"/>
            <a:ext cx="2572799" cy="707886"/>
          </a:xfrm>
          <a:prstGeom prst="rect">
            <a:avLst/>
          </a:prstGeom>
          <a:noFill/>
          <a:ln w="28575">
            <a:solidFill>
              <a:schemeClr val="tx1"/>
            </a:solidFill>
            <a:prstDash val="solid"/>
          </a:ln>
        </p:spPr>
        <p:txBody>
          <a:bodyPr wrap="square" rtlCol="0">
            <a:spAutoFit/>
          </a:bodyPr>
          <a:lstStyle/>
          <a:p>
            <a:r>
              <a:rPr lang="zh-CN" altLang="en-US" sz="2000" b="1" dirty="0">
                <a:latin typeface="等线" panose="02010600030101010101" pitchFamily="2" charset="-122"/>
                <a:ea typeface="等线" panose="02010600030101010101" pitchFamily="2" charset="-122"/>
              </a:rPr>
              <a:t>小数据集上多种不平衡分类处理方法测试</a:t>
            </a:r>
          </a:p>
        </p:txBody>
      </p:sp>
      <p:sp>
        <p:nvSpPr>
          <p:cNvPr id="42" name="文本框 41">
            <a:extLst>
              <a:ext uri="{FF2B5EF4-FFF2-40B4-BE49-F238E27FC236}">
                <a16:creationId xmlns:a16="http://schemas.microsoft.com/office/drawing/2014/main" id="{6B969C81-9535-4EC4-B3FE-CAC323772DBD}"/>
              </a:ext>
            </a:extLst>
          </p:cNvPr>
          <p:cNvSpPr txBox="1"/>
          <p:nvPr/>
        </p:nvSpPr>
        <p:spPr>
          <a:xfrm>
            <a:off x="7445764" y="3235852"/>
            <a:ext cx="2907805" cy="400110"/>
          </a:xfrm>
          <a:prstGeom prst="rect">
            <a:avLst/>
          </a:prstGeom>
          <a:noFill/>
          <a:ln w="28575">
            <a:solidFill>
              <a:schemeClr val="tx1"/>
            </a:solidFill>
            <a:prstDash val="solid"/>
          </a:ln>
        </p:spPr>
        <p:txBody>
          <a:bodyPr wrap="square" rtlCol="0">
            <a:spAutoFit/>
          </a:bodyPr>
          <a:lstStyle/>
          <a:p>
            <a:r>
              <a:rPr lang="zh-CN" altLang="en-US" sz="2000" b="1" dirty="0">
                <a:latin typeface="等线" panose="02010600030101010101" pitchFamily="2" charset="-122"/>
                <a:ea typeface="等线" panose="02010600030101010101" pitchFamily="2" charset="-122"/>
              </a:rPr>
              <a:t>单一分类模型效果测试</a:t>
            </a:r>
          </a:p>
        </p:txBody>
      </p:sp>
      <p:sp>
        <p:nvSpPr>
          <p:cNvPr id="43" name="椭圆 42">
            <a:extLst>
              <a:ext uri="{FF2B5EF4-FFF2-40B4-BE49-F238E27FC236}">
                <a16:creationId xmlns:a16="http://schemas.microsoft.com/office/drawing/2014/main" id="{C1147EEF-5E73-458F-B82B-5258B28F720E}"/>
              </a:ext>
            </a:extLst>
          </p:cNvPr>
          <p:cNvSpPr/>
          <p:nvPr/>
        </p:nvSpPr>
        <p:spPr>
          <a:xfrm>
            <a:off x="7062668" y="3384720"/>
            <a:ext cx="171420" cy="184939"/>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atin typeface="黑体" panose="02010609060101010101" pitchFamily="49" charset="-122"/>
              <a:ea typeface="黑体" panose="02010609060101010101" pitchFamily="49" charset="-122"/>
            </a:endParaRPr>
          </a:p>
        </p:txBody>
      </p:sp>
      <p:cxnSp>
        <p:nvCxnSpPr>
          <p:cNvPr id="44" name="直接连接符 43">
            <a:extLst>
              <a:ext uri="{FF2B5EF4-FFF2-40B4-BE49-F238E27FC236}">
                <a16:creationId xmlns:a16="http://schemas.microsoft.com/office/drawing/2014/main" id="{12CDF01B-A547-4F4C-96EF-D42CC2AFDC4E}"/>
              </a:ext>
            </a:extLst>
          </p:cNvPr>
          <p:cNvCxnSpPr/>
          <p:nvPr/>
        </p:nvCxnSpPr>
        <p:spPr>
          <a:xfrm flipV="1">
            <a:off x="6930401" y="5038099"/>
            <a:ext cx="171420" cy="184939"/>
          </a:xfrm>
          <a:prstGeom prst="line">
            <a:avLst/>
          </a:prstGeom>
          <a:ln w="38100"/>
        </p:spPr>
        <p:style>
          <a:lnRef idx="1">
            <a:schemeClr val="dk1"/>
          </a:lnRef>
          <a:fillRef idx="0">
            <a:schemeClr val="dk1"/>
          </a:fillRef>
          <a:effectRef idx="0">
            <a:schemeClr val="dk1"/>
          </a:effectRef>
          <a:fontRef idx="minor">
            <a:schemeClr val="tx1"/>
          </a:fontRef>
        </p:style>
      </p:cxnSp>
      <p:sp>
        <p:nvSpPr>
          <p:cNvPr id="45" name="椭圆 44">
            <a:extLst>
              <a:ext uri="{FF2B5EF4-FFF2-40B4-BE49-F238E27FC236}">
                <a16:creationId xmlns:a16="http://schemas.microsoft.com/office/drawing/2014/main" id="{8C80D1E7-B0E7-44AB-B6F1-C31A4C583665}"/>
              </a:ext>
            </a:extLst>
          </p:cNvPr>
          <p:cNvSpPr/>
          <p:nvPr/>
        </p:nvSpPr>
        <p:spPr>
          <a:xfrm>
            <a:off x="7067593" y="4933699"/>
            <a:ext cx="171420" cy="184939"/>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latin typeface="黑体" panose="02010609060101010101" pitchFamily="49" charset="-122"/>
              <a:ea typeface="黑体" panose="02010609060101010101" pitchFamily="49" charset="-122"/>
            </a:endParaRPr>
          </a:p>
        </p:txBody>
      </p:sp>
      <p:sp>
        <p:nvSpPr>
          <p:cNvPr id="46" name="文本框 45">
            <a:extLst>
              <a:ext uri="{FF2B5EF4-FFF2-40B4-BE49-F238E27FC236}">
                <a16:creationId xmlns:a16="http://schemas.microsoft.com/office/drawing/2014/main" id="{92F4E7C8-8545-4C04-9736-27723956884C}"/>
              </a:ext>
            </a:extLst>
          </p:cNvPr>
          <p:cNvSpPr txBox="1"/>
          <p:nvPr/>
        </p:nvSpPr>
        <p:spPr>
          <a:xfrm>
            <a:off x="7445764" y="4749306"/>
            <a:ext cx="2398249" cy="707886"/>
          </a:xfrm>
          <a:prstGeom prst="rect">
            <a:avLst/>
          </a:prstGeom>
          <a:noFill/>
          <a:ln w="28575">
            <a:solidFill>
              <a:schemeClr val="tx1"/>
            </a:solidFill>
            <a:prstDash val="solid"/>
          </a:ln>
        </p:spPr>
        <p:txBody>
          <a:bodyPr wrap="square" rtlCol="0">
            <a:spAutoFit/>
          </a:bodyPr>
          <a:lstStyle/>
          <a:p>
            <a:r>
              <a:rPr lang="zh-CN" altLang="en-US" sz="2000" b="1" dirty="0">
                <a:latin typeface="等线" panose="02010600030101010101" pitchFamily="2" charset="-122"/>
                <a:ea typeface="等线" panose="02010600030101010101" pitchFamily="2" charset="-122"/>
              </a:rPr>
              <a:t>学习参考各种数据挖掘解决方案</a:t>
            </a:r>
          </a:p>
        </p:txBody>
      </p:sp>
      <p:sp>
        <p:nvSpPr>
          <p:cNvPr id="65" name="矩形 64">
            <a:extLst>
              <a:ext uri="{FF2B5EF4-FFF2-40B4-BE49-F238E27FC236}">
                <a16:creationId xmlns:a16="http://schemas.microsoft.com/office/drawing/2014/main" id="{07C195CD-BECA-4234-A2D4-B55658153122}"/>
              </a:ext>
            </a:extLst>
          </p:cNvPr>
          <p:cNvSpPr/>
          <p:nvPr/>
        </p:nvSpPr>
        <p:spPr>
          <a:xfrm>
            <a:off x="949911" y="6347534"/>
            <a:ext cx="10262586" cy="51046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66" name="文本框 65">
            <a:extLst>
              <a:ext uri="{FF2B5EF4-FFF2-40B4-BE49-F238E27FC236}">
                <a16:creationId xmlns:a16="http://schemas.microsoft.com/office/drawing/2014/main" id="{6D694DB6-3321-40AB-865D-89027E4F29C0}"/>
              </a:ext>
            </a:extLst>
          </p:cNvPr>
          <p:cNvSpPr txBox="1"/>
          <p:nvPr/>
        </p:nvSpPr>
        <p:spPr>
          <a:xfrm>
            <a:off x="5267608" y="6418101"/>
            <a:ext cx="1627191" cy="369332"/>
          </a:xfrm>
          <a:prstGeom prst="rect">
            <a:avLst/>
          </a:prstGeom>
          <a:noFill/>
        </p:spPr>
        <p:txBody>
          <a:bodyPr wrap="square" rtlCol="0">
            <a:spAutoFit/>
          </a:bodyPr>
          <a:lstStyle/>
          <a:p>
            <a:r>
              <a:rPr lang="zh-CN" altLang="en-US" b="1" dirty="0">
                <a:solidFill>
                  <a:schemeClr val="bg1"/>
                </a:solidFill>
                <a:latin typeface="黑体" panose="02010609060101010101" pitchFamily="49" charset="-122"/>
                <a:ea typeface="黑体" panose="02010609060101010101" pitchFamily="49" charset="-122"/>
              </a:rPr>
              <a:t>前期工作基础</a:t>
            </a:r>
          </a:p>
        </p:txBody>
      </p:sp>
    </p:spTree>
    <p:extLst>
      <p:ext uri="{BB962C8B-B14F-4D97-AF65-F5344CB8AC3E}">
        <p14:creationId xmlns:p14="http://schemas.microsoft.com/office/powerpoint/2010/main" val="41108459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lumMod val="65000"/>
            <a:lumOff val="35000"/>
          </a:schemeClr>
        </a:solidFill>
        <a:effectLst/>
      </p:bgPr>
    </p:bg>
    <p:spTree>
      <p:nvGrpSpPr>
        <p:cNvPr id="1" name=""/>
        <p:cNvGrpSpPr/>
        <p:nvPr/>
      </p:nvGrpSpPr>
      <p:grpSpPr>
        <a:xfrm>
          <a:off x="0" y="0"/>
          <a:ext cx="0" cy="0"/>
          <a:chOff x="0" y="0"/>
          <a:chExt cx="0" cy="0"/>
        </a:xfrm>
      </p:grpSpPr>
      <p:sp>
        <p:nvSpPr>
          <p:cNvPr id="2" name="矩形 1"/>
          <p:cNvSpPr/>
          <p:nvPr/>
        </p:nvSpPr>
        <p:spPr>
          <a:xfrm>
            <a:off x="1524000" y="2632076"/>
            <a:ext cx="9144000" cy="81597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457200">
              <a:defRPr/>
            </a:pPr>
            <a:endParaRPr lang="zh-CN" altLang="en-US">
              <a:solidFill>
                <a:prstClr val="white"/>
              </a:solidFill>
              <a:latin typeface="Calibri"/>
              <a:ea typeface="宋体" panose="02010600030101010101" pitchFamily="2" charset="-122"/>
            </a:endParaRPr>
          </a:p>
        </p:txBody>
      </p:sp>
      <p:sp>
        <p:nvSpPr>
          <p:cNvPr id="35843" name="矩形 2"/>
          <p:cNvSpPr>
            <a:spLocks noChangeArrowheads="1"/>
          </p:cNvSpPr>
          <p:nvPr/>
        </p:nvSpPr>
        <p:spPr bwMode="auto">
          <a:xfrm>
            <a:off x="5103814" y="2616201"/>
            <a:ext cx="51784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80604020202020204" pitchFamily="34" charset="0"/>
              <a:buChar char="•"/>
              <a:defRPr kumimoji="1" sz="3200">
                <a:solidFill>
                  <a:schemeClr val="tx1"/>
                </a:solidFill>
                <a:latin typeface="Calibri" charset="0"/>
                <a:ea typeface="宋体" pitchFamily="2" charset="-122"/>
              </a:defRPr>
            </a:lvl1pPr>
            <a:lvl2pPr marL="742950" indent="-285750">
              <a:spcBef>
                <a:spcPct val="20000"/>
              </a:spcBef>
              <a:buFont typeface="Arial" panose="02080604020202020204" pitchFamily="34" charset="0"/>
              <a:buChar char="–"/>
              <a:defRPr kumimoji="1" sz="2800">
                <a:solidFill>
                  <a:schemeClr val="tx1"/>
                </a:solidFill>
                <a:latin typeface="Calibri" charset="0"/>
                <a:ea typeface="宋体" pitchFamily="2" charset="-122"/>
              </a:defRPr>
            </a:lvl2pPr>
            <a:lvl3pPr marL="1143000" indent="-228600">
              <a:spcBef>
                <a:spcPct val="20000"/>
              </a:spcBef>
              <a:buFont typeface="Arial" panose="02080604020202020204" pitchFamily="34" charset="0"/>
              <a:buChar char="•"/>
              <a:defRPr kumimoji="1" sz="2400">
                <a:solidFill>
                  <a:schemeClr val="tx1"/>
                </a:solidFill>
                <a:latin typeface="Calibri" charset="0"/>
                <a:ea typeface="宋体" pitchFamily="2" charset="-122"/>
              </a:defRPr>
            </a:lvl3pPr>
            <a:lvl4pPr marL="1600200" indent="-228600">
              <a:spcBef>
                <a:spcPct val="20000"/>
              </a:spcBef>
              <a:buFont typeface="Arial" panose="02080604020202020204" pitchFamily="34" charset="0"/>
              <a:buChar char="–"/>
              <a:defRPr kumimoji="1" sz="2000">
                <a:solidFill>
                  <a:schemeClr val="tx1"/>
                </a:solidFill>
                <a:latin typeface="Calibri" charset="0"/>
                <a:ea typeface="宋体" pitchFamily="2" charset="-122"/>
              </a:defRPr>
            </a:lvl4pPr>
            <a:lvl5pPr marL="2057400" indent="-228600">
              <a:spcBef>
                <a:spcPct val="20000"/>
              </a:spcBef>
              <a:buFont typeface="Arial" panose="02080604020202020204" pitchFamily="34" charset="0"/>
              <a:buChar char="»"/>
              <a:defRPr kumimoji="1" sz="2000">
                <a:solidFill>
                  <a:schemeClr val="tx1"/>
                </a:solidFill>
                <a:latin typeface="Calibri" charset="0"/>
                <a:ea typeface="宋体" pitchFamily="2" charset="-122"/>
              </a:defRPr>
            </a:lvl5pPr>
            <a:lvl6pPr marL="2514600" indent="-228600" defTabSz="457200" eaLnBrk="0" fontAlgn="base" hangingPunct="0">
              <a:spcBef>
                <a:spcPct val="20000"/>
              </a:spcBef>
              <a:spcAft>
                <a:spcPct val="0"/>
              </a:spcAft>
              <a:buFont typeface="Arial" panose="02080604020202020204" pitchFamily="34" charset="0"/>
              <a:buChar char="»"/>
              <a:defRPr kumimoji="1" sz="2000">
                <a:solidFill>
                  <a:schemeClr val="tx1"/>
                </a:solidFill>
                <a:latin typeface="Calibri" charset="0"/>
                <a:ea typeface="宋体" pitchFamily="2" charset="-122"/>
              </a:defRPr>
            </a:lvl6pPr>
            <a:lvl7pPr marL="2971800" indent="-228600" defTabSz="457200" eaLnBrk="0" fontAlgn="base" hangingPunct="0">
              <a:spcBef>
                <a:spcPct val="20000"/>
              </a:spcBef>
              <a:spcAft>
                <a:spcPct val="0"/>
              </a:spcAft>
              <a:buFont typeface="Arial" panose="02080604020202020204" pitchFamily="34" charset="0"/>
              <a:buChar char="»"/>
              <a:defRPr kumimoji="1" sz="2000">
                <a:solidFill>
                  <a:schemeClr val="tx1"/>
                </a:solidFill>
                <a:latin typeface="Calibri" charset="0"/>
                <a:ea typeface="宋体" pitchFamily="2" charset="-122"/>
              </a:defRPr>
            </a:lvl7pPr>
            <a:lvl8pPr marL="3429000" indent="-228600" defTabSz="457200" eaLnBrk="0" fontAlgn="base" hangingPunct="0">
              <a:spcBef>
                <a:spcPct val="20000"/>
              </a:spcBef>
              <a:spcAft>
                <a:spcPct val="0"/>
              </a:spcAft>
              <a:buFont typeface="Arial" panose="02080604020202020204" pitchFamily="34" charset="0"/>
              <a:buChar char="»"/>
              <a:defRPr kumimoji="1" sz="2000">
                <a:solidFill>
                  <a:schemeClr val="tx1"/>
                </a:solidFill>
                <a:latin typeface="Calibri" charset="0"/>
                <a:ea typeface="宋体" pitchFamily="2" charset="-122"/>
              </a:defRPr>
            </a:lvl8pPr>
            <a:lvl9pPr marL="3886200" indent="-228600" defTabSz="457200" eaLnBrk="0" fontAlgn="base" hangingPunct="0">
              <a:spcBef>
                <a:spcPct val="20000"/>
              </a:spcBef>
              <a:spcAft>
                <a:spcPct val="0"/>
              </a:spcAft>
              <a:buFont typeface="Arial" panose="02080604020202020204" pitchFamily="34" charset="0"/>
              <a:buChar char="»"/>
              <a:defRPr kumimoji="1" sz="2000">
                <a:solidFill>
                  <a:schemeClr val="tx1"/>
                </a:solidFill>
                <a:latin typeface="Calibri" charset="0"/>
                <a:ea typeface="宋体" pitchFamily="2" charset="-122"/>
              </a:defRPr>
            </a:lvl9pPr>
          </a:lstStyle>
          <a:p>
            <a:pPr algn="r" defTabSz="457200" fontAlgn="base">
              <a:spcBef>
                <a:spcPct val="0"/>
              </a:spcBef>
              <a:spcAft>
                <a:spcPct val="0"/>
              </a:spcAft>
              <a:buNone/>
            </a:pPr>
            <a:r>
              <a:rPr kumimoji="0" lang="zh-CN" altLang="en-US" sz="4800" dirty="0">
                <a:solidFill>
                  <a:prstClr val="white"/>
                </a:solidFill>
                <a:latin typeface="微软雅黑" charset="-122"/>
                <a:ea typeface="微软雅黑" charset="-122"/>
              </a:rPr>
              <a:t>研究背景与意义</a:t>
            </a:r>
          </a:p>
        </p:txBody>
      </p:sp>
      <p:sp>
        <p:nvSpPr>
          <p:cNvPr id="8" name="TextBox 3"/>
          <p:cNvSpPr txBox="1">
            <a:spLocks noChangeArrowheads="1"/>
          </p:cNvSpPr>
          <p:nvPr/>
        </p:nvSpPr>
        <p:spPr bwMode="auto">
          <a:xfrm>
            <a:off x="1571944" y="-46990"/>
            <a:ext cx="3532187" cy="8094663"/>
          </a:xfrm>
          <a:prstGeom prst="rect">
            <a:avLst/>
          </a:prstGeom>
          <a:noFill/>
          <a:ln>
            <a:noFill/>
          </a:ln>
          <a:effectLst>
            <a:outerShdw blurRad="165100" dist="76200" dir="1199996" algn="tl" rotWithShape="0">
              <a:srgbClr val="000000">
                <a:alpha val="9998"/>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Calibri" charset="0"/>
                <a:ea typeface="宋体" pitchFamily="2" charset="-122"/>
              </a:defRPr>
            </a:lvl1pPr>
            <a:lvl2pPr marL="742950" indent="-285750">
              <a:defRPr kumimoji="1" sz="2400">
                <a:solidFill>
                  <a:schemeClr val="tx1"/>
                </a:solidFill>
                <a:latin typeface="Calibri" charset="0"/>
                <a:ea typeface="宋体" pitchFamily="2" charset="-122"/>
              </a:defRPr>
            </a:lvl2pPr>
            <a:lvl3pPr marL="1143000" indent="-228600">
              <a:defRPr kumimoji="1" sz="2400">
                <a:solidFill>
                  <a:schemeClr val="tx1"/>
                </a:solidFill>
                <a:latin typeface="Calibri" charset="0"/>
                <a:ea typeface="宋体" pitchFamily="2" charset="-122"/>
              </a:defRPr>
            </a:lvl3pPr>
            <a:lvl4pPr marL="1600200" indent="-228600">
              <a:defRPr kumimoji="1" sz="2400">
                <a:solidFill>
                  <a:schemeClr val="tx1"/>
                </a:solidFill>
                <a:latin typeface="Calibri" charset="0"/>
                <a:ea typeface="宋体" pitchFamily="2" charset="-122"/>
              </a:defRPr>
            </a:lvl4pPr>
            <a:lvl5pPr marL="2057400" indent="-228600">
              <a:defRPr kumimoji="1" sz="2400">
                <a:solidFill>
                  <a:schemeClr val="tx1"/>
                </a:solidFill>
                <a:latin typeface="Calibri" charset="0"/>
                <a:ea typeface="宋体" pitchFamily="2" charset="-122"/>
              </a:defRPr>
            </a:lvl5pPr>
            <a:lvl6pPr marL="2514600" indent="-228600" fontAlgn="base">
              <a:spcBef>
                <a:spcPct val="0"/>
              </a:spcBef>
              <a:spcAft>
                <a:spcPct val="0"/>
              </a:spcAft>
              <a:defRPr kumimoji="1" sz="2400">
                <a:solidFill>
                  <a:schemeClr val="tx1"/>
                </a:solidFill>
                <a:latin typeface="Calibri" charset="0"/>
                <a:ea typeface="宋体" pitchFamily="2" charset="-122"/>
              </a:defRPr>
            </a:lvl6pPr>
            <a:lvl7pPr marL="2971800" indent="-228600" fontAlgn="base">
              <a:spcBef>
                <a:spcPct val="0"/>
              </a:spcBef>
              <a:spcAft>
                <a:spcPct val="0"/>
              </a:spcAft>
              <a:defRPr kumimoji="1" sz="2400">
                <a:solidFill>
                  <a:schemeClr val="tx1"/>
                </a:solidFill>
                <a:latin typeface="Calibri" charset="0"/>
                <a:ea typeface="宋体" pitchFamily="2" charset="-122"/>
              </a:defRPr>
            </a:lvl7pPr>
            <a:lvl8pPr marL="3429000" indent="-228600" fontAlgn="base">
              <a:spcBef>
                <a:spcPct val="0"/>
              </a:spcBef>
              <a:spcAft>
                <a:spcPct val="0"/>
              </a:spcAft>
              <a:defRPr kumimoji="1" sz="2400">
                <a:solidFill>
                  <a:schemeClr val="tx1"/>
                </a:solidFill>
                <a:latin typeface="Calibri" charset="0"/>
                <a:ea typeface="宋体" pitchFamily="2" charset="-122"/>
              </a:defRPr>
            </a:lvl8pPr>
            <a:lvl9pPr marL="3886200" indent="-228600" fontAlgn="base">
              <a:spcBef>
                <a:spcPct val="0"/>
              </a:spcBef>
              <a:spcAft>
                <a:spcPct val="0"/>
              </a:spcAft>
              <a:defRPr kumimoji="1" sz="2400">
                <a:solidFill>
                  <a:schemeClr val="tx1"/>
                </a:solidFill>
                <a:latin typeface="Calibri" charset="0"/>
                <a:ea typeface="宋体" pitchFamily="2" charset="-122"/>
              </a:defRPr>
            </a:lvl9pPr>
          </a:lstStyle>
          <a:p>
            <a:pPr fontAlgn="base">
              <a:spcBef>
                <a:spcPct val="0"/>
              </a:spcBef>
              <a:spcAft>
                <a:spcPct val="0"/>
              </a:spcAft>
              <a:defRPr/>
            </a:pPr>
            <a:r>
              <a:rPr kumimoji="0" lang="en-US" altLang="zh-CN" sz="52000" dirty="0">
                <a:solidFill>
                  <a:srgbClr val="FFFFFF"/>
                </a:solidFill>
                <a:latin typeface="Impact" charset="0"/>
              </a:rPr>
              <a:t>2</a:t>
            </a:r>
            <a:endParaRPr kumimoji="0" lang="zh-CN" altLang="en-US" sz="52000" dirty="0">
              <a:solidFill>
                <a:srgbClr val="FFFFFF"/>
              </a:solidFill>
              <a:latin typeface="Impact" charset="0"/>
            </a:endParaRPr>
          </a:p>
        </p:txBody>
      </p:sp>
    </p:spTree>
    <p:extLst>
      <p:ext uri="{BB962C8B-B14F-4D97-AF65-F5344CB8AC3E}">
        <p14:creationId xmlns:p14="http://schemas.microsoft.com/office/powerpoint/2010/main" val="2939480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文本框 38">
            <a:extLst>
              <a:ext uri="{FF2B5EF4-FFF2-40B4-BE49-F238E27FC236}">
                <a16:creationId xmlns:a16="http://schemas.microsoft.com/office/drawing/2014/main" id="{37211C8D-E121-4485-97E1-FE59AA35E5DD}"/>
              </a:ext>
            </a:extLst>
          </p:cNvPr>
          <p:cNvSpPr txBox="1"/>
          <p:nvPr/>
        </p:nvSpPr>
        <p:spPr>
          <a:xfrm>
            <a:off x="4961073" y="1073139"/>
            <a:ext cx="2269852" cy="461665"/>
          </a:xfrm>
          <a:prstGeom prst="rect">
            <a:avLst/>
          </a:prstGeom>
          <a:noFill/>
        </p:spPr>
        <p:txBody>
          <a:bodyPr wrap="square" rtlCol="0">
            <a:spAutoFit/>
          </a:bodyPr>
          <a:lstStyle/>
          <a:p>
            <a:r>
              <a:rPr lang="zh-CN" altLang="en-US" sz="2400" b="1" dirty="0">
                <a:latin typeface="黑体" panose="02010609060101010101" pitchFamily="49" charset="-122"/>
                <a:ea typeface="黑体" panose="02010609060101010101" pitchFamily="49" charset="-122"/>
              </a:rPr>
              <a:t>工业现场需求</a:t>
            </a:r>
          </a:p>
        </p:txBody>
      </p:sp>
      <p:pic>
        <p:nvPicPr>
          <p:cNvPr id="40" name="图片 39">
            <a:extLst>
              <a:ext uri="{FF2B5EF4-FFF2-40B4-BE49-F238E27FC236}">
                <a16:creationId xmlns:a16="http://schemas.microsoft.com/office/drawing/2014/main" id="{ACA7EE62-3CEB-45EC-8EF0-15E4E7ABA6AA}"/>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088353" y="900519"/>
            <a:ext cx="649109" cy="806903"/>
          </a:xfrm>
          <a:prstGeom prst="rect">
            <a:avLst/>
          </a:prstGeom>
        </p:spPr>
      </p:pic>
      <p:sp>
        <p:nvSpPr>
          <p:cNvPr id="4" name="文本框 3"/>
          <p:cNvSpPr txBox="1"/>
          <p:nvPr/>
        </p:nvSpPr>
        <p:spPr>
          <a:xfrm>
            <a:off x="571118" y="2194735"/>
            <a:ext cx="9002933" cy="1631216"/>
          </a:xfrm>
          <a:prstGeom prst="rect">
            <a:avLst/>
          </a:prstGeom>
          <a:noFill/>
        </p:spPr>
        <p:txBody>
          <a:bodyPr wrap="square" rtlCol="0">
            <a:spAutoFit/>
          </a:bodyPr>
          <a:lstStyle/>
          <a:p>
            <a:r>
              <a:rPr lang="zh-CN" altLang="en-US" sz="2000" dirty="0">
                <a:latin typeface="等线" panose="02010600030101010101" pitchFamily="2" charset="-122"/>
                <a:ea typeface="等线" panose="02010600030101010101" pitchFamily="2" charset="-122"/>
              </a:rPr>
              <a:t>       炼钢</a:t>
            </a:r>
            <a:r>
              <a:rPr lang="en-US" altLang="zh-CN" sz="2000" dirty="0">
                <a:latin typeface="等线" panose="02010600030101010101" pitchFamily="2" charset="-122"/>
                <a:ea typeface="等线" panose="02010600030101010101" pitchFamily="2" charset="-122"/>
              </a:rPr>
              <a:t>-</a:t>
            </a:r>
            <a:r>
              <a:rPr lang="zh-CN" altLang="en-US" sz="2000" dirty="0">
                <a:latin typeface="等线" panose="02010600030101010101" pitchFamily="2" charset="-122"/>
                <a:ea typeface="等线" panose="02010600030101010101" pitchFamily="2" charset="-122"/>
              </a:rPr>
              <a:t>连铸处于钢铁产品的上游，当前该工序</a:t>
            </a:r>
            <a:r>
              <a:rPr lang="zh-CN" altLang="zh-CN" sz="2000" dirty="0">
                <a:latin typeface="等线" panose="02010600030101010101" pitchFamily="2" charset="-122"/>
                <a:ea typeface="等线" panose="02010600030101010101" pitchFamily="2" charset="-122"/>
              </a:rPr>
              <a:t>中一些</a:t>
            </a:r>
            <a:r>
              <a:rPr lang="zh-CN" altLang="en-US" sz="2000" dirty="0">
                <a:latin typeface="等线" panose="02010600030101010101" pitchFamily="2" charset="-122"/>
                <a:ea typeface="等线" panose="02010600030101010101" pitchFamily="2" charset="-122"/>
              </a:rPr>
              <a:t>结果</a:t>
            </a:r>
            <a:r>
              <a:rPr lang="zh-CN" altLang="zh-CN" sz="2000" dirty="0">
                <a:latin typeface="等线" panose="02010600030101010101" pitchFamily="2" charset="-122"/>
                <a:ea typeface="等线" panose="02010600030101010101" pitchFamily="2" charset="-122"/>
              </a:rPr>
              <a:t>参数是根据人工经验</a:t>
            </a:r>
            <a:r>
              <a:rPr lang="zh-CN" altLang="en-US" sz="2000" dirty="0">
                <a:latin typeface="等线" panose="02010600030101010101" pitchFamily="2" charset="-122"/>
                <a:ea typeface="等线" panose="02010600030101010101" pitchFamily="2" charset="-122"/>
              </a:rPr>
              <a:t>设定</a:t>
            </a:r>
            <a:r>
              <a:rPr lang="zh-CN" altLang="zh-CN" sz="2000" dirty="0">
                <a:latin typeface="等线" panose="02010600030101010101" pitchFamily="2" charset="-122"/>
                <a:ea typeface="等线" panose="02010600030101010101" pitchFamily="2" charset="-122"/>
              </a:rPr>
              <a:t>，然后固定规则写成规则表，</a:t>
            </a:r>
            <a:r>
              <a:rPr lang="zh-CN" altLang="en-US" sz="2000" dirty="0">
                <a:latin typeface="等线" panose="02010600030101010101" pitchFamily="2" charset="-122"/>
                <a:ea typeface="等线" panose="02010600030101010101" pitchFamily="2" charset="-122"/>
              </a:rPr>
              <a:t>由</a:t>
            </a:r>
            <a:r>
              <a:rPr lang="zh-CN" altLang="zh-CN" sz="2000" dirty="0">
                <a:latin typeface="等线" panose="02010600030101010101" pitchFamily="2" charset="-122"/>
                <a:ea typeface="等线" panose="02010600030101010101" pitchFamily="2" charset="-122"/>
              </a:rPr>
              <a:t>规则表对生产工艺进行</a:t>
            </a:r>
            <a:r>
              <a:rPr lang="zh-CN" altLang="en-US" sz="2000" dirty="0">
                <a:latin typeface="等线" panose="02010600030101010101" pitchFamily="2" charset="-122"/>
                <a:ea typeface="等线" panose="02010600030101010101" pitchFamily="2" charset="-122"/>
              </a:rPr>
              <a:t>设定</a:t>
            </a:r>
            <a:r>
              <a:rPr lang="zh-CN" altLang="zh-CN" sz="2000" dirty="0">
                <a:latin typeface="等线" panose="02010600030101010101" pitchFamily="2" charset="-122"/>
                <a:ea typeface="等线" panose="02010600030101010101" pitchFamily="2" charset="-122"/>
              </a:rPr>
              <a:t>。随着工艺产线的不断升级以及市场对产品质量要求的提高，人工</a:t>
            </a:r>
            <a:r>
              <a:rPr lang="zh-CN" altLang="en-US" sz="2000" dirty="0">
                <a:latin typeface="等线" panose="02010600030101010101" pitchFamily="2" charset="-122"/>
                <a:ea typeface="等线" panose="02010600030101010101" pitchFamily="2" charset="-122"/>
              </a:rPr>
              <a:t>经验不同导致标定标准不一，</a:t>
            </a:r>
            <a:r>
              <a:rPr lang="zh-CN" altLang="zh-CN" sz="2000" dirty="0">
                <a:latin typeface="等线" panose="02010600030101010101" pitchFamily="2" charset="-122"/>
              </a:rPr>
              <a:t>无法较为准确的总结出现有的规律</a:t>
            </a:r>
            <a:r>
              <a:rPr lang="zh-CN" altLang="en-US" sz="2000" dirty="0">
                <a:latin typeface="等线" panose="02010600030101010101" pitchFamily="2" charset="-122"/>
              </a:rPr>
              <a:t>以满足现场需求。这些参数指导生产工艺，对于产品质量、生产效率有重要的意义。</a:t>
            </a:r>
            <a:endParaRPr lang="zh-CN" altLang="en-US" sz="2000" dirty="0">
              <a:latin typeface="等线" panose="02010600030101010101" pitchFamily="2" charset="-122"/>
              <a:ea typeface="等线" panose="02010600030101010101" pitchFamily="2" charset="-122"/>
            </a:endParaRPr>
          </a:p>
        </p:txBody>
      </p:sp>
      <p:graphicFrame>
        <p:nvGraphicFramePr>
          <p:cNvPr id="5" name="表格 4"/>
          <p:cNvGraphicFramePr>
            <a:graphicFrameLocks noGrp="1"/>
          </p:cNvGraphicFramePr>
          <p:nvPr>
            <p:extLst>
              <p:ext uri="{D42A27DB-BD31-4B8C-83A1-F6EECF244321}">
                <p14:modId xmlns:p14="http://schemas.microsoft.com/office/powerpoint/2010/main" val="1812127527"/>
              </p:ext>
            </p:extLst>
          </p:nvPr>
        </p:nvGraphicFramePr>
        <p:xfrm>
          <a:off x="4536546" y="4215833"/>
          <a:ext cx="6675951" cy="1865460"/>
        </p:xfrm>
        <a:graphic>
          <a:graphicData uri="http://schemas.openxmlformats.org/drawingml/2006/table">
            <a:tbl>
              <a:tblPr firstRow="1" firstCol="1" bandRow="1"/>
              <a:tblGrid>
                <a:gridCol w="2666845">
                  <a:extLst>
                    <a:ext uri="{9D8B030D-6E8A-4147-A177-3AD203B41FA5}">
                      <a16:colId xmlns:a16="http://schemas.microsoft.com/office/drawing/2014/main" val="1094991623"/>
                    </a:ext>
                  </a:extLst>
                </a:gridCol>
                <a:gridCol w="2840078">
                  <a:extLst>
                    <a:ext uri="{9D8B030D-6E8A-4147-A177-3AD203B41FA5}">
                      <a16:colId xmlns:a16="http://schemas.microsoft.com/office/drawing/2014/main" val="4119991406"/>
                    </a:ext>
                  </a:extLst>
                </a:gridCol>
                <a:gridCol w="1169028">
                  <a:extLst>
                    <a:ext uri="{9D8B030D-6E8A-4147-A177-3AD203B41FA5}">
                      <a16:colId xmlns:a16="http://schemas.microsoft.com/office/drawing/2014/main" val="277893471"/>
                    </a:ext>
                  </a:extLst>
                </a:gridCol>
              </a:tblGrid>
              <a:tr h="312676">
                <a:tc>
                  <a:txBody>
                    <a:bodyPr/>
                    <a:lstStyle/>
                    <a:p>
                      <a:pPr algn="just">
                        <a:spcAft>
                          <a:spcPts val="0"/>
                        </a:spcAft>
                      </a:pPr>
                      <a:r>
                        <a:rPr lang="zh-CN" sz="2000" kern="100">
                          <a:effectLst/>
                          <a:latin typeface="等线" panose="02010600030101010101" pitchFamily="2" charset="-122"/>
                          <a:ea typeface="等线" panose="02010600030101010101" pitchFamily="2" charset="-122"/>
                          <a:cs typeface="Times New Roman" panose="02020603050405020304" pitchFamily="18" charset="0"/>
                        </a:rPr>
                        <a:t>字段</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kern="100">
                          <a:effectLst/>
                          <a:latin typeface="等线" panose="02010600030101010101" pitchFamily="2" charset="-122"/>
                          <a:ea typeface="等线" panose="02010600030101010101" pitchFamily="2" charset="-122"/>
                          <a:cs typeface="Times New Roman" panose="02020603050405020304" pitchFamily="18" charset="0"/>
                        </a:rPr>
                        <a:t>含义</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kern="100">
                          <a:effectLst/>
                          <a:latin typeface="等线" panose="02010600030101010101" pitchFamily="2" charset="-122"/>
                          <a:ea typeface="等线" panose="02010600030101010101" pitchFamily="2" charset="-122"/>
                          <a:cs typeface="Times New Roman" panose="02020603050405020304" pitchFamily="18" charset="0"/>
                        </a:rPr>
                        <a:t>属性</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95727134"/>
                  </a:ext>
                </a:extLst>
              </a:tr>
              <a:tr h="393058">
                <a:tc>
                  <a:txBody>
                    <a:bodyPr/>
                    <a:lstStyle/>
                    <a:p>
                      <a:pPr algn="just">
                        <a:spcAft>
                          <a:spcPts val="0"/>
                        </a:spcAft>
                      </a:pPr>
                      <a:r>
                        <a:rPr lang="en-US" sz="2000" kern="100">
                          <a:effectLst/>
                          <a:latin typeface="等线" panose="02010600030101010101" pitchFamily="2" charset="-122"/>
                          <a:ea typeface="等线" panose="02010600030101010101" pitchFamily="2" charset="-122"/>
                          <a:cs typeface="Times New Roman" panose="02020603050405020304" pitchFamily="18" charset="0"/>
                        </a:rPr>
                        <a:t>STUDY_GROUP_NO</a:t>
                      </a:r>
                      <a:endParaRPr lang="zh-CN" sz="2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kern="100">
                          <a:effectLst/>
                          <a:latin typeface="等线" panose="02010600030101010101" pitchFamily="2" charset="-122"/>
                          <a:ea typeface="等线" panose="02010600030101010101" pitchFamily="2" charset="-122"/>
                          <a:cs typeface="Times New Roman" panose="02020603050405020304" pitchFamily="18" charset="0"/>
                        </a:rPr>
                        <a:t>学习组号</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kern="100">
                          <a:effectLst/>
                          <a:latin typeface="等线" panose="02010600030101010101" pitchFamily="2" charset="-122"/>
                          <a:ea typeface="等线" panose="02010600030101010101" pitchFamily="2" charset="-122"/>
                          <a:cs typeface="Times New Roman" panose="02020603050405020304" pitchFamily="18" charset="0"/>
                        </a:rPr>
                        <a:t>类别型</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03280761"/>
                  </a:ext>
                </a:extLst>
              </a:tr>
              <a:tr h="415074">
                <a:tc>
                  <a:txBody>
                    <a:bodyPr/>
                    <a:lstStyle/>
                    <a:p>
                      <a:pPr algn="just">
                        <a:spcAft>
                          <a:spcPts val="0"/>
                        </a:spcAft>
                      </a:pPr>
                      <a:r>
                        <a:rPr lang="en-US" sz="2000" kern="100">
                          <a:effectLst/>
                          <a:latin typeface="等线" panose="02010600030101010101" pitchFamily="2" charset="-122"/>
                          <a:ea typeface="等线" panose="02010600030101010101" pitchFamily="2" charset="-122"/>
                          <a:cs typeface="Times New Roman" panose="02020603050405020304" pitchFamily="18" charset="0"/>
                        </a:rPr>
                        <a:t>FIN_C_MANAGE_DIV</a:t>
                      </a:r>
                      <a:endParaRPr lang="zh-CN" sz="2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kern="100">
                          <a:effectLst/>
                          <a:latin typeface="等线" panose="02010600030101010101" pitchFamily="2" charset="-122"/>
                          <a:ea typeface="等线" panose="02010600030101010101" pitchFamily="2" charset="-122"/>
                          <a:cs typeface="Times New Roman" panose="02020603050405020304" pitchFamily="18" charset="0"/>
                        </a:rPr>
                        <a:t>吹止</a:t>
                      </a:r>
                      <a:r>
                        <a:rPr lang="en-US" sz="2000" kern="100">
                          <a:effectLst/>
                          <a:latin typeface="等线" panose="02010600030101010101" pitchFamily="2" charset="-122"/>
                          <a:ea typeface="等线" panose="02010600030101010101" pitchFamily="2" charset="-122"/>
                          <a:cs typeface="Times New Roman" panose="02020603050405020304" pitchFamily="18" charset="0"/>
                        </a:rPr>
                        <a:t>[C]</a:t>
                      </a:r>
                      <a:r>
                        <a:rPr lang="zh-CN" sz="2000" kern="100">
                          <a:effectLst/>
                          <a:latin typeface="等线" panose="02010600030101010101" pitchFamily="2" charset="-122"/>
                          <a:ea typeface="等线" panose="02010600030101010101" pitchFamily="2" charset="-122"/>
                          <a:cs typeface="Times New Roman" panose="02020603050405020304" pitchFamily="18" charset="0"/>
                        </a:rPr>
                        <a:t>管理区分</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kern="100">
                          <a:effectLst/>
                          <a:latin typeface="等线" panose="02010600030101010101" pitchFamily="2" charset="-122"/>
                          <a:ea typeface="等线" panose="02010600030101010101" pitchFamily="2" charset="-122"/>
                          <a:cs typeface="Times New Roman" panose="02020603050405020304" pitchFamily="18" charset="0"/>
                        </a:rPr>
                        <a:t>类别型</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53464456"/>
                  </a:ext>
                </a:extLst>
              </a:tr>
              <a:tr h="376662">
                <a:tc>
                  <a:txBody>
                    <a:bodyPr/>
                    <a:lstStyle/>
                    <a:p>
                      <a:pPr algn="just">
                        <a:spcAft>
                          <a:spcPts val="0"/>
                        </a:spcAft>
                      </a:pPr>
                      <a:r>
                        <a:rPr lang="en-US" sz="2000" kern="100" dirty="0">
                          <a:effectLst/>
                          <a:latin typeface="等线" panose="02010600030101010101" pitchFamily="2" charset="-122"/>
                          <a:ea typeface="等线" panose="02010600030101010101" pitchFamily="2" charset="-122"/>
                          <a:cs typeface="Times New Roman" panose="02020603050405020304" pitchFamily="18" charset="0"/>
                        </a:rPr>
                        <a:t>A_EPC_A</a:t>
                      </a:r>
                      <a:endParaRPr lang="zh-CN" sz="20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kern="100">
                          <a:effectLst/>
                          <a:latin typeface="等线" panose="02010600030101010101" pitchFamily="2" charset="-122"/>
                          <a:ea typeface="等线" panose="02010600030101010101" pitchFamily="2" charset="-122"/>
                          <a:cs typeface="Times New Roman" panose="02020603050405020304" pitchFamily="18" charset="0"/>
                        </a:rPr>
                        <a:t>目标成分</a:t>
                      </a:r>
                      <a:r>
                        <a:rPr lang="en-US" sz="2000" kern="100">
                          <a:effectLst/>
                          <a:latin typeface="等线" panose="02010600030101010101" pitchFamily="2" charset="-122"/>
                          <a:ea typeface="等线" panose="02010600030101010101" pitchFamily="2" charset="-122"/>
                          <a:cs typeface="Times New Roman" panose="02020603050405020304" pitchFamily="18" charset="0"/>
                        </a:rPr>
                        <a:t>[C]</a:t>
                      </a:r>
                      <a:r>
                        <a:rPr lang="zh-CN" sz="2000" kern="100">
                          <a:effectLst/>
                          <a:latin typeface="等线" panose="02010600030101010101" pitchFamily="2" charset="-122"/>
                          <a:ea typeface="等线" panose="02010600030101010101" pitchFamily="2" charset="-122"/>
                          <a:cs typeface="Times New Roman" panose="02020603050405020304" pitchFamily="18" charset="0"/>
                        </a:rPr>
                        <a:t>浓度目标</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kern="100" dirty="0">
                          <a:effectLst/>
                          <a:latin typeface="等线" panose="02010600030101010101" pitchFamily="2" charset="-122"/>
                          <a:ea typeface="等线" panose="02010600030101010101" pitchFamily="2" charset="-122"/>
                          <a:cs typeface="Times New Roman" panose="02020603050405020304" pitchFamily="18" charset="0"/>
                        </a:rPr>
                        <a:t>类别型</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39264696"/>
                  </a:ext>
                </a:extLst>
              </a:tr>
              <a:tr h="367990">
                <a:tc>
                  <a:txBody>
                    <a:bodyPr/>
                    <a:lstStyle/>
                    <a:p>
                      <a:pPr algn="just">
                        <a:spcAft>
                          <a:spcPts val="0"/>
                        </a:spcAft>
                      </a:pPr>
                      <a:r>
                        <a:rPr lang="en-US" sz="2000" kern="100">
                          <a:effectLst/>
                          <a:latin typeface="等线" panose="02010600030101010101" pitchFamily="2" charset="-122"/>
                          <a:ea typeface="等线" panose="02010600030101010101" pitchFamily="2" charset="-122"/>
                          <a:cs typeface="Times New Roman" panose="02020603050405020304" pitchFamily="18" charset="0"/>
                        </a:rPr>
                        <a:t>BOF_AL_COUNT_DIV</a:t>
                      </a:r>
                      <a:endParaRPr lang="zh-CN" sz="2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kern="100" dirty="0">
                          <a:effectLst/>
                          <a:latin typeface="等线" panose="02010600030101010101" pitchFamily="2" charset="-122"/>
                          <a:ea typeface="等线" panose="02010600030101010101" pitchFamily="2" charset="-122"/>
                          <a:cs typeface="Times New Roman" panose="02020603050405020304" pitchFamily="18" charset="0"/>
                        </a:rPr>
                        <a:t>转炉</a:t>
                      </a:r>
                      <a:r>
                        <a:rPr lang="en-US" sz="2000" kern="100" dirty="0">
                          <a:effectLst/>
                          <a:latin typeface="等线" panose="02010600030101010101" pitchFamily="2" charset="-122"/>
                          <a:ea typeface="等线" panose="02010600030101010101" pitchFamily="2" charset="-122"/>
                          <a:cs typeface="Times New Roman" panose="02020603050405020304" pitchFamily="18" charset="0"/>
                        </a:rPr>
                        <a:t>AL</a:t>
                      </a:r>
                      <a:r>
                        <a:rPr lang="zh-CN" sz="2000" kern="100" dirty="0">
                          <a:effectLst/>
                          <a:latin typeface="等线" panose="02010600030101010101" pitchFamily="2" charset="-122"/>
                          <a:ea typeface="等线" panose="02010600030101010101" pitchFamily="2" charset="-122"/>
                          <a:cs typeface="Times New Roman" panose="02020603050405020304" pitchFamily="18" charset="0"/>
                        </a:rPr>
                        <a:t>计算区分</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kern="100" dirty="0">
                          <a:effectLst/>
                          <a:latin typeface="等线" panose="02010600030101010101" pitchFamily="2" charset="-122"/>
                          <a:ea typeface="等线" panose="02010600030101010101" pitchFamily="2" charset="-122"/>
                          <a:cs typeface="Times New Roman" panose="02020603050405020304" pitchFamily="18" charset="0"/>
                        </a:rPr>
                        <a:t>类别型</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2309390"/>
                  </a:ext>
                </a:extLst>
              </a:tr>
            </a:tbl>
          </a:graphicData>
        </a:graphic>
      </p:graphicFrame>
      <p:sp>
        <p:nvSpPr>
          <p:cNvPr id="18" name="矩形 17">
            <a:extLst>
              <a:ext uri="{FF2B5EF4-FFF2-40B4-BE49-F238E27FC236}">
                <a16:creationId xmlns:a16="http://schemas.microsoft.com/office/drawing/2014/main" id="{07C195CD-BECA-4234-A2D4-B55658153122}"/>
              </a:ext>
            </a:extLst>
          </p:cNvPr>
          <p:cNvSpPr/>
          <p:nvPr/>
        </p:nvSpPr>
        <p:spPr>
          <a:xfrm>
            <a:off x="949911" y="6347534"/>
            <a:ext cx="10262586" cy="51046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9" name="文本框 18">
            <a:extLst>
              <a:ext uri="{FF2B5EF4-FFF2-40B4-BE49-F238E27FC236}">
                <a16:creationId xmlns:a16="http://schemas.microsoft.com/office/drawing/2014/main" id="{6D694DB6-3321-40AB-865D-89027E4F29C0}"/>
              </a:ext>
            </a:extLst>
          </p:cNvPr>
          <p:cNvSpPr txBox="1"/>
          <p:nvPr/>
        </p:nvSpPr>
        <p:spPr>
          <a:xfrm>
            <a:off x="5172564" y="6418101"/>
            <a:ext cx="1846870" cy="369332"/>
          </a:xfrm>
          <a:prstGeom prst="rect">
            <a:avLst/>
          </a:prstGeom>
          <a:noFill/>
        </p:spPr>
        <p:txBody>
          <a:bodyPr wrap="square" rtlCol="0">
            <a:spAutoFit/>
          </a:bodyPr>
          <a:lstStyle/>
          <a:p>
            <a:r>
              <a:rPr lang="zh-CN" altLang="en-US" b="1" dirty="0">
                <a:solidFill>
                  <a:schemeClr val="bg1"/>
                </a:solidFill>
                <a:latin typeface="黑体" panose="02010609060101010101" pitchFamily="49" charset="-122"/>
                <a:ea typeface="黑体" panose="02010609060101010101" pitchFamily="49" charset="-122"/>
              </a:rPr>
              <a:t>研究背景与意义</a:t>
            </a:r>
          </a:p>
        </p:txBody>
      </p:sp>
    </p:spTree>
    <p:extLst>
      <p:ext uri="{BB962C8B-B14F-4D97-AF65-F5344CB8AC3E}">
        <p14:creationId xmlns:p14="http://schemas.microsoft.com/office/powerpoint/2010/main" val="31007473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箭头: 右 13">
            <a:extLst>
              <a:ext uri="{FF2B5EF4-FFF2-40B4-BE49-F238E27FC236}">
                <a16:creationId xmlns:a16="http://schemas.microsoft.com/office/drawing/2014/main" id="{E835C8FD-6AF6-44E5-B2C9-5C408F9AFBEF}"/>
              </a:ext>
            </a:extLst>
          </p:cNvPr>
          <p:cNvSpPr/>
          <p:nvPr/>
        </p:nvSpPr>
        <p:spPr>
          <a:xfrm>
            <a:off x="875929" y="3490540"/>
            <a:ext cx="10440140" cy="250332"/>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1" name="文本框 20"/>
          <p:cNvSpPr txBox="1"/>
          <p:nvPr/>
        </p:nvSpPr>
        <p:spPr>
          <a:xfrm>
            <a:off x="919338" y="1365029"/>
            <a:ext cx="10150460" cy="1631216"/>
          </a:xfrm>
          <a:prstGeom prst="rect">
            <a:avLst/>
          </a:prstGeom>
          <a:noFill/>
        </p:spPr>
        <p:txBody>
          <a:bodyPr wrap="square" rtlCol="0">
            <a:spAutoFit/>
          </a:bodyPr>
          <a:lstStyle/>
          <a:p>
            <a:r>
              <a:rPr lang="zh-CN" altLang="en-US" dirty="0"/>
              <a:t>       </a:t>
            </a:r>
            <a:r>
              <a:rPr lang="zh-CN" altLang="en-US" sz="2000" dirty="0"/>
              <a:t>工业数据包括</a:t>
            </a:r>
            <a:r>
              <a:rPr lang="zh-CN" altLang="zh-CN" sz="2000" dirty="0"/>
              <a:t>客户需求到销售、订单、计划、研发等整个产品生命周期各个环节所产生的各类数据。</a:t>
            </a:r>
            <a:r>
              <a:rPr lang="zh-CN" altLang="en-US" sz="2000" dirty="0"/>
              <a:t>挖掘工业数据，</a:t>
            </a:r>
            <a:r>
              <a:rPr lang="zh-CN" altLang="zh-CN" sz="2000" dirty="0"/>
              <a:t>其本质就是从复杂的数据集中发现新的模式与知识，挖掘得到有价值的新信息。数据是制造业提高核心能力、整合产业链和实现从要素驱动向创新驱动转型的有力手段。对一个制造型企业来说，数据不仅可以用来提高企业的运行效率，更重要的是如何通过数据等新一代的信息技术所提供的能力来改变商业流程及商业模式。</a:t>
            </a:r>
            <a:endParaRPr lang="zh-CN" altLang="en-US" sz="2000" dirty="0"/>
          </a:p>
        </p:txBody>
      </p:sp>
      <p:sp>
        <p:nvSpPr>
          <p:cNvPr id="22" name="文本框 21"/>
          <p:cNvSpPr txBox="1"/>
          <p:nvPr/>
        </p:nvSpPr>
        <p:spPr>
          <a:xfrm>
            <a:off x="919338" y="4235167"/>
            <a:ext cx="10323732" cy="1015663"/>
          </a:xfrm>
          <a:prstGeom prst="rect">
            <a:avLst/>
          </a:prstGeom>
          <a:noFill/>
        </p:spPr>
        <p:txBody>
          <a:bodyPr wrap="square" rtlCol="0">
            <a:spAutoFit/>
          </a:bodyPr>
          <a:lstStyle/>
          <a:p>
            <a:r>
              <a:rPr lang="zh-CN" altLang="en-US" sz="2000" dirty="0"/>
              <a:t>       工业数据在具有广阔应用场景的同时，对传统数据分析技术也提出了很大的挑战。交通、金融、医疗方面的数据研究比较深入，工业领域的数据挖掘相关研究比较少，具有很大的发展空间。</a:t>
            </a:r>
          </a:p>
        </p:txBody>
      </p:sp>
      <p:sp>
        <p:nvSpPr>
          <p:cNvPr id="17" name="矩形 16">
            <a:extLst>
              <a:ext uri="{FF2B5EF4-FFF2-40B4-BE49-F238E27FC236}">
                <a16:creationId xmlns:a16="http://schemas.microsoft.com/office/drawing/2014/main" id="{07C195CD-BECA-4234-A2D4-B55658153122}"/>
              </a:ext>
            </a:extLst>
          </p:cNvPr>
          <p:cNvSpPr/>
          <p:nvPr/>
        </p:nvSpPr>
        <p:spPr>
          <a:xfrm>
            <a:off x="949911" y="6347534"/>
            <a:ext cx="10262586" cy="51046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6D694DB6-3321-40AB-865D-89027E4F29C0}"/>
              </a:ext>
            </a:extLst>
          </p:cNvPr>
          <p:cNvSpPr txBox="1"/>
          <p:nvPr/>
        </p:nvSpPr>
        <p:spPr>
          <a:xfrm>
            <a:off x="5172564" y="6418101"/>
            <a:ext cx="1846870" cy="369332"/>
          </a:xfrm>
          <a:prstGeom prst="rect">
            <a:avLst/>
          </a:prstGeom>
          <a:noFill/>
        </p:spPr>
        <p:txBody>
          <a:bodyPr wrap="square" rtlCol="0">
            <a:spAutoFit/>
          </a:bodyPr>
          <a:lstStyle/>
          <a:p>
            <a:r>
              <a:rPr lang="zh-CN" altLang="en-US" b="1" dirty="0">
                <a:solidFill>
                  <a:schemeClr val="bg1"/>
                </a:solidFill>
                <a:latin typeface="黑体" panose="02010609060101010101" pitchFamily="49" charset="-122"/>
                <a:ea typeface="黑体" panose="02010609060101010101" pitchFamily="49" charset="-122"/>
              </a:rPr>
              <a:t>研究背景与意义</a:t>
            </a:r>
          </a:p>
        </p:txBody>
      </p:sp>
    </p:spTree>
    <p:extLst>
      <p:ext uri="{BB962C8B-B14F-4D97-AF65-F5344CB8AC3E}">
        <p14:creationId xmlns:p14="http://schemas.microsoft.com/office/powerpoint/2010/main" val="10245512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01175" y="1182429"/>
            <a:ext cx="9331785" cy="1631216"/>
          </a:xfrm>
          <a:prstGeom prst="rect">
            <a:avLst/>
          </a:prstGeom>
          <a:noFill/>
        </p:spPr>
        <p:txBody>
          <a:bodyPr wrap="square" rtlCol="0">
            <a:spAutoFit/>
          </a:bodyPr>
          <a:lstStyle/>
          <a:p>
            <a:r>
              <a:rPr lang="en-US" altLang="zh-CN" sz="2000" dirty="0">
                <a:latin typeface="等线" panose="02010600030101010101" pitchFamily="2" charset="-122"/>
                <a:ea typeface="等线" panose="02010600030101010101" pitchFamily="2" charset="-122"/>
              </a:rPr>
              <a:t>      1989</a:t>
            </a:r>
            <a:r>
              <a:rPr lang="zh-CN" altLang="zh-CN" sz="2000" dirty="0">
                <a:latin typeface="等线" panose="02010600030101010101" pitchFamily="2" charset="-122"/>
                <a:ea typeface="等线" panose="02010600030101010101" pitchFamily="2" charset="-122"/>
              </a:rPr>
              <a:t>年</a:t>
            </a:r>
            <a:r>
              <a:rPr lang="en-US" altLang="zh-CN" sz="2000" dirty="0">
                <a:latin typeface="等线" panose="02010600030101010101" pitchFamily="2" charset="-122"/>
                <a:ea typeface="等线" panose="02010600030101010101" pitchFamily="2" charset="-122"/>
              </a:rPr>
              <a:t>8</a:t>
            </a:r>
            <a:r>
              <a:rPr lang="zh-CN" altLang="zh-CN" sz="2000" dirty="0">
                <a:latin typeface="等线" panose="02010600030101010101" pitchFamily="2" charset="-122"/>
                <a:ea typeface="等线" panose="02010600030101010101" pitchFamily="2" charset="-122"/>
              </a:rPr>
              <a:t>月在美国底特律召开的第</a:t>
            </a:r>
            <a:r>
              <a:rPr lang="en-US" altLang="zh-CN" sz="2000" dirty="0">
                <a:latin typeface="等线" panose="02010600030101010101" pitchFamily="2" charset="-122"/>
                <a:ea typeface="等线" panose="02010600030101010101" pitchFamily="2" charset="-122"/>
              </a:rPr>
              <a:t>11</a:t>
            </a:r>
            <a:r>
              <a:rPr lang="zh-CN" altLang="zh-CN" sz="2000" dirty="0">
                <a:latin typeface="等线" panose="02010600030101010101" pitchFamily="2" charset="-122"/>
                <a:ea typeface="等线" panose="02010600030101010101" pitchFamily="2" charset="-122"/>
              </a:rPr>
              <a:t>届国际联合人工智能学术会议（</a:t>
            </a:r>
            <a:r>
              <a:rPr lang="en-US" altLang="zh-CN" sz="2000" dirty="0">
                <a:latin typeface="等线" panose="02010600030101010101" pitchFamily="2" charset="-122"/>
                <a:ea typeface="等线" panose="02010600030101010101" pitchFamily="2" charset="-122"/>
              </a:rPr>
              <a:t>IJCAI-89</a:t>
            </a:r>
            <a:r>
              <a:rPr lang="zh-CN" altLang="zh-CN" sz="2000" dirty="0">
                <a:latin typeface="等线" panose="02010600030101010101" pitchFamily="2" charset="-122"/>
                <a:ea typeface="等线" panose="02010600030101010101" pitchFamily="2" charset="-122"/>
              </a:rPr>
              <a:t>）上，</a:t>
            </a:r>
            <a:r>
              <a:rPr lang="en-US" altLang="zh-CN" sz="2000" dirty="0">
                <a:latin typeface="等线" panose="02010600030101010101" pitchFamily="2" charset="-122"/>
                <a:ea typeface="等线" panose="02010600030101010101" pitchFamily="2" charset="-122"/>
              </a:rPr>
              <a:t>Gregory </a:t>
            </a:r>
            <a:r>
              <a:rPr lang="en-US" altLang="zh-CN" sz="2000" dirty="0" err="1">
                <a:latin typeface="等线" panose="02010600030101010101" pitchFamily="2" charset="-122"/>
                <a:ea typeface="等线" panose="02010600030101010101" pitchFamily="2" charset="-122"/>
              </a:rPr>
              <a:t>Piatetsky</a:t>
            </a:r>
            <a:r>
              <a:rPr lang="en-US" altLang="zh-CN" sz="2000" dirty="0">
                <a:latin typeface="等线" panose="02010600030101010101" pitchFamily="2" charset="-122"/>
                <a:ea typeface="等线" panose="02010600030101010101" pitchFamily="2" charset="-122"/>
              </a:rPr>
              <a:t>-Shapiro </a:t>
            </a:r>
            <a:r>
              <a:rPr lang="zh-CN" altLang="zh-CN" sz="2000" dirty="0">
                <a:latin typeface="等线" panose="02010600030101010101" pitchFamily="2" charset="-122"/>
                <a:ea typeface="等线" panose="02010600030101010101" pitchFamily="2" charset="-122"/>
              </a:rPr>
              <a:t>组织了“数据库中的知识发现”（</a:t>
            </a:r>
            <a:r>
              <a:rPr lang="en-US" altLang="zh-CN" sz="2000" dirty="0">
                <a:latin typeface="等线" panose="02010600030101010101" pitchFamily="2" charset="-122"/>
                <a:ea typeface="等线" panose="02010600030101010101" pitchFamily="2" charset="-122"/>
              </a:rPr>
              <a:t>KDD: Knowledge Discovery in Database</a:t>
            </a:r>
            <a:r>
              <a:rPr lang="zh-CN" altLang="zh-CN" sz="2000" dirty="0">
                <a:latin typeface="等线" panose="02010600030101010101" pitchFamily="2" charset="-122"/>
                <a:ea typeface="等线" panose="02010600030101010101" pitchFamily="2" charset="-122"/>
              </a:rPr>
              <a:t>）专题讨论会，该讨论会的重点是强调发现（</a:t>
            </a:r>
            <a:r>
              <a:rPr lang="en-US" altLang="zh-CN" sz="2000" dirty="0">
                <a:latin typeface="等线" panose="02010600030101010101" pitchFamily="2" charset="-122"/>
                <a:ea typeface="等线" panose="02010600030101010101" pitchFamily="2" charset="-122"/>
              </a:rPr>
              <a:t>Discovery</a:t>
            </a:r>
            <a:r>
              <a:rPr lang="zh-CN" altLang="zh-CN" sz="2000" dirty="0">
                <a:latin typeface="等线" panose="02010600030101010101" pitchFamily="2" charset="-122"/>
                <a:ea typeface="等线" panose="02010600030101010101" pitchFamily="2" charset="-122"/>
              </a:rPr>
              <a:t>）的方法以及发现的知识（</a:t>
            </a:r>
            <a:r>
              <a:rPr lang="en-US" altLang="zh-CN" sz="2000" dirty="0">
                <a:latin typeface="等线" panose="02010600030101010101" pitchFamily="2" charset="-122"/>
                <a:ea typeface="等线" panose="02010600030101010101" pitchFamily="2" charset="-122"/>
              </a:rPr>
              <a:t>Knowledge</a:t>
            </a:r>
            <a:r>
              <a:rPr lang="zh-CN" altLang="zh-CN" sz="2000" dirty="0">
                <a:latin typeface="等线" panose="02010600030101010101" pitchFamily="2" charset="-122"/>
                <a:ea typeface="等线" panose="02010600030101010101" pitchFamily="2" charset="-122"/>
              </a:rPr>
              <a:t>）两个方面，这是基于数据挖掘概念的首次国际学术会议。</a:t>
            </a:r>
            <a:endParaRPr lang="zh-CN" altLang="en-US" sz="2000" dirty="0">
              <a:latin typeface="等线" panose="02010600030101010101" pitchFamily="2" charset="-122"/>
              <a:ea typeface="等线" panose="02010600030101010101" pitchFamily="2" charset="-122"/>
            </a:endParaRPr>
          </a:p>
        </p:txBody>
      </p:sp>
      <p:sp>
        <p:nvSpPr>
          <p:cNvPr id="3" name="文本框 2"/>
          <p:cNvSpPr txBox="1"/>
          <p:nvPr/>
        </p:nvSpPr>
        <p:spPr>
          <a:xfrm>
            <a:off x="1415307" y="4417767"/>
            <a:ext cx="9103523" cy="1323439"/>
          </a:xfrm>
          <a:prstGeom prst="rect">
            <a:avLst/>
          </a:prstGeom>
          <a:noFill/>
        </p:spPr>
        <p:txBody>
          <a:bodyPr wrap="square" rtlCol="0">
            <a:spAutoFit/>
          </a:bodyPr>
          <a:lstStyle/>
          <a:p>
            <a:r>
              <a:rPr lang="en-US" altLang="zh-CN" sz="2000" dirty="0">
                <a:latin typeface="等线" panose="02010600030101010101" pitchFamily="2" charset="-122"/>
                <a:ea typeface="等线" panose="02010600030101010101" pitchFamily="2" charset="-122"/>
              </a:rPr>
              <a:t>      </a:t>
            </a:r>
            <a:r>
              <a:rPr lang="zh-CN" altLang="zh-CN" sz="2000" dirty="0">
                <a:latin typeface="等线" panose="02010600030101010101" pitchFamily="2" charset="-122"/>
                <a:ea typeface="等线" panose="02010600030101010101" pitchFamily="2" charset="-122"/>
              </a:rPr>
              <a:t>除了美国人工智能协会主办的</a:t>
            </a:r>
            <a:r>
              <a:rPr lang="en-US" altLang="zh-CN" sz="2000" dirty="0">
                <a:latin typeface="等线" panose="02010600030101010101" pitchFamily="2" charset="-122"/>
                <a:ea typeface="等线" panose="02010600030101010101" pitchFamily="2" charset="-122"/>
              </a:rPr>
              <a:t>KDD</a:t>
            </a:r>
            <a:r>
              <a:rPr lang="zh-CN" altLang="zh-CN" sz="2000" dirty="0">
                <a:latin typeface="等线" panose="02010600030101010101" pitchFamily="2" charset="-122"/>
                <a:ea typeface="等线" panose="02010600030101010101" pitchFamily="2" charset="-122"/>
              </a:rPr>
              <a:t>年会外</a:t>
            </a:r>
            <a:r>
              <a:rPr lang="en-US" altLang="zh-CN" sz="2000" dirty="0">
                <a:latin typeface="等线" panose="02010600030101010101" pitchFamily="2" charset="-122"/>
                <a:ea typeface="等线" panose="02010600030101010101" pitchFamily="2" charset="-122"/>
              </a:rPr>
              <a:t>,</a:t>
            </a:r>
            <a:r>
              <a:rPr lang="zh-CN" altLang="zh-CN" sz="2000" dirty="0">
                <a:latin typeface="等线" panose="02010600030101010101" pitchFamily="2" charset="-122"/>
                <a:ea typeface="等线" panose="02010600030101010101" pitchFamily="2" charset="-122"/>
              </a:rPr>
              <a:t>还有许多的数据挖掘年会</a:t>
            </a:r>
            <a:r>
              <a:rPr lang="en-US" altLang="zh-CN" sz="2000" dirty="0">
                <a:latin typeface="等线" panose="02010600030101010101" pitchFamily="2" charset="-122"/>
                <a:ea typeface="等线" panose="02010600030101010101" pitchFamily="2" charset="-122"/>
              </a:rPr>
              <a:t>,</a:t>
            </a:r>
            <a:r>
              <a:rPr lang="zh-CN" altLang="zh-CN" sz="2000" dirty="0">
                <a:latin typeface="等线" panose="02010600030101010101" pitchFamily="2" charset="-122"/>
                <a:ea typeface="等线" panose="02010600030101010101" pitchFamily="2" charset="-122"/>
              </a:rPr>
              <a:t>包括</a:t>
            </a:r>
            <a:r>
              <a:rPr lang="en-US" altLang="zh-CN" sz="2000" dirty="0">
                <a:latin typeface="等线" panose="02010600030101010101" pitchFamily="2" charset="-122"/>
                <a:ea typeface="等线" panose="02010600030101010101" pitchFamily="2" charset="-122"/>
              </a:rPr>
              <a:t>PAKDD</a:t>
            </a:r>
            <a:r>
              <a:rPr lang="zh-CN" altLang="zh-CN" sz="2000" dirty="0">
                <a:latin typeface="等线" panose="02010600030101010101" pitchFamily="2" charset="-122"/>
                <a:ea typeface="等线" panose="02010600030101010101" pitchFamily="2" charset="-122"/>
              </a:rPr>
              <a:t>、</a:t>
            </a:r>
            <a:r>
              <a:rPr lang="en-US" altLang="zh-CN" sz="2000" dirty="0">
                <a:latin typeface="等线" panose="02010600030101010101" pitchFamily="2" charset="-122"/>
                <a:ea typeface="等线" panose="02010600030101010101" pitchFamily="2" charset="-122"/>
              </a:rPr>
              <a:t>PKDD</a:t>
            </a:r>
            <a:r>
              <a:rPr lang="zh-CN" altLang="zh-CN" sz="2000" dirty="0">
                <a:latin typeface="等线" panose="02010600030101010101" pitchFamily="2" charset="-122"/>
                <a:ea typeface="等线" panose="02010600030101010101" pitchFamily="2" charset="-122"/>
              </a:rPr>
              <a:t>、</a:t>
            </a:r>
            <a:r>
              <a:rPr lang="en-US" altLang="zh-CN" sz="2000" dirty="0">
                <a:latin typeface="等线" panose="02010600030101010101" pitchFamily="2" charset="-122"/>
                <a:ea typeface="等线" panose="02010600030101010101" pitchFamily="2" charset="-122"/>
              </a:rPr>
              <a:t>SIAM-Data Mining</a:t>
            </a:r>
            <a:r>
              <a:rPr lang="zh-CN" altLang="zh-CN" sz="2000" dirty="0">
                <a:latin typeface="等线" panose="02010600030101010101" pitchFamily="2" charset="-122"/>
                <a:ea typeface="等线" panose="02010600030101010101" pitchFamily="2" charset="-122"/>
              </a:rPr>
              <a:t>等。与国外相比</a:t>
            </a:r>
            <a:r>
              <a:rPr lang="en-US" altLang="zh-CN" sz="2000" dirty="0">
                <a:latin typeface="等线" panose="02010600030101010101" pitchFamily="2" charset="-122"/>
                <a:ea typeface="等线" panose="02010600030101010101" pitchFamily="2" charset="-122"/>
              </a:rPr>
              <a:t>,</a:t>
            </a:r>
            <a:r>
              <a:rPr lang="zh-CN" altLang="zh-CN" sz="2000" dirty="0">
                <a:latin typeface="等线" panose="02010600030101010101" pitchFamily="2" charset="-122"/>
                <a:ea typeface="等线" panose="02010600030101010101" pitchFamily="2" charset="-122"/>
              </a:rPr>
              <a:t>国内对</a:t>
            </a:r>
            <a:r>
              <a:rPr lang="en-US" altLang="zh-CN" sz="2000" dirty="0">
                <a:latin typeface="等线" panose="02010600030101010101" pitchFamily="2" charset="-122"/>
                <a:ea typeface="等线" panose="02010600030101010101" pitchFamily="2" charset="-122"/>
              </a:rPr>
              <a:t>DM</a:t>
            </a:r>
            <a:r>
              <a:rPr lang="zh-CN" altLang="zh-CN" sz="2000" dirty="0">
                <a:latin typeface="等线" panose="02010600030101010101" pitchFamily="2" charset="-122"/>
                <a:ea typeface="等线" panose="02010600030101010101" pitchFamily="2" charset="-122"/>
              </a:rPr>
              <a:t>的研究稍晚</a:t>
            </a:r>
            <a:r>
              <a:rPr lang="en-US" altLang="zh-CN" sz="2000" dirty="0">
                <a:latin typeface="等线" panose="02010600030101010101" pitchFamily="2" charset="-122"/>
                <a:ea typeface="等线" panose="02010600030101010101" pitchFamily="2" charset="-122"/>
              </a:rPr>
              <a:t>,</a:t>
            </a:r>
            <a:r>
              <a:rPr lang="zh-CN" altLang="zh-CN" sz="2000" dirty="0">
                <a:latin typeface="等线" panose="02010600030101010101" pitchFamily="2" charset="-122"/>
                <a:ea typeface="等线" panose="02010600030101010101" pitchFamily="2" charset="-122"/>
              </a:rPr>
              <a:t>没有形成整体力量</a:t>
            </a:r>
            <a:r>
              <a:rPr lang="en-US" altLang="zh-CN" sz="2000" dirty="0">
                <a:latin typeface="等线" panose="02010600030101010101" pitchFamily="2" charset="-122"/>
                <a:ea typeface="等线" panose="02010600030101010101" pitchFamily="2" charset="-122"/>
              </a:rPr>
              <a:t>,</a:t>
            </a:r>
            <a:r>
              <a:rPr lang="zh-CN" altLang="zh-CN" sz="2000" dirty="0">
                <a:latin typeface="等线" panose="02010600030101010101" pitchFamily="2" charset="-122"/>
                <a:ea typeface="等线" panose="02010600030101010101" pitchFamily="2" charset="-122"/>
              </a:rPr>
              <a:t>但最近几年有较大的发展。目前</a:t>
            </a:r>
            <a:r>
              <a:rPr lang="en-US" altLang="zh-CN" sz="2000" dirty="0">
                <a:latin typeface="等线" panose="02010600030101010101" pitchFamily="2" charset="-122"/>
                <a:ea typeface="等线" panose="02010600030101010101" pitchFamily="2" charset="-122"/>
              </a:rPr>
              <a:t>,</a:t>
            </a:r>
            <a:r>
              <a:rPr lang="zh-CN" altLang="zh-CN" sz="2000" dirty="0">
                <a:latin typeface="等线" panose="02010600030101010101" pitchFamily="2" charset="-122"/>
                <a:ea typeface="等线" panose="02010600030101010101" pitchFamily="2" charset="-122"/>
              </a:rPr>
              <a:t>国内的许多科研单位和高等院校竞相开展数据挖掘的基础理论及应用研究</a:t>
            </a:r>
            <a:r>
              <a:rPr lang="zh-CN" altLang="en-US" sz="2000" dirty="0">
                <a:latin typeface="等线" panose="02010600030101010101" pitchFamily="2" charset="-122"/>
                <a:ea typeface="等线" panose="02010600030101010101" pitchFamily="2" charset="-122"/>
              </a:rPr>
              <a:t>。</a:t>
            </a:r>
          </a:p>
        </p:txBody>
      </p:sp>
      <p:sp>
        <p:nvSpPr>
          <p:cNvPr id="14" name="箭头: 右 13">
            <a:extLst>
              <a:ext uri="{FF2B5EF4-FFF2-40B4-BE49-F238E27FC236}">
                <a16:creationId xmlns:a16="http://schemas.microsoft.com/office/drawing/2014/main" id="{E835C8FD-6AF6-44E5-B2C9-5C408F9AFBEF}"/>
              </a:ext>
            </a:extLst>
          </p:cNvPr>
          <p:cNvSpPr/>
          <p:nvPr/>
        </p:nvSpPr>
        <p:spPr>
          <a:xfrm>
            <a:off x="875929" y="3490540"/>
            <a:ext cx="10440140" cy="250332"/>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07C195CD-BECA-4234-A2D4-B55658153122}"/>
              </a:ext>
            </a:extLst>
          </p:cNvPr>
          <p:cNvSpPr/>
          <p:nvPr/>
        </p:nvSpPr>
        <p:spPr>
          <a:xfrm>
            <a:off x="949911" y="6347534"/>
            <a:ext cx="10262586" cy="51046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6D694DB6-3321-40AB-865D-89027E4F29C0}"/>
              </a:ext>
            </a:extLst>
          </p:cNvPr>
          <p:cNvSpPr txBox="1"/>
          <p:nvPr/>
        </p:nvSpPr>
        <p:spPr>
          <a:xfrm>
            <a:off x="5172564" y="6418101"/>
            <a:ext cx="1846870" cy="369332"/>
          </a:xfrm>
          <a:prstGeom prst="rect">
            <a:avLst/>
          </a:prstGeom>
          <a:noFill/>
        </p:spPr>
        <p:txBody>
          <a:bodyPr wrap="square" rtlCol="0">
            <a:spAutoFit/>
          </a:bodyPr>
          <a:lstStyle/>
          <a:p>
            <a:r>
              <a:rPr lang="zh-CN" altLang="en-US" b="1" dirty="0">
                <a:solidFill>
                  <a:schemeClr val="bg1"/>
                </a:solidFill>
                <a:latin typeface="黑体" panose="02010609060101010101" pitchFamily="49" charset="-122"/>
                <a:ea typeface="黑体" panose="02010609060101010101" pitchFamily="49" charset="-122"/>
              </a:rPr>
              <a:t>研究背景与意义</a:t>
            </a:r>
          </a:p>
        </p:txBody>
      </p:sp>
    </p:spTree>
    <p:extLst>
      <p:ext uri="{BB962C8B-B14F-4D97-AF65-F5344CB8AC3E}">
        <p14:creationId xmlns:p14="http://schemas.microsoft.com/office/powerpoint/2010/main" val="11450984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lumMod val="65000"/>
            <a:lumOff val="35000"/>
          </a:schemeClr>
        </a:solidFill>
        <a:effectLst/>
      </p:bgPr>
    </p:bg>
    <p:spTree>
      <p:nvGrpSpPr>
        <p:cNvPr id="1" name=""/>
        <p:cNvGrpSpPr/>
        <p:nvPr/>
      </p:nvGrpSpPr>
      <p:grpSpPr>
        <a:xfrm>
          <a:off x="0" y="0"/>
          <a:ext cx="0" cy="0"/>
          <a:chOff x="0" y="0"/>
          <a:chExt cx="0" cy="0"/>
        </a:xfrm>
      </p:grpSpPr>
      <p:sp>
        <p:nvSpPr>
          <p:cNvPr id="6" name="矩形 5"/>
          <p:cNvSpPr/>
          <p:nvPr/>
        </p:nvSpPr>
        <p:spPr>
          <a:xfrm>
            <a:off x="1524000" y="2873375"/>
            <a:ext cx="9144000" cy="83185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Calibri"/>
              <a:ea typeface="宋体" panose="02010600030101010101" pitchFamily="2" charset="-122"/>
            </a:endParaRPr>
          </a:p>
        </p:txBody>
      </p:sp>
      <p:sp>
        <p:nvSpPr>
          <p:cNvPr id="4" name="TextBox 3"/>
          <p:cNvSpPr txBox="1">
            <a:spLocks noChangeArrowheads="1"/>
          </p:cNvSpPr>
          <p:nvPr/>
        </p:nvSpPr>
        <p:spPr bwMode="auto">
          <a:xfrm>
            <a:off x="1584325" y="74295"/>
            <a:ext cx="2500630" cy="8093710"/>
          </a:xfrm>
          <a:prstGeom prst="rect">
            <a:avLst/>
          </a:prstGeom>
          <a:noFill/>
          <a:ln>
            <a:noFill/>
          </a:ln>
          <a:effectLst>
            <a:outerShdw blurRad="165100" dist="76200" dir="1199996" algn="tl" rotWithShape="0">
              <a:srgbClr val="000000">
                <a:alpha val="9998"/>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Calibri" charset="0"/>
                <a:ea typeface="宋体" pitchFamily="2" charset="-122"/>
              </a:defRPr>
            </a:lvl1pPr>
            <a:lvl2pPr marL="742950" indent="-285750">
              <a:defRPr kumimoji="1" sz="2400">
                <a:solidFill>
                  <a:schemeClr val="tx1"/>
                </a:solidFill>
                <a:latin typeface="Calibri" charset="0"/>
                <a:ea typeface="宋体" pitchFamily="2" charset="-122"/>
              </a:defRPr>
            </a:lvl2pPr>
            <a:lvl3pPr marL="1143000" indent="-228600">
              <a:defRPr kumimoji="1" sz="2400">
                <a:solidFill>
                  <a:schemeClr val="tx1"/>
                </a:solidFill>
                <a:latin typeface="Calibri" charset="0"/>
                <a:ea typeface="宋体" pitchFamily="2" charset="-122"/>
              </a:defRPr>
            </a:lvl3pPr>
            <a:lvl4pPr marL="1600200" indent="-228600">
              <a:defRPr kumimoji="1" sz="2400">
                <a:solidFill>
                  <a:schemeClr val="tx1"/>
                </a:solidFill>
                <a:latin typeface="Calibri" charset="0"/>
                <a:ea typeface="宋体" pitchFamily="2" charset="-122"/>
              </a:defRPr>
            </a:lvl4pPr>
            <a:lvl5pPr marL="2057400" indent="-228600">
              <a:defRPr kumimoji="1" sz="2400">
                <a:solidFill>
                  <a:schemeClr val="tx1"/>
                </a:solidFill>
                <a:latin typeface="Calibri" charset="0"/>
                <a:ea typeface="宋体" pitchFamily="2" charset="-122"/>
              </a:defRPr>
            </a:lvl5pPr>
            <a:lvl6pPr marL="2514600" indent="-228600" fontAlgn="base">
              <a:spcBef>
                <a:spcPct val="0"/>
              </a:spcBef>
              <a:spcAft>
                <a:spcPct val="0"/>
              </a:spcAft>
              <a:defRPr kumimoji="1" sz="2400">
                <a:solidFill>
                  <a:schemeClr val="tx1"/>
                </a:solidFill>
                <a:latin typeface="Calibri" charset="0"/>
                <a:ea typeface="宋体" pitchFamily="2" charset="-122"/>
              </a:defRPr>
            </a:lvl6pPr>
            <a:lvl7pPr marL="2971800" indent="-228600" fontAlgn="base">
              <a:spcBef>
                <a:spcPct val="0"/>
              </a:spcBef>
              <a:spcAft>
                <a:spcPct val="0"/>
              </a:spcAft>
              <a:defRPr kumimoji="1" sz="2400">
                <a:solidFill>
                  <a:schemeClr val="tx1"/>
                </a:solidFill>
                <a:latin typeface="Calibri" charset="0"/>
                <a:ea typeface="宋体" pitchFamily="2" charset="-122"/>
              </a:defRPr>
            </a:lvl7pPr>
            <a:lvl8pPr marL="3429000" indent="-228600" fontAlgn="base">
              <a:spcBef>
                <a:spcPct val="0"/>
              </a:spcBef>
              <a:spcAft>
                <a:spcPct val="0"/>
              </a:spcAft>
              <a:defRPr kumimoji="1" sz="2400">
                <a:solidFill>
                  <a:schemeClr val="tx1"/>
                </a:solidFill>
                <a:latin typeface="Calibri" charset="0"/>
                <a:ea typeface="宋体" pitchFamily="2" charset="-122"/>
              </a:defRPr>
            </a:lvl8pPr>
            <a:lvl9pPr marL="3886200" indent="-228600" fontAlgn="base">
              <a:spcBef>
                <a:spcPct val="0"/>
              </a:spcBef>
              <a:spcAft>
                <a:spcPct val="0"/>
              </a:spcAft>
              <a:defRPr kumimoji="1" sz="2400">
                <a:solidFill>
                  <a:schemeClr val="tx1"/>
                </a:solidFill>
                <a:latin typeface="Calibri" charset="0"/>
                <a:ea typeface="宋体" pitchFamily="2" charset="-122"/>
              </a:defRPr>
            </a:lvl9pPr>
          </a:lstStyle>
          <a:p>
            <a:pPr fontAlgn="base">
              <a:spcBef>
                <a:spcPct val="0"/>
              </a:spcBef>
              <a:spcAft>
                <a:spcPct val="0"/>
              </a:spcAft>
              <a:defRPr/>
            </a:pPr>
            <a:r>
              <a:rPr kumimoji="0" lang="en-US" altLang="zh-CN" sz="52000" dirty="0">
                <a:solidFill>
                  <a:srgbClr val="FFFFFF"/>
                </a:solidFill>
                <a:latin typeface="Impact" charset="0"/>
                <a:ea typeface="微软雅黑" charset="-122"/>
              </a:rPr>
              <a:t>3</a:t>
            </a:r>
            <a:endParaRPr kumimoji="0" lang="zh-CN" altLang="en-US" sz="52000" dirty="0">
              <a:solidFill>
                <a:srgbClr val="FFFFFF"/>
              </a:solidFill>
              <a:latin typeface="Impact" charset="0"/>
              <a:ea typeface="微软雅黑" charset="-122"/>
            </a:endParaRPr>
          </a:p>
        </p:txBody>
      </p:sp>
      <p:sp>
        <p:nvSpPr>
          <p:cNvPr id="50180" name="矩形 4"/>
          <p:cNvSpPr>
            <a:spLocks noChangeArrowheads="1"/>
          </p:cNvSpPr>
          <p:nvPr/>
        </p:nvSpPr>
        <p:spPr bwMode="auto">
          <a:xfrm>
            <a:off x="4673284" y="2880001"/>
            <a:ext cx="599471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80604020202020204" pitchFamily="34" charset="0"/>
              <a:buChar char="•"/>
              <a:defRPr kumimoji="1" sz="3200">
                <a:solidFill>
                  <a:schemeClr val="tx1"/>
                </a:solidFill>
                <a:latin typeface="Calibri" charset="0"/>
                <a:ea typeface="宋体" pitchFamily="2" charset="-122"/>
              </a:defRPr>
            </a:lvl1pPr>
            <a:lvl2pPr marL="742950" indent="-285750">
              <a:spcBef>
                <a:spcPct val="20000"/>
              </a:spcBef>
              <a:buFont typeface="Arial" panose="02080604020202020204" pitchFamily="34" charset="0"/>
              <a:buChar char="–"/>
              <a:defRPr kumimoji="1" sz="2800">
                <a:solidFill>
                  <a:schemeClr val="tx1"/>
                </a:solidFill>
                <a:latin typeface="Calibri" charset="0"/>
                <a:ea typeface="宋体" pitchFamily="2" charset="-122"/>
              </a:defRPr>
            </a:lvl2pPr>
            <a:lvl3pPr marL="1143000" indent="-228600">
              <a:spcBef>
                <a:spcPct val="20000"/>
              </a:spcBef>
              <a:buFont typeface="Arial" panose="02080604020202020204" pitchFamily="34" charset="0"/>
              <a:buChar char="•"/>
              <a:defRPr kumimoji="1" sz="2400">
                <a:solidFill>
                  <a:schemeClr val="tx1"/>
                </a:solidFill>
                <a:latin typeface="Calibri" charset="0"/>
                <a:ea typeface="宋体" pitchFamily="2" charset="-122"/>
              </a:defRPr>
            </a:lvl3pPr>
            <a:lvl4pPr marL="1600200" indent="-228600">
              <a:spcBef>
                <a:spcPct val="20000"/>
              </a:spcBef>
              <a:buFont typeface="Arial" panose="02080604020202020204" pitchFamily="34" charset="0"/>
              <a:buChar char="–"/>
              <a:defRPr kumimoji="1" sz="2000">
                <a:solidFill>
                  <a:schemeClr val="tx1"/>
                </a:solidFill>
                <a:latin typeface="Calibri" charset="0"/>
                <a:ea typeface="宋体" pitchFamily="2" charset="-122"/>
              </a:defRPr>
            </a:lvl4pPr>
            <a:lvl5pPr marL="2057400" indent="-228600">
              <a:spcBef>
                <a:spcPct val="20000"/>
              </a:spcBef>
              <a:buFont typeface="Arial" panose="02080604020202020204" pitchFamily="34" charset="0"/>
              <a:buChar char="»"/>
              <a:defRPr kumimoji="1" sz="2000">
                <a:solidFill>
                  <a:schemeClr val="tx1"/>
                </a:solidFill>
                <a:latin typeface="Calibri" charset="0"/>
                <a:ea typeface="宋体" pitchFamily="2" charset="-122"/>
              </a:defRPr>
            </a:lvl5pPr>
            <a:lvl6pPr marL="2514600" indent="-228600" eaLnBrk="0" fontAlgn="base" hangingPunct="0">
              <a:spcBef>
                <a:spcPct val="20000"/>
              </a:spcBef>
              <a:spcAft>
                <a:spcPct val="0"/>
              </a:spcAft>
              <a:buFont typeface="Arial" panose="02080604020202020204" pitchFamily="34" charset="0"/>
              <a:buChar char="»"/>
              <a:defRPr kumimoji="1" sz="2000">
                <a:solidFill>
                  <a:schemeClr val="tx1"/>
                </a:solidFill>
                <a:latin typeface="Calibri" charset="0"/>
                <a:ea typeface="宋体" pitchFamily="2" charset="-122"/>
              </a:defRPr>
            </a:lvl6pPr>
            <a:lvl7pPr marL="2971800" indent="-228600" eaLnBrk="0" fontAlgn="base" hangingPunct="0">
              <a:spcBef>
                <a:spcPct val="20000"/>
              </a:spcBef>
              <a:spcAft>
                <a:spcPct val="0"/>
              </a:spcAft>
              <a:buFont typeface="Arial" panose="02080604020202020204" pitchFamily="34" charset="0"/>
              <a:buChar char="»"/>
              <a:defRPr kumimoji="1" sz="2000">
                <a:solidFill>
                  <a:schemeClr val="tx1"/>
                </a:solidFill>
                <a:latin typeface="Calibri" charset="0"/>
                <a:ea typeface="宋体" pitchFamily="2" charset="-122"/>
              </a:defRPr>
            </a:lvl7pPr>
            <a:lvl8pPr marL="3429000" indent="-228600" eaLnBrk="0" fontAlgn="base" hangingPunct="0">
              <a:spcBef>
                <a:spcPct val="20000"/>
              </a:spcBef>
              <a:spcAft>
                <a:spcPct val="0"/>
              </a:spcAft>
              <a:buFont typeface="Arial" panose="02080604020202020204" pitchFamily="34" charset="0"/>
              <a:buChar char="»"/>
              <a:defRPr kumimoji="1" sz="2000">
                <a:solidFill>
                  <a:schemeClr val="tx1"/>
                </a:solidFill>
                <a:latin typeface="Calibri" charset="0"/>
                <a:ea typeface="宋体" pitchFamily="2" charset="-122"/>
              </a:defRPr>
            </a:lvl8pPr>
            <a:lvl9pPr marL="3886200" indent="-228600" eaLnBrk="0" fontAlgn="base" hangingPunct="0">
              <a:spcBef>
                <a:spcPct val="20000"/>
              </a:spcBef>
              <a:spcAft>
                <a:spcPct val="0"/>
              </a:spcAft>
              <a:buFont typeface="Arial" panose="02080604020202020204" pitchFamily="34" charset="0"/>
              <a:buChar char="»"/>
              <a:defRPr kumimoji="1" sz="2000">
                <a:solidFill>
                  <a:schemeClr val="tx1"/>
                </a:solidFill>
                <a:latin typeface="Calibri" charset="0"/>
                <a:ea typeface="宋体" pitchFamily="2" charset="-122"/>
              </a:defRPr>
            </a:lvl9pPr>
          </a:lstStyle>
          <a:p>
            <a:pPr algn="r" fontAlgn="base">
              <a:spcBef>
                <a:spcPct val="0"/>
              </a:spcBef>
              <a:spcAft>
                <a:spcPct val="0"/>
              </a:spcAft>
              <a:buNone/>
            </a:pPr>
            <a:r>
              <a:rPr kumimoji="0" lang="zh-CN" altLang="en-US" sz="4800" dirty="0">
                <a:solidFill>
                  <a:srgbClr val="FFFFFF"/>
                </a:solidFill>
                <a:latin typeface="Arial" panose="02080604020202020204" pitchFamily="34" charset="0"/>
                <a:ea typeface="微软雅黑" charset="-122"/>
              </a:rPr>
              <a:t>研究内容与技术路线</a:t>
            </a:r>
          </a:p>
        </p:txBody>
      </p:sp>
    </p:spTree>
    <p:extLst>
      <p:ext uri="{BB962C8B-B14F-4D97-AF65-F5344CB8AC3E}">
        <p14:creationId xmlns:p14="http://schemas.microsoft.com/office/powerpoint/2010/main" val="3620071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87589" y="1477319"/>
            <a:ext cx="8801570" cy="1015663"/>
          </a:xfrm>
          <a:prstGeom prst="rect">
            <a:avLst/>
          </a:prstGeom>
          <a:noFill/>
        </p:spPr>
        <p:txBody>
          <a:bodyPr wrap="square" rtlCol="0">
            <a:spAutoFit/>
          </a:bodyPr>
          <a:lstStyle/>
          <a:p>
            <a:r>
              <a:rPr lang="en-US" altLang="zh-CN" sz="2000" dirty="0">
                <a:latin typeface="等线" panose="02010600030101010101" pitchFamily="2" charset="-122"/>
                <a:ea typeface="等线" panose="02010600030101010101" pitchFamily="2" charset="-122"/>
              </a:rPr>
              <a:t>       </a:t>
            </a:r>
            <a:r>
              <a:rPr lang="zh-CN" altLang="en-US" sz="2000" dirty="0">
                <a:latin typeface="等线" panose="02010600030101010101" pitchFamily="2" charset="-122"/>
                <a:ea typeface="等线" panose="02010600030101010101" pitchFamily="2" charset="-122"/>
              </a:rPr>
              <a:t>根据炼钢连铸过程中已知的工艺参数，对一些关键结果参数进行预测。结合机器学习中分类问题的解决方案，针对前期对数据的认识，拟采取以下思路来解决问题。</a:t>
            </a:r>
            <a:endParaRPr lang="en-US" altLang="zh-CN" sz="2000" dirty="0">
              <a:latin typeface="等线" panose="02010600030101010101" pitchFamily="2" charset="-122"/>
              <a:ea typeface="等线" panose="02010600030101010101" pitchFamily="2" charset="-122"/>
            </a:endParaRPr>
          </a:p>
        </p:txBody>
      </p:sp>
      <p:sp>
        <p:nvSpPr>
          <p:cNvPr id="3" name="文本框 2"/>
          <p:cNvSpPr txBox="1"/>
          <p:nvPr/>
        </p:nvSpPr>
        <p:spPr>
          <a:xfrm>
            <a:off x="1479522" y="2926170"/>
            <a:ext cx="9011379" cy="2677656"/>
          </a:xfrm>
          <a:prstGeom prst="rect">
            <a:avLst/>
          </a:prstGeom>
          <a:noFill/>
        </p:spPr>
        <p:txBody>
          <a:bodyPr wrap="square" rtlCol="0">
            <a:spAutoFit/>
          </a:bodyPr>
          <a:lstStyle/>
          <a:p>
            <a:pPr>
              <a:lnSpc>
                <a:spcPct val="150000"/>
              </a:lnSpc>
            </a:pPr>
            <a:r>
              <a:rPr lang="en-US" altLang="zh-CN" sz="2000" b="1" dirty="0">
                <a:latin typeface="等线" panose="02010600030101010101" pitchFamily="2" charset="-122"/>
                <a:ea typeface="等线" panose="02010600030101010101" pitchFamily="2" charset="-122"/>
              </a:rPr>
              <a:t>•</a:t>
            </a:r>
            <a:r>
              <a:rPr lang="en-US" altLang="zh-CN" sz="2000" dirty="0">
                <a:latin typeface="等线" panose="02010600030101010101" pitchFamily="2" charset="-122"/>
                <a:ea typeface="等线" panose="02010600030101010101" pitchFamily="2" charset="-122"/>
              </a:rPr>
              <a:t> </a:t>
            </a:r>
            <a:r>
              <a:rPr lang="zh-CN" altLang="zh-CN" sz="2000" dirty="0">
                <a:latin typeface="等线" panose="02010600030101010101" pitchFamily="2" charset="-122"/>
                <a:ea typeface="等线" panose="02010600030101010101" pitchFamily="2" charset="-122"/>
              </a:rPr>
              <a:t>根据现场需求和初步指导</a:t>
            </a:r>
            <a:r>
              <a:rPr lang="zh-CN" altLang="en-US" sz="2000" dirty="0">
                <a:latin typeface="等线" panose="02010600030101010101" pitchFamily="2" charset="-122"/>
                <a:ea typeface="等线" panose="02010600030101010101" pitchFamily="2" charset="-122"/>
              </a:rPr>
              <a:t>先</a:t>
            </a:r>
            <a:r>
              <a:rPr lang="zh-CN" altLang="zh-CN" sz="2000" dirty="0">
                <a:latin typeface="等线" panose="02010600030101010101" pitchFamily="2" charset="-122"/>
                <a:ea typeface="等线" panose="02010600030101010101" pitchFamily="2" charset="-122"/>
              </a:rPr>
              <a:t>选出</a:t>
            </a:r>
            <a:r>
              <a:rPr lang="zh-CN" altLang="en-US" sz="2000" dirty="0">
                <a:latin typeface="等线" panose="02010600030101010101" pitchFamily="2" charset="-122"/>
                <a:ea typeface="等线" panose="02010600030101010101" pitchFamily="2" charset="-122"/>
              </a:rPr>
              <a:t>部分</a:t>
            </a:r>
            <a:r>
              <a:rPr lang="zh-CN" altLang="zh-CN" sz="2000" dirty="0">
                <a:latin typeface="等线" panose="02010600030101010101" pitchFamily="2" charset="-122"/>
                <a:ea typeface="等线" panose="02010600030101010101" pitchFamily="2" charset="-122"/>
              </a:rPr>
              <a:t>输入</a:t>
            </a:r>
            <a:r>
              <a:rPr lang="zh-CN" altLang="en-US" sz="2000" dirty="0">
                <a:latin typeface="等线" panose="02010600030101010101" pitchFamily="2" charset="-122"/>
                <a:ea typeface="等线" panose="02010600030101010101" pitchFamily="2" charset="-122"/>
              </a:rPr>
              <a:t>属性</a:t>
            </a:r>
            <a:r>
              <a:rPr lang="zh-CN" altLang="zh-CN" sz="2000" dirty="0">
                <a:latin typeface="等线" panose="02010600030101010101" pitchFamily="2" charset="-122"/>
                <a:ea typeface="等线" panose="02010600030101010101" pitchFamily="2" charset="-122"/>
              </a:rPr>
              <a:t>和</a:t>
            </a:r>
            <a:r>
              <a:rPr lang="zh-CN" altLang="en-US" sz="2000" dirty="0">
                <a:latin typeface="等线" panose="02010600030101010101" pitchFamily="2" charset="-122"/>
                <a:ea typeface="等线" panose="02010600030101010101" pitchFamily="2" charset="-122"/>
              </a:rPr>
              <a:t>部分</a:t>
            </a:r>
            <a:r>
              <a:rPr lang="zh-CN" altLang="zh-CN" sz="2000" dirty="0">
                <a:latin typeface="等线" panose="02010600030101010101" pitchFamily="2" charset="-122"/>
                <a:ea typeface="等线" panose="02010600030101010101" pitchFamily="2" charset="-122"/>
              </a:rPr>
              <a:t>预测变量进行初步探索</a:t>
            </a:r>
            <a:r>
              <a:rPr lang="zh-CN" altLang="en-US" sz="2000" dirty="0">
                <a:latin typeface="等线" panose="02010600030101010101" pitchFamily="2" charset="-122"/>
                <a:ea typeface="等线" panose="02010600030101010101" pitchFamily="2" charset="-122"/>
              </a:rPr>
              <a:t>；</a:t>
            </a:r>
            <a:endParaRPr lang="en-US" altLang="zh-CN" sz="2000" dirty="0">
              <a:latin typeface="等线" panose="02010600030101010101" pitchFamily="2" charset="-122"/>
              <a:ea typeface="等线" panose="02010600030101010101" pitchFamily="2" charset="-122"/>
            </a:endParaRPr>
          </a:p>
          <a:p>
            <a:pPr>
              <a:lnSpc>
                <a:spcPct val="150000"/>
              </a:lnSpc>
            </a:pPr>
            <a:r>
              <a:rPr lang="en-US" altLang="zh-CN" sz="2000" b="1" dirty="0">
                <a:latin typeface="等线" panose="02010600030101010101" pitchFamily="2" charset="-122"/>
                <a:ea typeface="等线" panose="02010600030101010101" pitchFamily="2" charset="-122"/>
              </a:rPr>
              <a:t>• </a:t>
            </a:r>
            <a:r>
              <a:rPr lang="zh-CN" altLang="zh-CN" sz="2000" dirty="0">
                <a:latin typeface="等线" panose="02010600030101010101" pitchFamily="2" charset="-122"/>
                <a:ea typeface="等线" panose="02010600030101010101" pitchFamily="2" charset="-122"/>
              </a:rPr>
              <a:t>数据预处理</a:t>
            </a:r>
            <a:r>
              <a:rPr lang="zh-CN" altLang="en-US" sz="2000" dirty="0">
                <a:latin typeface="等线" panose="02010600030101010101" pitchFamily="2" charset="-122"/>
                <a:ea typeface="等线" panose="02010600030101010101" pitchFamily="2" charset="-122"/>
              </a:rPr>
              <a:t>，</a:t>
            </a:r>
            <a:r>
              <a:rPr lang="zh-CN" altLang="zh-CN" sz="2000" dirty="0">
                <a:latin typeface="等线" panose="02010600030101010101" pitchFamily="2" charset="-122"/>
                <a:ea typeface="等线" panose="02010600030101010101" pitchFamily="2" charset="-122"/>
              </a:rPr>
              <a:t>包括单一值处理、异常值处理、缺失值处理</a:t>
            </a:r>
            <a:r>
              <a:rPr lang="zh-CN" altLang="en-US" sz="2000" dirty="0">
                <a:latin typeface="等线" panose="02010600030101010101" pitchFamily="2" charset="-122"/>
                <a:ea typeface="等线" panose="02010600030101010101" pitchFamily="2" charset="-122"/>
              </a:rPr>
              <a:t>；</a:t>
            </a:r>
            <a:endParaRPr lang="en-US" altLang="zh-CN" sz="2000" dirty="0">
              <a:latin typeface="等线" panose="02010600030101010101" pitchFamily="2" charset="-122"/>
              <a:ea typeface="等线" panose="02010600030101010101" pitchFamily="2" charset="-122"/>
            </a:endParaRPr>
          </a:p>
          <a:p>
            <a:pPr>
              <a:lnSpc>
                <a:spcPct val="150000"/>
              </a:lnSpc>
            </a:pPr>
            <a:r>
              <a:rPr lang="en-US" altLang="zh-CN" sz="2000" b="1" dirty="0">
                <a:latin typeface="等线" panose="02010600030101010101" pitchFamily="2" charset="-122"/>
                <a:ea typeface="等线" panose="02010600030101010101" pitchFamily="2" charset="-122"/>
              </a:rPr>
              <a:t>• </a:t>
            </a:r>
            <a:r>
              <a:rPr lang="zh-CN" altLang="en-US" sz="2000" dirty="0">
                <a:latin typeface="等线" panose="02010600030101010101" pitchFamily="2" charset="-122"/>
                <a:ea typeface="等线" panose="02010600030101010101" pitchFamily="2" charset="-122"/>
              </a:rPr>
              <a:t>从统计学角度出发</a:t>
            </a:r>
            <a:r>
              <a:rPr lang="zh-CN" altLang="zh-CN" sz="2000" dirty="0">
                <a:latin typeface="等线" panose="02010600030101010101" pitchFamily="2" charset="-122"/>
                <a:ea typeface="等线" panose="02010600030101010101" pitchFamily="2" charset="-122"/>
              </a:rPr>
              <a:t>对已有的特征进行选择并根据一些先验知识添加人工特征。</a:t>
            </a:r>
            <a:endParaRPr lang="en-US" altLang="zh-CN" sz="2000" dirty="0">
              <a:latin typeface="等线" panose="02010600030101010101" pitchFamily="2" charset="-122"/>
              <a:ea typeface="等线" panose="02010600030101010101" pitchFamily="2" charset="-122"/>
            </a:endParaRPr>
          </a:p>
          <a:p>
            <a:pPr>
              <a:lnSpc>
                <a:spcPct val="150000"/>
              </a:lnSpc>
            </a:pPr>
            <a:r>
              <a:rPr lang="en-US" altLang="zh-CN" sz="2000" b="1" dirty="0">
                <a:latin typeface="等线" panose="02010600030101010101" pitchFamily="2" charset="-122"/>
                <a:ea typeface="等线" panose="02010600030101010101" pitchFamily="2" charset="-122"/>
              </a:rPr>
              <a:t>• </a:t>
            </a:r>
            <a:r>
              <a:rPr lang="zh-CN" altLang="zh-CN" sz="2000" dirty="0">
                <a:latin typeface="等线" panose="02010600030101010101" pitchFamily="2" charset="-122"/>
                <a:ea typeface="等线" panose="02010600030101010101" pitchFamily="2" charset="-122"/>
              </a:rPr>
              <a:t>模型选择和根据优化指标进行参数调优。</a:t>
            </a:r>
            <a:endParaRPr lang="en-US" altLang="zh-CN" sz="2000" dirty="0">
              <a:latin typeface="等线" panose="02010600030101010101" pitchFamily="2" charset="-122"/>
              <a:ea typeface="等线" panose="02010600030101010101" pitchFamily="2" charset="-122"/>
            </a:endParaRPr>
          </a:p>
          <a:p>
            <a:pPr>
              <a:lnSpc>
                <a:spcPct val="150000"/>
              </a:lnSpc>
            </a:pPr>
            <a:r>
              <a:rPr lang="en-US" altLang="zh-CN" sz="2000" b="1" dirty="0">
                <a:latin typeface="等线" panose="02010600030101010101" pitchFamily="2" charset="-122"/>
                <a:ea typeface="等线" panose="02010600030101010101" pitchFamily="2" charset="-122"/>
              </a:rPr>
              <a:t>• </a:t>
            </a:r>
            <a:r>
              <a:rPr lang="zh-CN" altLang="en-US" sz="2000" dirty="0">
                <a:latin typeface="等线" panose="02010600030101010101" pitchFamily="2" charset="-122"/>
                <a:ea typeface="等线" panose="02010600030101010101" pitchFamily="2" charset="-122"/>
              </a:rPr>
              <a:t>添加炼钢过程中</a:t>
            </a:r>
            <a:r>
              <a:rPr lang="zh-CN" altLang="zh-CN" sz="2000" dirty="0">
                <a:latin typeface="等线" panose="02010600030101010101" pitchFamily="2" charset="-122"/>
                <a:ea typeface="等线" panose="02010600030101010101" pitchFamily="2" charset="-122"/>
              </a:rPr>
              <a:t>的</a:t>
            </a:r>
            <a:r>
              <a:rPr lang="zh-CN" altLang="en-US" sz="2000" dirty="0">
                <a:latin typeface="等线" panose="02010600030101010101" pitchFamily="2" charset="-122"/>
                <a:ea typeface="等线" panose="02010600030101010101" pitchFamily="2" charset="-122"/>
              </a:rPr>
              <a:t>其他</a:t>
            </a:r>
            <a:r>
              <a:rPr lang="zh-CN" altLang="zh-CN" sz="2000" dirty="0">
                <a:latin typeface="等线" panose="02010600030101010101" pitchFamily="2" charset="-122"/>
                <a:ea typeface="等线" panose="02010600030101010101" pitchFamily="2" charset="-122"/>
              </a:rPr>
              <a:t>数据，完成一个系统的</a:t>
            </a:r>
            <a:r>
              <a:rPr lang="zh-CN" altLang="en-US" sz="2000" dirty="0">
                <a:latin typeface="等线" panose="02010600030101010101" pitchFamily="2" charset="-122"/>
                <a:ea typeface="等线" panose="02010600030101010101" pitchFamily="2" charset="-122"/>
              </a:rPr>
              <a:t>钢铁流程</a:t>
            </a:r>
            <a:r>
              <a:rPr lang="zh-CN" altLang="zh-CN" sz="2000" dirty="0">
                <a:latin typeface="等线" panose="02010600030101010101" pitchFamily="2" charset="-122"/>
                <a:ea typeface="等线" panose="02010600030101010101" pitchFamily="2" charset="-122"/>
              </a:rPr>
              <a:t>智能分析平台。</a:t>
            </a:r>
            <a:endParaRPr lang="zh-CN" altLang="en-US" sz="2000" dirty="0">
              <a:latin typeface="等线" panose="02010600030101010101" pitchFamily="2" charset="-122"/>
              <a:ea typeface="等线" panose="02010600030101010101" pitchFamily="2" charset="-122"/>
            </a:endParaRPr>
          </a:p>
          <a:p>
            <a:endParaRPr lang="zh-CN" altLang="en-US" dirty="0"/>
          </a:p>
        </p:txBody>
      </p:sp>
      <p:sp>
        <p:nvSpPr>
          <p:cNvPr id="4" name="文本框 3"/>
          <p:cNvSpPr txBox="1"/>
          <p:nvPr/>
        </p:nvSpPr>
        <p:spPr>
          <a:xfrm>
            <a:off x="949911" y="963555"/>
            <a:ext cx="1469904" cy="400110"/>
          </a:xfrm>
          <a:prstGeom prst="rect">
            <a:avLst/>
          </a:prstGeom>
          <a:noFill/>
        </p:spPr>
        <p:txBody>
          <a:bodyPr wrap="square" rtlCol="0">
            <a:spAutoFit/>
          </a:bodyPr>
          <a:lstStyle/>
          <a:p>
            <a:r>
              <a:rPr lang="zh-CN" altLang="en-US" sz="2000" b="1" dirty="0"/>
              <a:t>课题任务：</a:t>
            </a:r>
          </a:p>
        </p:txBody>
      </p:sp>
      <p:sp>
        <p:nvSpPr>
          <p:cNvPr id="16" name="矩形 15">
            <a:extLst>
              <a:ext uri="{FF2B5EF4-FFF2-40B4-BE49-F238E27FC236}">
                <a16:creationId xmlns:a16="http://schemas.microsoft.com/office/drawing/2014/main" id="{07C195CD-BECA-4234-A2D4-B55658153122}"/>
              </a:ext>
            </a:extLst>
          </p:cNvPr>
          <p:cNvSpPr/>
          <p:nvPr/>
        </p:nvSpPr>
        <p:spPr>
          <a:xfrm>
            <a:off x="949911" y="6347534"/>
            <a:ext cx="10262586" cy="51046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6D694DB6-3321-40AB-865D-89027E4F29C0}"/>
              </a:ext>
            </a:extLst>
          </p:cNvPr>
          <p:cNvSpPr txBox="1"/>
          <p:nvPr/>
        </p:nvSpPr>
        <p:spPr>
          <a:xfrm>
            <a:off x="4800523" y="6418101"/>
            <a:ext cx="2369375" cy="369332"/>
          </a:xfrm>
          <a:prstGeom prst="rect">
            <a:avLst/>
          </a:prstGeom>
          <a:noFill/>
        </p:spPr>
        <p:txBody>
          <a:bodyPr wrap="square" rtlCol="0">
            <a:spAutoFit/>
          </a:bodyPr>
          <a:lstStyle/>
          <a:p>
            <a:r>
              <a:rPr lang="zh-CN" altLang="en-US" b="1" dirty="0">
                <a:solidFill>
                  <a:schemeClr val="bg1"/>
                </a:solidFill>
                <a:latin typeface="黑体" panose="02010609060101010101" pitchFamily="49" charset="-122"/>
                <a:ea typeface="黑体" panose="02010609060101010101" pitchFamily="49" charset="-122"/>
              </a:rPr>
              <a:t>研究内容与技术路线</a:t>
            </a:r>
          </a:p>
        </p:txBody>
      </p:sp>
    </p:spTree>
    <p:extLst>
      <p:ext uri="{BB962C8B-B14F-4D97-AF65-F5344CB8AC3E}">
        <p14:creationId xmlns:p14="http://schemas.microsoft.com/office/powerpoint/2010/main" val="2279727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07C195CD-BECA-4234-A2D4-B55658153122}"/>
              </a:ext>
            </a:extLst>
          </p:cNvPr>
          <p:cNvSpPr/>
          <p:nvPr/>
        </p:nvSpPr>
        <p:spPr>
          <a:xfrm>
            <a:off x="861934" y="6347534"/>
            <a:ext cx="10262586" cy="51046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6D694DB6-3321-40AB-865D-89027E4F29C0}"/>
              </a:ext>
            </a:extLst>
          </p:cNvPr>
          <p:cNvSpPr txBox="1"/>
          <p:nvPr/>
        </p:nvSpPr>
        <p:spPr>
          <a:xfrm>
            <a:off x="4762458" y="6418101"/>
            <a:ext cx="2637489" cy="369332"/>
          </a:xfrm>
          <a:prstGeom prst="rect">
            <a:avLst/>
          </a:prstGeom>
          <a:noFill/>
        </p:spPr>
        <p:txBody>
          <a:bodyPr wrap="square" rtlCol="0">
            <a:spAutoFit/>
          </a:bodyPr>
          <a:lstStyle/>
          <a:p>
            <a:r>
              <a:rPr lang="zh-CN" altLang="en-US" b="1" dirty="0">
                <a:solidFill>
                  <a:schemeClr val="bg1"/>
                </a:solidFill>
                <a:latin typeface="黑体" panose="02010609060101010101" pitchFamily="49" charset="-122"/>
                <a:ea typeface="黑体" panose="02010609060101010101" pitchFamily="49" charset="-122"/>
              </a:rPr>
              <a:t>研究内容与技术路线</a:t>
            </a:r>
          </a:p>
        </p:txBody>
      </p:sp>
      <p:sp>
        <p:nvSpPr>
          <p:cNvPr id="10" name="文本框 9"/>
          <p:cNvSpPr txBox="1"/>
          <p:nvPr/>
        </p:nvSpPr>
        <p:spPr>
          <a:xfrm>
            <a:off x="744642" y="578922"/>
            <a:ext cx="2087768" cy="461665"/>
          </a:xfrm>
          <a:prstGeom prst="rect">
            <a:avLst/>
          </a:prstGeom>
          <a:noFill/>
        </p:spPr>
        <p:txBody>
          <a:bodyPr wrap="square" rtlCol="0">
            <a:spAutoFit/>
          </a:bodyPr>
          <a:lstStyle/>
          <a:p>
            <a:r>
              <a:rPr lang="zh-CN" altLang="en-US" sz="2400" b="1" dirty="0"/>
              <a:t>研究难点：</a:t>
            </a:r>
          </a:p>
        </p:txBody>
      </p:sp>
      <p:sp>
        <p:nvSpPr>
          <p:cNvPr id="11" name="文本框 10"/>
          <p:cNvSpPr txBox="1"/>
          <p:nvPr/>
        </p:nvSpPr>
        <p:spPr>
          <a:xfrm>
            <a:off x="2036386" y="1283719"/>
            <a:ext cx="6293575" cy="1015663"/>
          </a:xfrm>
          <a:prstGeom prst="rect">
            <a:avLst/>
          </a:prstGeom>
          <a:noFill/>
        </p:spPr>
        <p:txBody>
          <a:bodyPr wrap="square" rtlCol="0">
            <a:spAutoFit/>
          </a:bodyPr>
          <a:lstStyle/>
          <a:p>
            <a:pPr>
              <a:lnSpc>
                <a:spcPct val="150000"/>
              </a:lnSpc>
            </a:pPr>
            <a:r>
              <a:rPr lang="en-US" altLang="zh-CN" sz="2000" b="1" dirty="0">
                <a:latin typeface="黑体" panose="02010609060101010101" pitchFamily="49" charset="-122"/>
                <a:ea typeface="黑体" panose="02010609060101010101" pitchFamily="49" charset="-122"/>
              </a:rPr>
              <a:t>• </a:t>
            </a:r>
            <a:r>
              <a:rPr lang="zh-CN" altLang="en-US" sz="2000" b="1" dirty="0">
                <a:latin typeface="+mn-ea"/>
              </a:rPr>
              <a:t>工业数据脏乱</a:t>
            </a:r>
            <a:r>
              <a:rPr lang="en-US" altLang="zh-CN" sz="2000" dirty="0">
                <a:latin typeface="+mn-ea"/>
              </a:rPr>
              <a:t>  		</a:t>
            </a:r>
            <a:r>
              <a:rPr lang="en-US" altLang="zh-CN" sz="2000" b="1" dirty="0">
                <a:latin typeface="黑体" panose="02010609060101010101" pitchFamily="49" charset="-122"/>
                <a:ea typeface="黑体" panose="02010609060101010101" pitchFamily="49" charset="-122"/>
              </a:rPr>
              <a:t>• </a:t>
            </a:r>
            <a:r>
              <a:rPr lang="zh-CN" altLang="en-US" sz="2000" b="1" dirty="0">
                <a:latin typeface="+mn-ea"/>
              </a:rPr>
              <a:t>数据不平衡问题</a:t>
            </a:r>
            <a:endParaRPr lang="en-US" altLang="zh-CN" sz="2000" dirty="0">
              <a:latin typeface="+mn-ea"/>
            </a:endParaRPr>
          </a:p>
          <a:p>
            <a:pPr>
              <a:lnSpc>
                <a:spcPct val="150000"/>
              </a:lnSpc>
            </a:pPr>
            <a:r>
              <a:rPr lang="en-US" altLang="zh-CN" sz="2000" b="1" dirty="0">
                <a:latin typeface="黑体" panose="02010609060101010101" pitchFamily="49" charset="-122"/>
                <a:ea typeface="黑体" panose="02010609060101010101" pitchFamily="49" charset="-122"/>
              </a:rPr>
              <a:t>• </a:t>
            </a:r>
            <a:r>
              <a:rPr lang="zh-CN" altLang="en-US" sz="2000" b="1" dirty="0">
                <a:latin typeface="+mn-ea"/>
              </a:rPr>
              <a:t>特征提取难度大</a:t>
            </a:r>
            <a:r>
              <a:rPr lang="en-US" altLang="zh-CN" sz="2000" b="1" dirty="0">
                <a:latin typeface="+mn-ea"/>
              </a:rPr>
              <a:t>		</a:t>
            </a:r>
            <a:r>
              <a:rPr lang="en-US" altLang="zh-CN" sz="2000" b="1" dirty="0">
                <a:latin typeface="黑体" panose="02010609060101010101" pitchFamily="49" charset="-122"/>
                <a:ea typeface="黑体" panose="02010609060101010101" pitchFamily="49" charset="-122"/>
              </a:rPr>
              <a:t>• </a:t>
            </a:r>
            <a:r>
              <a:rPr lang="zh-CN" altLang="en-US" sz="2000" b="1" dirty="0">
                <a:latin typeface="+mn-ea"/>
              </a:rPr>
              <a:t>单一模型表现不佳</a:t>
            </a:r>
            <a:endParaRPr lang="en-US" altLang="zh-CN" sz="2000" b="1" dirty="0">
              <a:latin typeface="+mn-ea"/>
            </a:endParaRPr>
          </a:p>
        </p:txBody>
      </p:sp>
      <p:graphicFrame>
        <p:nvGraphicFramePr>
          <p:cNvPr id="12" name="对象 11"/>
          <p:cNvGraphicFramePr>
            <a:graphicFrameLocks noChangeAspect="1"/>
          </p:cNvGraphicFramePr>
          <p:nvPr>
            <p:extLst>
              <p:ext uri="{D42A27DB-BD31-4B8C-83A1-F6EECF244321}">
                <p14:modId xmlns:p14="http://schemas.microsoft.com/office/powerpoint/2010/main" val="973584362"/>
              </p:ext>
            </p:extLst>
          </p:nvPr>
        </p:nvGraphicFramePr>
        <p:xfrm>
          <a:off x="861934" y="2914737"/>
          <a:ext cx="10438539" cy="2653275"/>
        </p:xfrm>
        <a:graphic>
          <a:graphicData uri="http://schemas.openxmlformats.org/presentationml/2006/ole">
            <mc:AlternateContent xmlns:mc="http://schemas.openxmlformats.org/markup-compatibility/2006">
              <mc:Choice xmlns:v="urn:schemas-microsoft-com:vml" Requires="v">
                <p:oleObj spid="_x0000_s3126" name="Visio" r:id="rId3" imgW="6753316" imgH="1714334" progId="Visio.Drawing.15">
                  <p:embed/>
                </p:oleObj>
              </mc:Choice>
              <mc:Fallback>
                <p:oleObj name="Visio" r:id="rId3" imgW="6753316" imgH="1714334" progId="Visio.Drawing.15">
                  <p:embed/>
                  <p:pic>
                    <p:nvPicPr>
                      <p:cNvPr id="5"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1934" y="2914737"/>
                        <a:ext cx="10438539" cy="2653275"/>
                      </a:xfrm>
                      <a:prstGeom prst="rect">
                        <a:avLst/>
                      </a:prstGeom>
                      <a:noFill/>
                    </p:spPr>
                  </p:pic>
                </p:oleObj>
              </mc:Fallback>
            </mc:AlternateContent>
          </a:graphicData>
        </a:graphic>
      </p:graphicFrame>
    </p:spTree>
    <p:extLst>
      <p:ext uri="{BB962C8B-B14F-4D97-AF65-F5344CB8AC3E}">
        <p14:creationId xmlns:p14="http://schemas.microsoft.com/office/powerpoint/2010/main" val="3974333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4CDB60DD-D08A-4780-8CF5-033AC1198E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29992" y="27015"/>
            <a:ext cx="1192646" cy="1482571"/>
          </a:xfrm>
          <a:prstGeom prst="rect">
            <a:avLst/>
          </a:prstGeom>
        </p:spPr>
      </p:pic>
      <p:sp>
        <p:nvSpPr>
          <p:cNvPr id="5" name="文本框 4">
            <a:extLst>
              <a:ext uri="{FF2B5EF4-FFF2-40B4-BE49-F238E27FC236}">
                <a16:creationId xmlns:a16="http://schemas.microsoft.com/office/drawing/2014/main" id="{92255FB8-87D9-4F08-AEED-CAE7831EA57F}"/>
              </a:ext>
            </a:extLst>
          </p:cNvPr>
          <p:cNvSpPr txBox="1"/>
          <p:nvPr/>
        </p:nvSpPr>
        <p:spPr>
          <a:xfrm>
            <a:off x="4887494" y="768300"/>
            <a:ext cx="2298941" cy="400110"/>
          </a:xfrm>
          <a:prstGeom prst="rect">
            <a:avLst/>
          </a:prstGeom>
          <a:noFill/>
          <a:ln w="38100">
            <a:solidFill>
              <a:schemeClr val="tx1"/>
            </a:solidFill>
          </a:ln>
        </p:spPr>
        <p:txBody>
          <a:bodyPr wrap="square" rtlCol="0">
            <a:spAutoFit/>
          </a:bodyPr>
          <a:lstStyle/>
          <a:p>
            <a:pPr algn="ctr"/>
            <a:r>
              <a:rPr lang="zh-CN" altLang="en-US" sz="2000" dirty="0">
                <a:latin typeface="黑体" panose="02010609060101010101" pitchFamily="49" charset="-122"/>
                <a:ea typeface="黑体" panose="02010609060101010101" pitchFamily="49" charset="-122"/>
              </a:rPr>
              <a:t>数据预处理</a:t>
            </a:r>
          </a:p>
        </p:txBody>
      </p:sp>
      <p:graphicFrame>
        <p:nvGraphicFramePr>
          <p:cNvPr id="17" name="表格 16"/>
          <p:cNvGraphicFramePr>
            <a:graphicFrameLocks noGrp="1"/>
          </p:cNvGraphicFramePr>
          <p:nvPr>
            <p:extLst>
              <p:ext uri="{D42A27DB-BD31-4B8C-83A1-F6EECF244321}">
                <p14:modId xmlns:p14="http://schemas.microsoft.com/office/powerpoint/2010/main" val="887877671"/>
              </p:ext>
            </p:extLst>
          </p:nvPr>
        </p:nvGraphicFramePr>
        <p:xfrm>
          <a:off x="1719345" y="2899317"/>
          <a:ext cx="8723434" cy="2743200"/>
        </p:xfrm>
        <a:graphic>
          <a:graphicData uri="http://schemas.openxmlformats.org/drawingml/2006/table">
            <a:tbl>
              <a:tblPr firstRow="1" firstCol="1" bandRow="1"/>
              <a:tblGrid>
                <a:gridCol w="2127758">
                  <a:extLst>
                    <a:ext uri="{9D8B030D-6E8A-4147-A177-3AD203B41FA5}">
                      <a16:colId xmlns:a16="http://schemas.microsoft.com/office/drawing/2014/main" val="1817830751"/>
                    </a:ext>
                  </a:extLst>
                </a:gridCol>
                <a:gridCol w="3297838">
                  <a:extLst>
                    <a:ext uri="{9D8B030D-6E8A-4147-A177-3AD203B41FA5}">
                      <a16:colId xmlns:a16="http://schemas.microsoft.com/office/drawing/2014/main" val="2468592202"/>
                    </a:ext>
                  </a:extLst>
                </a:gridCol>
                <a:gridCol w="3297838">
                  <a:extLst>
                    <a:ext uri="{9D8B030D-6E8A-4147-A177-3AD203B41FA5}">
                      <a16:colId xmlns:a16="http://schemas.microsoft.com/office/drawing/2014/main" val="3755596501"/>
                    </a:ext>
                  </a:extLst>
                </a:gridCol>
              </a:tblGrid>
              <a:tr h="285750">
                <a:tc gridSpan="3">
                  <a:txBody>
                    <a:bodyPr/>
                    <a:lstStyle/>
                    <a:p>
                      <a:pPr algn="just">
                        <a:spcAft>
                          <a:spcPts val="0"/>
                        </a:spcAft>
                      </a:pPr>
                      <a:r>
                        <a:rPr lang="en-US" sz="2000" b="1" kern="10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TQMTS03-</a:t>
                      </a:r>
                      <a:r>
                        <a:rPr lang="zh-CN" sz="2000" b="1" kern="10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转炉（连铸钢种）</a:t>
                      </a:r>
                      <a:r>
                        <a:rPr lang="en-US" sz="2000" b="1" kern="10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1107*228</a:t>
                      </a:r>
                      <a:endParaRPr lang="zh-CN" sz="2000" b="1"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825002122"/>
                  </a:ext>
                </a:extLst>
              </a:tr>
              <a:tr h="285750">
                <a:tc>
                  <a:txBody>
                    <a:bodyPr/>
                    <a:lstStyle/>
                    <a:p>
                      <a:pPr algn="just">
                        <a:spcAft>
                          <a:spcPts val="0"/>
                        </a:spcAft>
                      </a:pPr>
                      <a:r>
                        <a:rPr lang="zh-CN" sz="2000" b="1" kern="100">
                          <a:effectLst/>
                          <a:latin typeface="等线" panose="02010600030101010101" pitchFamily="2" charset="-122"/>
                          <a:ea typeface="等线" panose="02010600030101010101" pitchFamily="2" charset="-122"/>
                          <a:cs typeface="Times New Roman" panose="02020603050405020304" pitchFamily="18" charset="0"/>
                        </a:rPr>
                        <a:t>单一值</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000" b="1" kern="0" dirty="0">
                          <a:solidFill>
                            <a:schemeClr val="tx1"/>
                          </a:solidFill>
                          <a:effectLst/>
                          <a:latin typeface="等线" panose="02010600030101010101" pitchFamily="2" charset="-122"/>
                          <a:ea typeface="等线" panose="02010600030101010101" pitchFamily="2" charset="-122"/>
                          <a:cs typeface="宋体" panose="02010600030101010101" pitchFamily="2" charset="-122"/>
                        </a:rPr>
                        <a:t>RH_AIR</a:t>
                      </a:r>
                      <a:r>
                        <a:rPr lang="zh-CN" sz="2000" b="1" kern="0" dirty="0">
                          <a:solidFill>
                            <a:schemeClr val="tx1"/>
                          </a:solidFill>
                          <a:effectLst/>
                          <a:latin typeface="等线" panose="02010600030101010101" pitchFamily="2" charset="-122"/>
                          <a:ea typeface="等线" panose="02010600030101010101" pitchFamily="2" charset="-122"/>
                          <a:cs typeface="宋体" panose="02010600030101010101" pitchFamily="2" charset="-122"/>
                        </a:rPr>
                        <a:t>、</a:t>
                      </a:r>
                      <a:r>
                        <a:rPr lang="en-US" sz="2000" b="1" kern="0" dirty="0">
                          <a:solidFill>
                            <a:schemeClr val="tx1"/>
                          </a:solidFill>
                          <a:effectLst/>
                          <a:latin typeface="等线" panose="02010600030101010101" pitchFamily="2" charset="-122"/>
                          <a:ea typeface="等线" panose="02010600030101010101" pitchFamily="2" charset="-122"/>
                          <a:cs typeface="宋体" panose="02010600030101010101" pitchFamily="2" charset="-122"/>
                        </a:rPr>
                        <a:t>LF_SPE</a:t>
                      </a:r>
                      <a:r>
                        <a:rPr lang="zh-CN" sz="2000" b="1" kern="0" dirty="0">
                          <a:solidFill>
                            <a:schemeClr val="tx1"/>
                          </a:solidFill>
                          <a:effectLst/>
                          <a:latin typeface="等线" panose="02010600030101010101" pitchFamily="2" charset="-122"/>
                          <a:ea typeface="等线" panose="02010600030101010101" pitchFamily="2" charset="-122"/>
                          <a:cs typeface="宋体" panose="02010600030101010101" pitchFamily="2" charset="-122"/>
                        </a:rPr>
                        <a:t>、</a:t>
                      </a:r>
                      <a:r>
                        <a:rPr lang="en-US" sz="2000" b="1" kern="0" dirty="0">
                          <a:solidFill>
                            <a:schemeClr val="tx1"/>
                          </a:solidFill>
                          <a:effectLst/>
                          <a:latin typeface="等线" panose="02010600030101010101" pitchFamily="2" charset="-122"/>
                          <a:ea typeface="等线" panose="02010600030101010101" pitchFamily="2" charset="-122"/>
                          <a:cs typeface="宋体" panose="02010600030101010101" pitchFamily="2" charset="-122"/>
                        </a:rPr>
                        <a:t>X_RATE</a:t>
                      </a:r>
                      <a:endParaRPr lang="zh-CN" sz="2000" b="1"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000" b="1" kern="0" dirty="0">
                          <a:solidFill>
                            <a:schemeClr val="tx1"/>
                          </a:solidFill>
                          <a:effectLst/>
                          <a:latin typeface="等线" panose="02010600030101010101" pitchFamily="2" charset="-122"/>
                          <a:ea typeface="等线" panose="02010600030101010101" pitchFamily="2" charset="-122"/>
                          <a:cs typeface="宋体" panose="02010600030101010101" pitchFamily="2" charset="-122"/>
                        </a:rPr>
                        <a:t>0</a:t>
                      </a:r>
                      <a:r>
                        <a:rPr lang="zh-CN" sz="2000" b="1" kern="0" dirty="0">
                          <a:solidFill>
                            <a:schemeClr val="tx1"/>
                          </a:solidFill>
                          <a:effectLst/>
                          <a:latin typeface="等线" panose="02010600030101010101" pitchFamily="2" charset="-122"/>
                          <a:ea typeface="等线" panose="02010600030101010101" pitchFamily="2" charset="-122"/>
                          <a:cs typeface="宋体" panose="02010600030101010101" pitchFamily="2" charset="-122"/>
                        </a:rPr>
                        <a:t>值</a:t>
                      </a:r>
                      <a:endParaRPr lang="zh-CN" sz="2000" b="1" kern="100" dirty="0">
                        <a:solidFill>
                          <a:schemeClr val="tx1"/>
                        </a:solidFill>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88722004"/>
                  </a:ext>
                </a:extLst>
              </a:tr>
              <a:tr h="285750">
                <a:tc rowSpan="4">
                  <a:txBody>
                    <a:bodyPr/>
                    <a:lstStyle/>
                    <a:p>
                      <a:pPr algn="just">
                        <a:spcAft>
                          <a:spcPts val="0"/>
                        </a:spcAft>
                      </a:pPr>
                      <a:r>
                        <a:rPr lang="zh-CN" sz="2000" b="1"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缺失值</a:t>
                      </a:r>
                      <a:endParaRPr lang="zh-CN" sz="20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000" b="1" kern="10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SEGR </a:t>
                      </a:r>
                      <a:endParaRPr lang="zh-CN" sz="2000" b="1"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b="1" kern="10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空白占比</a:t>
                      </a:r>
                      <a:r>
                        <a:rPr lang="en-US" sz="2000" b="1" kern="10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37.6%</a:t>
                      </a:r>
                      <a:endParaRPr lang="zh-CN" sz="2000" b="1"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96903176"/>
                  </a:ext>
                </a:extLst>
              </a:tr>
              <a:tr h="285750">
                <a:tc vMerge="1">
                  <a:txBody>
                    <a:bodyPr/>
                    <a:lstStyle/>
                    <a:p>
                      <a:endParaRPr lang="zh-CN" altLang="en-US"/>
                    </a:p>
                  </a:txBody>
                  <a:tcPr/>
                </a:tc>
                <a:tc>
                  <a:txBody>
                    <a:bodyPr/>
                    <a:lstStyle/>
                    <a:p>
                      <a:pPr algn="just">
                        <a:spcAft>
                          <a:spcPts val="0"/>
                        </a:spcAft>
                      </a:pPr>
                      <a:r>
                        <a:rPr lang="en-US" sz="2000" b="1"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O_GAS_DIV</a:t>
                      </a:r>
                      <a:endParaRPr lang="zh-CN" sz="20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b="1" kern="10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空白占比</a:t>
                      </a:r>
                      <a:r>
                        <a:rPr lang="en-US" sz="2000" b="1" kern="10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13%</a:t>
                      </a:r>
                      <a:endParaRPr lang="zh-CN" sz="2000" b="1"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76526427"/>
                  </a:ext>
                </a:extLst>
              </a:tr>
              <a:tr h="285750">
                <a:tc vMerge="1">
                  <a:txBody>
                    <a:bodyPr/>
                    <a:lstStyle/>
                    <a:p>
                      <a:endParaRPr lang="zh-CN" altLang="en-US"/>
                    </a:p>
                  </a:txBody>
                  <a:tcPr/>
                </a:tc>
                <a:tc>
                  <a:txBody>
                    <a:bodyPr/>
                    <a:lstStyle/>
                    <a:p>
                      <a:pPr algn="just">
                        <a:spcAft>
                          <a:spcPts val="0"/>
                        </a:spcAft>
                      </a:pPr>
                      <a:r>
                        <a:rPr lang="en-US" sz="2000" b="1" kern="10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N_GAS_DIV</a:t>
                      </a:r>
                      <a:endParaRPr lang="zh-CN" sz="2000" b="1"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b="1" kern="10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空白占比</a:t>
                      </a:r>
                      <a:r>
                        <a:rPr lang="en-US" sz="2000" b="1" kern="10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13%</a:t>
                      </a:r>
                      <a:endParaRPr lang="zh-CN" sz="2000" b="1"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04070339"/>
                  </a:ext>
                </a:extLst>
              </a:tr>
              <a:tr h="285750">
                <a:tc vMerge="1">
                  <a:txBody>
                    <a:bodyPr/>
                    <a:lstStyle/>
                    <a:p>
                      <a:endParaRPr lang="zh-CN" altLang="en-US"/>
                    </a:p>
                  </a:txBody>
                  <a:tcPr/>
                </a:tc>
                <a:tc>
                  <a:txBody>
                    <a:bodyPr/>
                    <a:lstStyle/>
                    <a:p>
                      <a:pPr algn="just">
                        <a:spcAft>
                          <a:spcPts val="0"/>
                        </a:spcAft>
                      </a:pPr>
                      <a:r>
                        <a:rPr lang="en-US" sz="2000" b="1" kern="10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H_GAS_DIV</a:t>
                      </a:r>
                      <a:endParaRPr lang="zh-CN" sz="2000" b="1"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b="1" kern="10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空白占比</a:t>
                      </a:r>
                      <a:r>
                        <a:rPr lang="en-US" sz="2000" b="1" kern="10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13%</a:t>
                      </a:r>
                      <a:endParaRPr lang="zh-CN" sz="2000" b="1"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56682686"/>
                  </a:ext>
                </a:extLst>
              </a:tr>
              <a:tr h="285750">
                <a:tc rowSpan="2">
                  <a:txBody>
                    <a:bodyPr/>
                    <a:lstStyle/>
                    <a:p>
                      <a:pPr algn="just">
                        <a:spcAft>
                          <a:spcPts val="0"/>
                        </a:spcAft>
                      </a:pPr>
                      <a:r>
                        <a:rPr lang="zh-CN" sz="2000" b="1" kern="100">
                          <a:effectLst/>
                          <a:latin typeface="等线" panose="02010600030101010101" pitchFamily="2" charset="-122"/>
                          <a:ea typeface="等线" panose="02010600030101010101" pitchFamily="2" charset="-122"/>
                          <a:cs typeface="Times New Roman" panose="02020603050405020304" pitchFamily="18" charset="0"/>
                        </a:rPr>
                        <a:t>异常值</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000" b="1" kern="10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PCM_VALUES</a:t>
                      </a:r>
                      <a:endParaRPr lang="zh-CN" sz="2000" b="1"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b="1"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连续变量中出现大量</a:t>
                      </a:r>
                      <a:r>
                        <a:rPr lang="en-US" sz="2000" b="1"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0</a:t>
                      </a:r>
                      <a:r>
                        <a:rPr lang="zh-CN" sz="2000" b="1"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值</a:t>
                      </a:r>
                      <a:endParaRPr lang="zh-CN" sz="20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61925288"/>
                  </a:ext>
                </a:extLst>
              </a:tr>
              <a:tr h="285750">
                <a:tc vMerge="1">
                  <a:txBody>
                    <a:bodyPr/>
                    <a:lstStyle/>
                    <a:p>
                      <a:endParaRPr lang="zh-CN" altLang="en-US"/>
                    </a:p>
                  </a:txBody>
                  <a:tcPr/>
                </a:tc>
                <a:tc>
                  <a:txBody>
                    <a:bodyPr/>
                    <a:lstStyle/>
                    <a:p>
                      <a:pPr algn="just">
                        <a:spcAft>
                          <a:spcPts val="0"/>
                        </a:spcAft>
                      </a:pPr>
                      <a:r>
                        <a:rPr lang="en-US" sz="2000" b="1" kern="10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TD_AIM_TEMP</a:t>
                      </a:r>
                      <a:endParaRPr lang="zh-CN" sz="2000" b="1"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000" b="1"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应该是</a:t>
                      </a:r>
                      <a:r>
                        <a:rPr lang="en-US" sz="2000" b="1"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4</a:t>
                      </a:r>
                      <a:r>
                        <a:rPr lang="zh-CN" sz="2000" b="1"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位数</a:t>
                      </a:r>
                      <a:r>
                        <a:rPr lang="en-US" sz="2000" b="1"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 </a:t>
                      </a:r>
                      <a:r>
                        <a:rPr lang="zh-CN" sz="2000" b="1"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有一个</a:t>
                      </a:r>
                      <a:r>
                        <a:rPr lang="en-US" sz="2000" b="1"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1</a:t>
                      </a:r>
                      <a:r>
                        <a:rPr lang="zh-CN" sz="2000" b="1"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位数</a:t>
                      </a:r>
                      <a:r>
                        <a:rPr lang="en-US" sz="2000" b="1"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 </a:t>
                      </a:r>
                      <a:r>
                        <a:rPr lang="zh-CN" sz="2000" b="1"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一些</a:t>
                      </a:r>
                      <a:r>
                        <a:rPr lang="en-US" sz="2000" b="1"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2</a:t>
                      </a:r>
                      <a:r>
                        <a:rPr lang="zh-CN" sz="2000" b="1" kern="100" dirty="0">
                          <a:solidFill>
                            <a:srgbClr val="000000"/>
                          </a:solidFill>
                          <a:effectLst/>
                          <a:latin typeface="等线" panose="02010600030101010101" pitchFamily="2" charset="-122"/>
                          <a:ea typeface="等线" panose="02010600030101010101" pitchFamily="2" charset="-122"/>
                          <a:cs typeface="Times New Roman" panose="02020603050405020304" pitchFamily="18" charset="0"/>
                        </a:rPr>
                        <a:t>位数</a:t>
                      </a:r>
                      <a:endParaRPr lang="zh-CN" sz="20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42035066"/>
                  </a:ext>
                </a:extLst>
              </a:tr>
            </a:tbl>
          </a:graphicData>
        </a:graphic>
      </p:graphicFrame>
      <p:sp>
        <p:nvSpPr>
          <p:cNvPr id="29" name="文本框 28"/>
          <p:cNvSpPr txBox="1"/>
          <p:nvPr/>
        </p:nvSpPr>
        <p:spPr>
          <a:xfrm>
            <a:off x="1542818" y="2012556"/>
            <a:ext cx="9045933" cy="707886"/>
          </a:xfrm>
          <a:prstGeom prst="rect">
            <a:avLst/>
          </a:prstGeom>
          <a:noFill/>
        </p:spPr>
        <p:txBody>
          <a:bodyPr wrap="square" rtlCol="0">
            <a:spAutoFit/>
          </a:bodyPr>
          <a:lstStyle/>
          <a:p>
            <a:r>
              <a:rPr lang="zh-CN" altLang="en-US" dirty="0"/>
              <a:t>       </a:t>
            </a:r>
            <a:r>
              <a:rPr lang="zh-CN" altLang="en-US" sz="2000" dirty="0"/>
              <a:t>以其中一个工序数据为例进行说明，如上表所示。单一值拟直接删除，缺失和异常值首先根据工艺先验知识进行处理，无先验时以中位数或众数填充。</a:t>
            </a:r>
          </a:p>
        </p:txBody>
      </p:sp>
      <p:sp>
        <p:nvSpPr>
          <p:cNvPr id="19" name="矩形 18">
            <a:extLst>
              <a:ext uri="{FF2B5EF4-FFF2-40B4-BE49-F238E27FC236}">
                <a16:creationId xmlns:a16="http://schemas.microsoft.com/office/drawing/2014/main" id="{07C195CD-BECA-4234-A2D4-B55658153122}"/>
              </a:ext>
            </a:extLst>
          </p:cNvPr>
          <p:cNvSpPr/>
          <p:nvPr/>
        </p:nvSpPr>
        <p:spPr>
          <a:xfrm>
            <a:off x="861934" y="6347534"/>
            <a:ext cx="10262586" cy="51046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6D694DB6-3321-40AB-865D-89027E4F29C0}"/>
              </a:ext>
            </a:extLst>
          </p:cNvPr>
          <p:cNvSpPr txBox="1"/>
          <p:nvPr/>
        </p:nvSpPr>
        <p:spPr>
          <a:xfrm>
            <a:off x="4762458" y="6418101"/>
            <a:ext cx="2637489" cy="369332"/>
          </a:xfrm>
          <a:prstGeom prst="rect">
            <a:avLst/>
          </a:prstGeom>
          <a:noFill/>
        </p:spPr>
        <p:txBody>
          <a:bodyPr wrap="square" rtlCol="0">
            <a:spAutoFit/>
          </a:bodyPr>
          <a:lstStyle/>
          <a:p>
            <a:r>
              <a:rPr lang="zh-CN" altLang="en-US" b="1" dirty="0">
                <a:solidFill>
                  <a:schemeClr val="bg1"/>
                </a:solidFill>
                <a:latin typeface="黑体" panose="02010609060101010101" pitchFamily="49" charset="-122"/>
                <a:ea typeface="黑体" panose="02010609060101010101" pitchFamily="49" charset="-122"/>
              </a:rPr>
              <a:t>研究内容与技术路线</a:t>
            </a:r>
          </a:p>
        </p:txBody>
      </p:sp>
    </p:spTree>
    <p:extLst>
      <p:ext uri="{BB962C8B-B14F-4D97-AF65-F5344CB8AC3E}">
        <p14:creationId xmlns:p14="http://schemas.microsoft.com/office/powerpoint/2010/main" val="7763122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图片 20">
            <a:extLst>
              <a:ext uri="{FF2B5EF4-FFF2-40B4-BE49-F238E27FC236}">
                <a16:creationId xmlns:a16="http://schemas.microsoft.com/office/drawing/2014/main" id="{4CDB60DD-D08A-4780-8CF5-033AC1198E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29992" y="27015"/>
            <a:ext cx="1192646" cy="1482571"/>
          </a:xfrm>
          <a:prstGeom prst="rect">
            <a:avLst/>
          </a:prstGeom>
        </p:spPr>
      </p:pic>
      <p:sp>
        <p:nvSpPr>
          <p:cNvPr id="23" name="文本框 22">
            <a:extLst>
              <a:ext uri="{FF2B5EF4-FFF2-40B4-BE49-F238E27FC236}">
                <a16:creationId xmlns:a16="http://schemas.microsoft.com/office/drawing/2014/main" id="{92255FB8-87D9-4F08-AEED-CAE7831EA57F}"/>
              </a:ext>
            </a:extLst>
          </p:cNvPr>
          <p:cNvSpPr txBox="1"/>
          <p:nvPr/>
        </p:nvSpPr>
        <p:spPr>
          <a:xfrm>
            <a:off x="4887494" y="768300"/>
            <a:ext cx="2298941" cy="400110"/>
          </a:xfrm>
          <a:prstGeom prst="rect">
            <a:avLst/>
          </a:prstGeom>
          <a:noFill/>
          <a:ln w="38100">
            <a:solidFill>
              <a:schemeClr val="tx1"/>
            </a:solidFill>
          </a:ln>
        </p:spPr>
        <p:txBody>
          <a:bodyPr wrap="square" rtlCol="0">
            <a:spAutoFit/>
          </a:bodyPr>
          <a:lstStyle/>
          <a:p>
            <a:pPr algn="ctr"/>
            <a:r>
              <a:rPr lang="zh-CN" altLang="en-US" sz="2000" dirty="0">
                <a:latin typeface="黑体" panose="02010609060101010101" pitchFamily="49" charset="-122"/>
                <a:ea typeface="黑体" panose="02010609060101010101" pitchFamily="49" charset="-122"/>
              </a:rPr>
              <a:t>特征工程</a:t>
            </a:r>
          </a:p>
        </p:txBody>
      </p:sp>
      <p:sp>
        <p:nvSpPr>
          <p:cNvPr id="2" name="文本框 1"/>
          <p:cNvSpPr txBox="1"/>
          <p:nvPr/>
        </p:nvSpPr>
        <p:spPr>
          <a:xfrm>
            <a:off x="905671" y="2139988"/>
            <a:ext cx="10262586" cy="1323439"/>
          </a:xfrm>
          <a:prstGeom prst="rect">
            <a:avLst/>
          </a:prstGeom>
          <a:noFill/>
        </p:spPr>
        <p:txBody>
          <a:bodyPr wrap="square" rtlCol="0">
            <a:spAutoFit/>
          </a:bodyPr>
          <a:lstStyle/>
          <a:p>
            <a:r>
              <a:rPr lang="en-US" altLang="zh-CN" dirty="0"/>
              <a:t>       </a:t>
            </a:r>
            <a:r>
              <a:rPr lang="zh-CN" altLang="zh-CN" sz="2000" dirty="0"/>
              <a:t>特征工程是数据分析中最耗费精力也是难度最大的一部分工作，其没有确定的步骤，更多的是工程上的经验和权衡。最终挑选出来的特征来源一般有两块，一块是业务已经整理好各种特征数据，我们需要去找出我们问题需要的特征；另一块是我们从业务特征中自己去寻找高级数据特征</a:t>
            </a:r>
            <a:r>
              <a:rPr lang="zh-CN" altLang="en-US" sz="2000" dirty="0"/>
              <a:t>。</a:t>
            </a:r>
          </a:p>
        </p:txBody>
      </p:sp>
      <p:sp>
        <p:nvSpPr>
          <p:cNvPr id="4" name="文本框 3"/>
          <p:cNvSpPr txBox="1"/>
          <p:nvPr/>
        </p:nvSpPr>
        <p:spPr>
          <a:xfrm>
            <a:off x="905671" y="3897533"/>
            <a:ext cx="10100583" cy="1015663"/>
          </a:xfrm>
          <a:prstGeom prst="rect">
            <a:avLst/>
          </a:prstGeom>
          <a:noFill/>
        </p:spPr>
        <p:txBody>
          <a:bodyPr wrap="square" rtlCol="0">
            <a:spAutoFit/>
          </a:bodyPr>
          <a:lstStyle/>
          <a:p>
            <a:r>
              <a:rPr lang="zh-CN" altLang="en-US" dirty="0"/>
              <a:t>       </a:t>
            </a:r>
            <a:r>
              <a:rPr lang="zh-CN" altLang="en-US" sz="2000" dirty="0"/>
              <a:t>鉴于炼钢连铸工艺过程特征参数很多，拟从已知业务特征中选择相关性强的特征进行模型训练，例如卡方检验和方差分析。其中卡方检验用于比较两个分类变量的关联性，方差分析用于比较一个分类变量和一个连续变量的关联性。</a:t>
            </a:r>
          </a:p>
        </p:txBody>
      </p:sp>
      <p:sp>
        <p:nvSpPr>
          <p:cNvPr id="16" name="矩形 15">
            <a:extLst>
              <a:ext uri="{FF2B5EF4-FFF2-40B4-BE49-F238E27FC236}">
                <a16:creationId xmlns:a16="http://schemas.microsoft.com/office/drawing/2014/main" id="{07C195CD-BECA-4234-A2D4-B55658153122}"/>
              </a:ext>
            </a:extLst>
          </p:cNvPr>
          <p:cNvSpPr/>
          <p:nvPr/>
        </p:nvSpPr>
        <p:spPr>
          <a:xfrm>
            <a:off x="861934" y="6347534"/>
            <a:ext cx="10262586" cy="51046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6D694DB6-3321-40AB-865D-89027E4F29C0}"/>
              </a:ext>
            </a:extLst>
          </p:cNvPr>
          <p:cNvSpPr txBox="1"/>
          <p:nvPr/>
        </p:nvSpPr>
        <p:spPr>
          <a:xfrm>
            <a:off x="4762458" y="6418101"/>
            <a:ext cx="2637489" cy="369332"/>
          </a:xfrm>
          <a:prstGeom prst="rect">
            <a:avLst/>
          </a:prstGeom>
          <a:noFill/>
        </p:spPr>
        <p:txBody>
          <a:bodyPr wrap="square" rtlCol="0">
            <a:spAutoFit/>
          </a:bodyPr>
          <a:lstStyle/>
          <a:p>
            <a:r>
              <a:rPr lang="zh-CN" altLang="en-US" b="1" dirty="0">
                <a:solidFill>
                  <a:schemeClr val="bg1"/>
                </a:solidFill>
                <a:latin typeface="黑体" panose="02010609060101010101" pitchFamily="49" charset="-122"/>
                <a:ea typeface="黑体" panose="02010609060101010101" pitchFamily="49" charset="-122"/>
              </a:rPr>
              <a:t>研究内容与技术路线</a:t>
            </a:r>
          </a:p>
        </p:txBody>
      </p:sp>
    </p:spTree>
    <p:extLst>
      <p:ext uri="{BB962C8B-B14F-4D97-AF65-F5344CB8AC3E}">
        <p14:creationId xmlns:p14="http://schemas.microsoft.com/office/powerpoint/2010/main" val="9904624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4CDB60DD-D08A-4780-8CF5-033AC1198E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29992" y="27015"/>
            <a:ext cx="1192646" cy="1482571"/>
          </a:xfrm>
          <a:prstGeom prst="rect">
            <a:avLst/>
          </a:prstGeom>
        </p:spPr>
      </p:pic>
      <p:sp>
        <p:nvSpPr>
          <p:cNvPr id="12" name="文本框 11">
            <a:extLst>
              <a:ext uri="{FF2B5EF4-FFF2-40B4-BE49-F238E27FC236}">
                <a16:creationId xmlns:a16="http://schemas.microsoft.com/office/drawing/2014/main" id="{92255FB8-87D9-4F08-AEED-CAE7831EA57F}"/>
              </a:ext>
            </a:extLst>
          </p:cNvPr>
          <p:cNvSpPr txBox="1"/>
          <p:nvPr/>
        </p:nvSpPr>
        <p:spPr>
          <a:xfrm>
            <a:off x="4887494" y="768300"/>
            <a:ext cx="2516916" cy="400110"/>
          </a:xfrm>
          <a:prstGeom prst="rect">
            <a:avLst/>
          </a:prstGeom>
          <a:noFill/>
          <a:ln w="38100">
            <a:solidFill>
              <a:schemeClr val="tx1"/>
            </a:solidFill>
          </a:ln>
        </p:spPr>
        <p:txBody>
          <a:bodyPr wrap="square" rtlCol="0">
            <a:spAutoFit/>
          </a:bodyPr>
          <a:lstStyle/>
          <a:p>
            <a:pPr algn="ctr"/>
            <a:r>
              <a:rPr lang="zh-CN" altLang="en-US" sz="2000" dirty="0">
                <a:latin typeface="黑体" panose="02010609060101010101" pitchFamily="49" charset="-122"/>
                <a:ea typeface="黑体" panose="02010609060101010101" pitchFamily="49" charset="-122"/>
              </a:rPr>
              <a:t>卡方检验</a:t>
            </a:r>
            <a:r>
              <a:rPr lang="en-US" altLang="zh-CN" sz="2000" dirty="0">
                <a:latin typeface="黑体" panose="02010609060101010101" pitchFamily="49" charset="-122"/>
                <a:ea typeface="黑体" panose="02010609060101010101" pitchFamily="49" charset="-122"/>
              </a:rPr>
              <a:t>&amp;</a:t>
            </a:r>
            <a:r>
              <a:rPr lang="zh-CN" altLang="en-US" sz="2000" dirty="0">
                <a:latin typeface="黑体" panose="02010609060101010101" pitchFamily="49" charset="-122"/>
                <a:ea typeface="黑体" panose="02010609060101010101" pitchFamily="49" charset="-122"/>
              </a:rPr>
              <a:t>方差分析</a:t>
            </a:r>
          </a:p>
        </p:txBody>
      </p:sp>
      <p:sp>
        <p:nvSpPr>
          <p:cNvPr id="14" name="文本框 13"/>
          <p:cNvSpPr txBox="1"/>
          <p:nvPr/>
        </p:nvSpPr>
        <p:spPr>
          <a:xfrm>
            <a:off x="1209645" y="1985161"/>
            <a:ext cx="1487601" cy="400110"/>
          </a:xfrm>
          <a:prstGeom prst="rect">
            <a:avLst/>
          </a:prstGeom>
          <a:noFill/>
        </p:spPr>
        <p:txBody>
          <a:bodyPr wrap="square" rtlCol="0">
            <a:spAutoFit/>
          </a:bodyPr>
          <a:lstStyle/>
          <a:p>
            <a:r>
              <a:rPr lang="en-US" altLang="zh-CN" sz="2000" b="1" dirty="0">
                <a:latin typeface="黑体" panose="02010609060101010101" pitchFamily="49" charset="-122"/>
                <a:ea typeface="黑体" panose="02010609060101010101" pitchFamily="49" charset="-122"/>
              </a:rPr>
              <a:t>• </a:t>
            </a:r>
            <a:r>
              <a:rPr lang="zh-CN" altLang="en-US" sz="2000" dirty="0"/>
              <a:t>卡方检验：</a:t>
            </a:r>
          </a:p>
        </p:txBody>
      </p:sp>
      <p:pic>
        <p:nvPicPr>
          <p:cNvPr id="3075" name="Picture 3"/>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182688" y="1897717"/>
            <a:ext cx="1579275" cy="572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3" name="Rectangle 14"/>
              <p:cNvSpPr>
                <a:spLocks noChangeArrowheads="1"/>
              </p:cNvSpPr>
              <p:nvPr/>
            </p:nvSpPr>
            <p:spPr bwMode="auto">
              <a:xfrm>
                <a:off x="1209646" y="2825117"/>
                <a:ext cx="8541835" cy="40011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zh-CN" altLang="en-US" sz="2000" dirty="0">
                    <a:solidFill>
                      <a:srgbClr val="000000"/>
                    </a:solidFill>
                    <a:latin typeface="等线" panose="02010600030101010101" pitchFamily="2" charset="-122"/>
                    <a:ea typeface="等线" panose="02010600030101010101" pitchFamily="2" charset="-122"/>
                    <a:cs typeface="Times New Roman" panose="02020603050405020304" pitchFamily="18" charset="0"/>
                  </a:rPr>
                  <a:t>    其中，</a:t>
                </a:r>
                <a:r>
                  <a:rPr lang="en-US" altLang="zh-CN" sz="2000" dirty="0">
                    <a:solidFill>
                      <a:srgbClr val="000000"/>
                    </a:solidFill>
                    <a:latin typeface="等线" panose="02010600030101010101" pitchFamily="2" charset="-122"/>
                    <a:ea typeface="等线" panose="02010600030101010101" pitchFamily="2" charset="-122"/>
                    <a:cs typeface="Times New Roman" panose="02020603050405020304" pitchFamily="18" charset="0"/>
                  </a:rPr>
                  <a:t>A</a:t>
                </a:r>
                <a:r>
                  <a:rPr lang="zh-CN" altLang="en-US" sz="2000" dirty="0">
                    <a:solidFill>
                      <a:srgbClr val="000000"/>
                    </a:solidFill>
                    <a:latin typeface="等线" panose="02010600030101010101" pitchFamily="2" charset="-122"/>
                    <a:ea typeface="等线" panose="02010600030101010101" pitchFamily="2" charset="-122"/>
                    <a:cs typeface="Times New Roman" panose="02020603050405020304" pitchFamily="18" charset="0"/>
                  </a:rPr>
                  <a:t>为实际值，</a:t>
                </a:r>
                <a:r>
                  <a:rPr lang="en-US" altLang="zh-CN" sz="2000" dirty="0">
                    <a:solidFill>
                      <a:srgbClr val="000000"/>
                    </a:solidFill>
                    <a:latin typeface="等线" panose="02010600030101010101" pitchFamily="2" charset="-122"/>
                    <a:ea typeface="等线" panose="02010600030101010101" pitchFamily="2" charset="-122"/>
                    <a:cs typeface="Times New Roman" panose="02020603050405020304" pitchFamily="18" charset="0"/>
                  </a:rPr>
                  <a:t>T</a:t>
                </a:r>
                <a:r>
                  <a:rPr lang="zh-CN" altLang="en-US" sz="2000" dirty="0">
                    <a:solidFill>
                      <a:srgbClr val="000000"/>
                    </a:solidFill>
                    <a:latin typeface="等线" panose="02010600030101010101" pitchFamily="2" charset="-122"/>
                    <a:ea typeface="等线" panose="02010600030101010101" pitchFamily="2" charset="-122"/>
                    <a:cs typeface="Times New Roman" panose="02020603050405020304" pitchFamily="18" charset="0"/>
                  </a:rPr>
                  <a:t>为理论值。</a:t>
                </a:r>
                <a14:m>
                  <m:oMath xmlns:m="http://schemas.openxmlformats.org/officeDocument/2006/math">
                    <m:sSup>
                      <m:sSupPr>
                        <m:ctrlPr>
                          <a:rPr lang="en-US" altLang="zh-CN" sz="2000" i="1">
                            <a:solidFill>
                              <a:srgbClr val="000000"/>
                            </a:solidFill>
                            <a:latin typeface="Cambria Math" panose="02040503050406030204" pitchFamily="18" charset="0"/>
                            <a:ea typeface="宋体" panose="02010600030101010101" pitchFamily="2" charset="-122"/>
                            <a:cs typeface="Times New Roman" panose="02020603050405020304" pitchFamily="18" charset="0"/>
                          </a:rPr>
                        </m:ctrlPr>
                      </m:sSupPr>
                      <m:e>
                        <m:r>
                          <m:rPr>
                            <m:sty m:val="p"/>
                          </m:rPr>
                          <a:rPr lang="en-US" altLang="zh-CN" sz="2000">
                            <a:solidFill>
                              <a:srgbClr val="000000"/>
                            </a:solidFill>
                            <a:latin typeface="Cambria Math" panose="02040503050406030204" pitchFamily="18" charset="0"/>
                            <a:ea typeface="宋体" panose="02010600030101010101" pitchFamily="2" charset="-122"/>
                            <a:cs typeface="Times New Roman" panose="02020603050405020304" pitchFamily="18" charset="0"/>
                          </a:rPr>
                          <m:t>x</m:t>
                        </m:r>
                      </m:e>
                      <m:sup>
                        <m:r>
                          <a:rPr lang="en-US" altLang="zh-CN" sz="2000">
                            <a:solidFill>
                              <a:srgbClr val="000000"/>
                            </a:solidFill>
                            <a:latin typeface="Cambria Math" panose="02040503050406030204" pitchFamily="18" charset="0"/>
                            <a:ea typeface="宋体" panose="02010600030101010101" pitchFamily="2" charset="-122"/>
                            <a:cs typeface="Times New Roman" panose="02020603050405020304" pitchFamily="18" charset="0"/>
                          </a:rPr>
                          <m:t>2</m:t>
                        </m:r>
                      </m:sup>
                    </m:sSup>
                  </m:oMath>
                </a14:m>
                <a:r>
                  <a:rPr lang="zh-CN" altLang="en-US" sz="2000" dirty="0">
                    <a:solidFill>
                      <a:srgbClr val="000000"/>
                    </a:solidFill>
                    <a:latin typeface="等线" panose="02010600030101010101" pitchFamily="2" charset="-122"/>
                    <a:ea typeface="等线" panose="02010600030101010101" pitchFamily="2" charset="-122"/>
                    <a:cs typeface="Times New Roman" panose="02020603050405020304" pitchFamily="18" charset="0"/>
                  </a:rPr>
                  <a:t>用于衡量实际值与理论的差异程度</a:t>
                </a:r>
                <a:r>
                  <a:rPr lang="zh-CN" altLang="en-US" sz="2000" dirty="0">
                    <a:latin typeface="等线" panose="02010600030101010101" pitchFamily="2" charset="-122"/>
                    <a:ea typeface="等线" panose="02010600030101010101" pitchFamily="2" charset="-122"/>
                  </a:rPr>
                  <a:t>。</a:t>
                </a:r>
                <a:endParaRPr lang="zh-CN" altLang="en-US" sz="2000" dirty="0">
                  <a:solidFill>
                    <a:srgbClr val="000000"/>
                  </a:solidFill>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23" name="Rectangle 14"/>
              <p:cNvSpPr>
                <a:spLocks noRot="1" noChangeAspect="1" noMove="1" noResize="1" noEditPoints="1" noAdjustHandles="1" noChangeArrowheads="1" noChangeShapeType="1" noTextEdit="1"/>
              </p:cNvSpPr>
              <p:nvPr/>
            </p:nvSpPr>
            <p:spPr bwMode="auto">
              <a:xfrm>
                <a:off x="1209646" y="2825117"/>
                <a:ext cx="8541835" cy="400110"/>
              </a:xfrm>
              <a:prstGeom prst="rect">
                <a:avLst/>
              </a:prstGeom>
              <a:blipFill>
                <a:blip r:embed="rId4"/>
                <a:stretch>
                  <a:fillRect t="-7576" b="-2727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21" name="文本框 20"/>
          <p:cNvSpPr txBox="1"/>
          <p:nvPr/>
        </p:nvSpPr>
        <p:spPr>
          <a:xfrm>
            <a:off x="1209644" y="3908456"/>
            <a:ext cx="1678521" cy="400110"/>
          </a:xfrm>
          <a:prstGeom prst="rect">
            <a:avLst/>
          </a:prstGeom>
          <a:noFill/>
        </p:spPr>
        <p:txBody>
          <a:bodyPr wrap="square" rtlCol="0">
            <a:spAutoFit/>
          </a:bodyPr>
          <a:lstStyle/>
          <a:p>
            <a:r>
              <a:rPr lang="en-US" altLang="zh-CN" sz="2000" b="1" dirty="0">
                <a:latin typeface="黑体" panose="02010609060101010101" pitchFamily="49" charset="-122"/>
                <a:ea typeface="黑体" panose="02010609060101010101" pitchFamily="49" charset="-122"/>
              </a:rPr>
              <a:t>• </a:t>
            </a:r>
            <a:r>
              <a:rPr lang="zh-CN" altLang="en-US" sz="2000" dirty="0"/>
              <a:t>方差分析：</a:t>
            </a:r>
          </a:p>
        </p:txBody>
      </p:sp>
      <p:sp>
        <p:nvSpPr>
          <p:cNvPr id="24" name="文本框 23"/>
          <p:cNvSpPr txBox="1"/>
          <p:nvPr/>
        </p:nvSpPr>
        <p:spPr>
          <a:xfrm>
            <a:off x="3036063" y="3919020"/>
            <a:ext cx="6028219" cy="400110"/>
          </a:xfrm>
          <a:prstGeom prst="rect">
            <a:avLst/>
          </a:prstGeom>
          <a:noFill/>
        </p:spPr>
        <p:txBody>
          <a:bodyPr wrap="square" rtlCol="0">
            <a:spAutoFit/>
          </a:bodyPr>
          <a:lstStyle/>
          <a:p>
            <a:r>
              <a:rPr lang="zh-CN" altLang="en-US" sz="2000" dirty="0"/>
              <a:t>总平方和</a:t>
            </a:r>
            <a:r>
              <a:rPr lang="en-US" altLang="zh-CN" sz="2000" dirty="0"/>
              <a:t>(SST)=</a:t>
            </a:r>
            <a:r>
              <a:rPr lang="zh-CN" altLang="en-US" sz="2000" dirty="0"/>
              <a:t>组间平方和</a:t>
            </a:r>
            <a:r>
              <a:rPr lang="en-US" altLang="zh-CN" sz="2000" dirty="0"/>
              <a:t>(SSA)+</a:t>
            </a:r>
            <a:r>
              <a:rPr lang="zh-CN" altLang="en-US" sz="2000" dirty="0"/>
              <a:t>组内平方和</a:t>
            </a:r>
            <a:r>
              <a:rPr lang="en-US" altLang="zh-CN" sz="2000" dirty="0"/>
              <a:t>(SSE)</a:t>
            </a:r>
            <a:endParaRPr lang="zh-CN" altLang="en-US" sz="2000" dirty="0"/>
          </a:p>
        </p:txBody>
      </p:sp>
      <p:sp>
        <p:nvSpPr>
          <p:cNvPr id="25" name="Rectangle 14"/>
          <p:cNvSpPr>
            <a:spLocks noChangeArrowheads="1"/>
          </p:cNvSpPr>
          <p:nvPr/>
        </p:nvSpPr>
        <p:spPr bwMode="auto">
          <a:xfrm>
            <a:off x="1209645" y="4397538"/>
            <a:ext cx="8541835" cy="9687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lang="zh-CN" altLang="en-US" sz="2000" dirty="0">
                <a:solidFill>
                  <a:srgbClr val="000000"/>
                </a:solidFill>
                <a:latin typeface="等线" panose="02010600030101010101" pitchFamily="2" charset="-122"/>
                <a:ea typeface="等线" panose="02010600030101010101" pitchFamily="2" charset="-122"/>
                <a:cs typeface="Times New Roman" panose="02020603050405020304" pitchFamily="18" charset="0"/>
              </a:rPr>
              <a:t>    通过分析研究不同来源的变异对总变异的贡献大小，从而确定可控变量对研究结果显著性的大小。</a:t>
            </a:r>
          </a:p>
        </p:txBody>
      </p:sp>
      <p:sp>
        <p:nvSpPr>
          <p:cNvPr id="26" name="矩形 25">
            <a:extLst>
              <a:ext uri="{FF2B5EF4-FFF2-40B4-BE49-F238E27FC236}">
                <a16:creationId xmlns:a16="http://schemas.microsoft.com/office/drawing/2014/main" id="{07C195CD-BECA-4234-A2D4-B55658153122}"/>
              </a:ext>
            </a:extLst>
          </p:cNvPr>
          <p:cNvSpPr/>
          <p:nvPr/>
        </p:nvSpPr>
        <p:spPr>
          <a:xfrm>
            <a:off x="861934" y="6347534"/>
            <a:ext cx="10262586" cy="51046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7" name="文本框 26">
            <a:extLst>
              <a:ext uri="{FF2B5EF4-FFF2-40B4-BE49-F238E27FC236}">
                <a16:creationId xmlns:a16="http://schemas.microsoft.com/office/drawing/2014/main" id="{6D694DB6-3321-40AB-865D-89027E4F29C0}"/>
              </a:ext>
            </a:extLst>
          </p:cNvPr>
          <p:cNvSpPr txBox="1"/>
          <p:nvPr/>
        </p:nvSpPr>
        <p:spPr>
          <a:xfrm>
            <a:off x="4762458" y="6418101"/>
            <a:ext cx="2637489" cy="369332"/>
          </a:xfrm>
          <a:prstGeom prst="rect">
            <a:avLst/>
          </a:prstGeom>
          <a:noFill/>
        </p:spPr>
        <p:txBody>
          <a:bodyPr wrap="square" rtlCol="0">
            <a:spAutoFit/>
          </a:bodyPr>
          <a:lstStyle/>
          <a:p>
            <a:r>
              <a:rPr lang="zh-CN" altLang="en-US" b="1" dirty="0">
                <a:solidFill>
                  <a:schemeClr val="bg1"/>
                </a:solidFill>
                <a:latin typeface="黑体" panose="02010609060101010101" pitchFamily="49" charset="-122"/>
                <a:ea typeface="黑体" panose="02010609060101010101" pitchFamily="49" charset="-122"/>
              </a:rPr>
              <a:t>研究内容与技术路线</a:t>
            </a:r>
          </a:p>
        </p:txBody>
      </p:sp>
    </p:spTree>
    <p:extLst>
      <p:ext uri="{BB962C8B-B14F-4D97-AF65-F5344CB8AC3E}">
        <p14:creationId xmlns:p14="http://schemas.microsoft.com/office/powerpoint/2010/main" val="37770638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617FE735-20C3-428F-87AC-C9CAB42956E2}"/>
              </a:ext>
            </a:extLst>
          </p:cNvPr>
          <p:cNvSpPr txBox="1"/>
          <p:nvPr/>
        </p:nvSpPr>
        <p:spPr>
          <a:xfrm>
            <a:off x="3870669" y="6418101"/>
            <a:ext cx="1393790" cy="369332"/>
          </a:xfrm>
          <a:prstGeom prst="rect">
            <a:avLst/>
          </a:prstGeom>
          <a:noFill/>
        </p:spPr>
        <p:txBody>
          <a:bodyPr wrap="square" rtlCol="0">
            <a:spAutoFit/>
          </a:bodyPr>
          <a:lstStyle/>
          <a:p>
            <a:r>
              <a:rPr lang="en-US" altLang="zh-CN" b="1" dirty="0">
                <a:solidFill>
                  <a:schemeClr val="bg1"/>
                </a:solidFill>
                <a:latin typeface="宋体" panose="02010600030101010101" pitchFamily="2" charset="-122"/>
                <a:ea typeface="宋体" panose="02010600030101010101" pitchFamily="2" charset="-122"/>
              </a:rPr>
              <a:t>2.</a:t>
            </a:r>
            <a:r>
              <a:rPr lang="zh-CN" altLang="en-US" b="1" dirty="0">
                <a:solidFill>
                  <a:schemeClr val="bg1"/>
                </a:solidFill>
                <a:latin typeface="宋体" panose="02010600030101010101" pitchFamily="2" charset="-122"/>
                <a:ea typeface="宋体" panose="02010600030101010101" pitchFamily="2" charset="-122"/>
              </a:rPr>
              <a:t>选题依据</a:t>
            </a:r>
          </a:p>
        </p:txBody>
      </p:sp>
      <p:sp>
        <p:nvSpPr>
          <p:cNvPr id="9" name="文本框 8">
            <a:extLst>
              <a:ext uri="{FF2B5EF4-FFF2-40B4-BE49-F238E27FC236}">
                <a16:creationId xmlns:a16="http://schemas.microsoft.com/office/drawing/2014/main" id="{77537AC3-9CDA-49F4-A90C-7AB735D214F0}"/>
              </a:ext>
            </a:extLst>
          </p:cNvPr>
          <p:cNvSpPr txBox="1"/>
          <p:nvPr/>
        </p:nvSpPr>
        <p:spPr>
          <a:xfrm>
            <a:off x="5399104" y="6418101"/>
            <a:ext cx="1393790" cy="369332"/>
          </a:xfrm>
          <a:prstGeom prst="rect">
            <a:avLst/>
          </a:prstGeom>
          <a:noFill/>
        </p:spPr>
        <p:txBody>
          <a:bodyPr wrap="square" rtlCol="0">
            <a:spAutoFit/>
          </a:bodyPr>
          <a:lstStyle/>
          <a:p>
            <a:r>
              <a:rPr lang="en-US" altLang="zh-CN" b="1" dirty="0">
                <a:solidFill>
                  <a:schemeClr val="bg1"/>
                </a:solidFill>
                <a:latin typeface="宋体" panose="02010600030101010101" pitchFamily="2" charset="-122"/>
                <a:ea typeface="宋体" panose="02010600030101010101" pitchFamily="2" charset="-122"/>
              </a:rPr>
              <a:t>3.</a:t>
            </a:r>
            <a:r>
              <a:rPr lang="zh-CN" altLang="en-US" b="1" dirty="0">
                <a:solidFill>
                  <a:schemeClr val="bg1"/>
                </a:solidFill>
                <a:latin typeface="宋体" panose="02010600030101010101" pitchFamily="2" charset="-122"/>
                <a:ea typeface="宋体" panose="02010600030101010101" pitchFamily="2" charset="-122"/>
              </a:rPr>
              <a:t>研究现状</a:t>
            </a:r>
          </a:p>
        </p:txBody>
      </p:sp>
      <p:sp>
        <p:nvSpPr>
          <p:cNvPr id="11" name="文本框 10">
            <a:extLst>
              <a:ext uri="{FF2B5EF4-FFF2-40B4-BE49-F238E27FC236}">
                <a16:creationId xmlns:a16="http://schemas.microsoft.com/office/drawing/2014/main" id="{CE814DC2-DB75-44C1-86B7-1997222EA53E}"/>
              </a:ext>
            </a:extLst>
          </p:cNvPr>
          <p:cNvSpPr txBox="1"/>
          <p:nvPr/>
        </p:nvSpPr>
        <p:spPr>
          <a:xfrm>
            <a:off x="8455974" y="6418101"/>
            <a:ext cx="1897595" cy="369332"/>
          </a:xfrm>
          <a:prstGeom prst="rect">
            <a:avLst/>
          </a:prstGeom>
          <a:noFill/>
        </p:spPr>
        <p:txBody>
          <a:bodyPr wrap="square" rtlCol="0">
            <a:spAutoFit/>
          </a:bodyPr>
          <a:lstStyle/>
          <a:p>
            <a:r>
              <a:rPr lang="en-US" altLang="zh-CN" b="1" dirty="0">
                <a:solidFill>
                  <a:schemeClr val="bg1"/>
                </a:solidFill>
                <a:latin typeface="宋体" panose="02010600030101010101" pitchFamily="2" charset="-122"/>
                <a:ea typeface="宋体" panose="02010600030101010101" pitchFamily="2" charset="-122"/>
              </a:rPr>
              <a:t>5.</a:t>
            </a:r>
            <a:r>
              <a:rPr lang="zh-CN" altLang="en-US" b="1" dirty="0">
                <a:solidFill>
                  <a:schemeClr val="bg1"/>
                </a:solidFill>
                <a:latin typeface="宋体" panose="02010600030101010101" pitchFamily="2" charset="-122"/>
                <a:ea typeface="宋体" panose="02010600030101010101" pitchFamily="2" charset="-122"/>
              </a:rPr>
              <a:t>预期研究成果</a:t>
            </a:r>
          </a:p>
        </p:txBody>
      </p:sp>
      <p:sp>
        <p:nvSpPr>
          <p:cNvPr id="12" name="文本框 11">
            <a:extLst>
              <a:ext uri="{FF2B5EF4-FFF2-40B4-BE49-F238E27FC236}">
                <a16:creationId xmlns:a16="http://schemas.microsoft.com/office/drawing/2014/main" id="{15800FAA-E56D-4A72-9039-123FB6D50DB4}"/>
              </a:ext>
            </a:extLst>
          </p:cNvPr>
          <p:cNvSpPr txBox="1"/>
          <p:nvPr/>
        </p:nvSpPr>
        <p:spPr>
          <a:xfrm>
            <a:off x="1926454" y="6418101"/>
            <a:ext cx="1809570" cy="369332"/>
          </a:xfrm>
          <a:prstGeom prst="rect">
            <a:avLst/>
          </a:prstGeom>
          <a:noFill/>
        </p:spPr>
        <p:txBody>
          <a:bodyPr wrap="square" rtlCol="0">
            <a:spAutoFit/>
          </a:bodyPr>
          <a:lstStyle/>
          <a:p>
            <a:r>
              <a:rPr lang="en-US" altLang="zh-CN" b="1" dirty="0">
                <a:solidFill>
                  <a:schemeClr val="bg1"/>
                </a:solidFill>
                <a:latin typeface="宋体" panose="02010600030101010101" pitchFamily="2" charset="-122"/>
                <a:ea typeface="宋体" panose="02010600030101010101" pitchFamily="2" charset="-122"/>
              </a:rPr>
              <a:t>1.</a:t>
            </a:r>
            <a:r>
              <a:rPr lang="zh-CN" altLang="en-US" b="1" dirty="0">
                <a:solidFill>
                  <a:schemeClr val="bg1"/>
                </a:solidFill>
                <a:latin typeface="宋体" panose="02010600030101010101" pitchFamily="2" charset="-122"/>
                <a:ea typeface="宋体" panose="02010600030101010101" pitchFamily="2" charset="-122"/>
              </a:rPr>
              <a:t>前期工作基础</a:t>
            </a:r>
          </a:p>
        </p:txBody>
      </p:sp>
      <p:sp>
        <p:nvSpPr>
          <p:cNvPr id="20" name="文本框 19">
            <a:extLst>
              <a:ext uri="{FF2B5EF4-FFF2-40B4-BE49-F238E27FC236}">
                <a16:creationId xmlns:a16="http://schemas.microsoft.com/office/drawing/2014/main" id="{50A83A18-178D-476A-B5A7-105CD031D262}"/>
              </a:ext>
            </a:extLst>
          </p:cNvPr>
          <p:cNvSpPr txBox="1"/>
          <p:nvPr/>
        </p:nvSpPr>
        <p:spPr>
          <a:xfrm>
            <a:off x="3870669" y="6418101"/>
            <a:ext cx="1393790" cy="369332"/>
          </a:xfrm>
          <a:prstGeom prst="rect">
            <a:avLst/>
          </a:prstGeom>
          <a:noFill/>
        </p:spPr>
        <p:txBody>
          <a:bodyPr wrap="square" rtlCol="0">
            <a:spAutoFit/>
          </a:bodyPr>
          <a:lstStyle/>
          <a:p>
            <a:r>
              <a:rPr lang="en-US" altLang="zh-CN" b="1" dirty="0">
                <a:solidFill>
                  <a:schemeClr val="bg1"/>
                </a:solidFill>
                <a:latin typeface="宋体" panose="02010600030101010101" pitchFamily="2" charset="-122"/>
                <a:ea typeface="宋体" panose="02010600030101010101" pitchFamily="2" charset="-122"/>
              </a:rPr>
              <a:t>2.</a:t>
            </a:r>
            <a:r>
              <a:rPr lang="zh-CN" altLang="en-US" b="1" dirty="0">
                <a:solidFill>
                  <a:schemeClr val="bg1"/>
                </a:solidFill>
                <a:latin typeface="宋体" panose="02010600030101010101" pitchFamily="2" charset="-122"/>
                <a:ea typeface="宋体" panose="02010600030101010101" pitchFamily="2" charset="-122"/>
              </a:rPr>
              <a:t>选题依据</a:t>
            </a:r>
          </a:p>
        </p:txBody>
      </p:sp>
      <p:sp>
        <p:nvSpPr>
          <p:cNvPr id="21" name="文本框 20">
            <a:extLst>
              <a:ext uri="{FF2B5EF4-FFF2-40B4-BE49-F238E27FC236}">
                <a16:creationId xmlns:a16="http://schemas.microsoft.com/office/drawing/2014/main" id="{B99D3ED5-04FA-4C62-86C3-B728BEA370B2}"/>
              </a:ext>
            </a:extLst>
          </p:cNvPr>
          <p:cNvSpPr txBox="1"/>
          <p:nvPr/>
        </p:nvSpPr>
        <p:spPr>
          <a:xfrm>
            <a:off x="5399104" y="6418101"/>
            <a:ext cx="1393790" cy="369332"/>
          </a:xfrm>
          <a:prstGeom prst="rect">
            <a:avLst/>
          </a:prstGeom>
          <a:noFill/>
        </p:spPr>
        <p:txBody>
          <a:bodyPr wrap="square" rtlCol="0">
            <a:spAutoFit/>
          </a:bodyPr>
          <a:lstStyle/>
          <a:p>
            <a:r>
              <a:rPr lang="en-US" altLang="zh-CN" b="1" dirty="0">
                <a:solidFill>
                  <a:schemeClr val="bg1"/>
                </a:solidFill>
                <a:latin typeface="宋体" panose="02010600030101010101" pitchFamily="2" charset="-122"/>
                <a:ea typeface="宋体" panose="02010600030101010101" pitchFamily="2" charset="-122"/>
              </a:rPr>
              <a:t>3.</a:t>
            </a:r>
            <a:r>
              <a:rPr lang="zh-CN" altLang="en-US" b="1" dirty="0">
                <a:solidFill>
                  <a:schemeClr val="bg1"/>
                </a:solidFill>
                <a:latin typeface="宋体" panose="02010600030101010101" pitchFamily="2" charset="-122"/>
                <a:ea typeface="宋体" panose="02010600030101010101" pitchFamily="2" charset="-122"/>
              </a:rPr>
              <a:t>研究现状</a:t>
            </a:r>
          </a:p>
        </p:txBody>
      </p:sp>
      <p:sp>
        <p:nvSpPr>
          <p:cNvPr id="22" name="文本框 21">
            <a:extLst>
              <a:ext uri="{FF2B5EF4-FFF2-40B4-BE49-F238E27FC236}">
                <a16:creationId xmlns:a16="http://schemas.microsoft.com/office/drawing/2014/main" id="{742D51B0-CA92-4095-AFAC-779E4466129E}"/>
              </a:ext>
            </a:extLst>
          </p:cNvPr>
          <p:cNvSpPr txBox="1"/>
          <p:nvPr/>
        </p:nvSpPr>
        <p:spPr>
          <a:xfrm>
            <a:off x="8455974" y="6418101"/>
            <a:ext cx="1897595" cy="369332"/>
          </a:xfrm>
          <a:prstGeom prst="rect">
            <a:avLst/>
          </a:prstGeom>
          <a:noFill/>
        </p:spPr>
        <p:txBody>
          <a:bodyPr wrap="square" rtlCol="0">
            <a:spAutoFit/>
          </a:bodyPr>
          <a:lstStyle/>
          <a:p>
            <a:r>
              <a:rPr lang="en-US" altLang="zh-CN" b="1" dirty="0">
                <a:solidFill>
                  <a:schemeClr val="bg1"/>
                </a:solidFill>
                <a:latin typeface="宋体" panose="02010600030101010101" pitchFamily="2" charset="-122"/>
                <a:ea typeface="宋体" panose="02010600030101010101" pitchFamily="2" charset="-122"/>
              </a:rPr>
              <a:t>5.</a:t>
            </a:r>
            <a:r>
              <a:rPr lang="zh-CN" altLang="en-US" b="1" dirty="0">
                <a:solidFill>
                  <a:schemeClr val="bg1"/>
                </a:solidFill>
                <a:latin typeface="宋体" panose="02010600030101010101" pitchFamily="2" charset="-122"/>
                <a:ea typeface="宋体" panose="02010600030101010101" pitchFamily="2" charset="-122"/>
              </a:rPr>
              <a:t>预期研究成果</a:t>
            </a:r>
          </a:p>
        </p:txBody>
      </p:sp>
      <p:sp>
        <p:nvSpPr>
          <p:cNvPr id="23" name="文本框 22">
            <a:extLst>
              <a:ext uri="{FF2B5EF4-FFF2-40B4-BE49-F238E27FC236}">
                <a16:creationId xmlns:a16="http://schemas.microsoft.com/office/drawing/2014/main" id="{33DC2F89-E159-42EC-8FE4-B84724969BC4}"/>
              </a:ext>
            </a:extLst>
          </p:cNvPr>
          <p:cNvSpPr txBox="1"/>
          <p:nvPr/>
        </p:nvSpPr>
        <p:spPr>
          <a:xfrm>
            <a:off x="1926454" y="6418101"/>
            <a:ext cx="1809570" cy="369332"/>
          </a:xfrm>
          <a:prstGeom prst="rect">
            <a:avLst/>
          </a:prstGeom>
          <a:noFill/>
        </p:spPr>
        <p:txBody>
          <a:bodyPr wrap="square" rtlCol="0">
            <a:spAutoFit/>
          </a:bodyPr>
          <a:lstStyle/>
          <a:p>
            <a:r>
              <a:rPr lang="en-US" altLang="zh-CN" b="1" dirty="0">
                <a:solidFill>
                  <a:schemeClr val="bg1"/>
                </a:solidFill>
                <a:latin typeface="宋体" panose="02010600030101010101" pitchFamily="2" charset="-122"/>
                <a:ea typeface="宋体" panose="02010600030101010101" pitchFamily="2" charset="-122"/>
              </a:rPr>
              <a:t>1.</a:t>
            </a:r>
            <a:r>
              <a:rPr lang="zh-CN" altLang="en-US" b="1" dirty="0">
                <a:solidFill>
                  <a:schemeClr val="bg1"/>
                </a:solidFill>
                <a:latin typeface="宋体" panose="02010600030101010101" pitchFamily="2" charset="-122"/>
                <a:ea typeface="宋体" panose="02010600030101010101" pitchFamily="2" charset="-122"/>
              </a:rPr>
              <a:t>前期工作基础</a:t>
            </a:r>
          </a:p>
        </p:txBody>
      </p:sp>
      <p:pic>
        <p:nvPicPr>
          <p:cNvPr id="30" name="图片 29">
            <a:extLst>
              <a:ext uri="{FF2B5EF4-FFF2-40B4-BE49-F238E27FC236}">
                <a16:creationId xmlns:a16="http://schemas.microsoft.com/office/drawing/2014/main" id="{4CDB60DD-D08A-4780-8CF5-033AC1198E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29992" y="27015"/>
            <a:ext cx="1192646" cy="1482571"/>
          </a:xfrm>
          <a:prstGeom prst="rect">
            <a:avLst/>
          </a:prstGeom>
        </p:spPr>
      </p:pic>
      <p:sp>
        <p:nvSpPr>
          <p:cNvPr id="31" name="文本框 30">
            <a:extLst>
              <a:ext uri="{FF2B5EF4-FFF2-40B4-BE49-F238E27FC236}">
                <a16:creationId xmlns:a16="http://schemas.microsoft.com/office/drawing/2014/main" id="{92255FB8-87D9-4F08-AEED-CAE7831EA57F}"/>
              </a:ext>
            </a:extLst>
          </p:cNvPr>
          <p:cNvSpPr txBox="1"/>
          <p:nvPr/>
        </p:nvSpPr>
        <p:spPr>
          <a:xfrm>
            <a:off x="4887494" y="768300"/>
            <a:ext cx="2298941" cy="400110"/>
          </a:xfrm>
          <a:prstGeom prst="rect">
            <a:avLst/>
          </a:prstGeom>
          <a:noFill/>
          <a:ln w="38100">
            <a:solidFill>
              <a:schemeClr val="tx1"/>
            </a:solidFill>
          </a:ln>
        </p:spPr>
        <p:txBody>
          <a:bodyPr wrap="square" rtlCol="0">
            <a:spAutoFit/>
          </a:bodyPr>
          <a:lstStyle/>
          <a:p>
            <a:pPr algn="ctr"/>
            <a:r>
              <a:rPr lang="zh-CN" altLang="en-US" sz="2000" dirty="0">
                <a:latin typeface="黑体" panose="02010609060101010101" pitchFamily="49" charset="-122"/>
                <a:ea typeface="黑体" panose="02010609060101010101" pitchFamily="49" charset="-122"/>
              </a:rPr>
              <a:t>不平衡分类处理</a:t>
            </a:r>
          </a:p>
        </p:txBody>
      </p:sp>
      <p:sp>
        <p:nvSpPr>
          <p:cNvPr id="4" name="文本框 3"/>
          <p:cNvSpPr txBox="1"/>
          <p:nvPr/>
        </p:nvSpPr>
        <p:spPr>
          <a:xfrm>
            <a:off x="654203" y="2096347"/>
            <a:ext cx="10883591" cy="1323439"/>
          </a:xfrm>
          <a:prstGeom prst="rect">
            <a:avLst/>
          </a:prstGeom>
          <a:noFill/>
        </p:spPr>
        <p:txBody>
          <a:bodyPr wrap="square" rtlCol="0">
            <a:spAutoFit/>
          </a:bodyPr>
          <a:lstStyle/>
          <a:p>
            <a:r>
              <a:rPr lang="zh-CN" altLang="en-US" sz="2000" dirty="0">
                <a:latin typeface="等线" panose="02010600030101010101" pitchFamily="2" charset="-122"/>
                <a:ea typeface="等线" panose="02010600030101010101" pitchFamily="2" charset="-122"/>
              </a:rPr>
              <a:t>        观察发现预测参数有部分的待预测属性存在不平衡分类问题，即</a:t>
            </a:r>
            <a:r>
              <a:rPr lang="zh-CN" altLang="zh-CN" sz="2000" dirty="0">
                <a:latin typeface="等线" panose="02010600030101010101" pitchFamily="2" charset="-122"/>
                <a:ea typeface="等线" panose="02010600030101010101" pitchFamily="2" charset="-122"/>
              </a:rPr>
              <a:t>分类任务中不同类别的训练样例数目差别很大的情况。</a:t>
            </a:r>
            <a:r>
              <a:rPr lang="zh-CN" altLang="en-US" sz="2000" dirty="0">
                <a:latin typeface="等线" panose="02010600030101010101" pitchFamily="2" charset="-122"/>
                <a:ea typeface="等线" panose="02010600030101010101" pitchFamily="2" charset="-122"/>
              </a:rPr>
              <a:t>若学习样本中</a:t>
            </a:r>
            <a:r>
              <a:rPr lang="zh-CN" altLang="zh-CN" sz="2000" dirty="0">
                <a:latin typeface="等线" panose="02010600030101010101" pitchFamily="2" charset="-122"/>
                <a:ea typeface="等线" panose="02010600030101010101" pitchFamily="2" charset="-122"/>
              </a:rPr>
              <a:t>有</a:t>
            </a:r>
            <a:r>
              <a:rPr lang="en-US" altLang="zh-CN" sz="2000" dirty="0">
                <a:latin typeface="等线" panose="02010600030101010101" pitchFamily="2" charset="-122"/>
                <a:ea typeface="等线" panose="02010600030101010101" pitchFamily="2" charset="-122"/>
              </a:rPr>
              <a:t>998</a:t>
            </a:r>
            <a:r>
              <a:rPr lang="zh-CN" altLang="zh-CN" sz="2000" dirty="0">
                <a:latin typeface="等线" panose="02010600030101010101" pitchFamily="2" charset="-122"/>
                <a:ea typeface="等线" panose="02010600030101010101" pitchFamily="2" charset="-122"/>
              </a:rPr>
              <a:t>个反例，但是正例只有</a:t>
            </a:r>
            <a:r>
              <a:rPr lang="en-US" altLang="zh-CN" sz="2000" dirty="0">
                <a:latin typeface="等线" panose="02010600030101010101" pitchFamily="2" charset="-122"/>
                <a:ea typeface="等线" panose="02010600030101010101" pitchFamily="2" charset="-122"/>
              </a:rPr>
              <a:t>2</a:t>
            </a:r>
            <a:r>
              <a:rPr lang="zh-CN" altLang="zh-CN" sz="2000" dirty="0">
                <a:latin typeface="等线" panose="02010600030101010101" pitchFamily="2" charset="-122"/>
                <a:ea typeface="等线" panose="02010600030101010101" pitchFamily="2" charset="-122"/>
              </a:rPr>
              <a:t>个，那么学习方法只需要返回一个永远将新样本预测为反例的学习器，就能达到</a:t>
            </a:r>
            <a:r>
              <a:rPr lang="en-US" altLang="zh-CN" sz="2000" dirty="0">
                <a:latin typeface="等线" panose="02010600030101010101" pitchFamily="2" charset="-122"/>
                <a:ea typeface="等线" panose="02010600030101010101" pitchFamily="2" charset="-122"/>
              </a:rPr>
              <a:t>99.8%</a:t>
            </a:r>
            <a:r>
              <a:rPr lang="zh-CN" altLang="zh-CN" sz="2000" dirty="0">
                <a:latin typeface="等线" panose="02010600030101010101" pitchFamily="2" charset="-122"/>
                <a:ea typeface="等线" panose="02010600030101010101" pitchFamily="2" charset="-122"/>
              </a:rPr>
              <a:t>的精度；然而这样的学习其往往没有价值，因为它不能预测出正例。</a:t>
            </a:r>
            <a:endParaRPr lang="zh-CN" altLang="en-US" sz="2000" dirty="0">
              <a:latin typeface="等线" panose="02010600030101010101" pitchFamily="2" charset="-122"/>
              <a:ea typeface="等线" panose="02010600030101010101" pitchFamily="2" charset="-122"/>
            </a:endParaRPr>
          </a:p>
        </p:txBody>
      </p:sp>
      <p:sp>
        <p:nvSpPr>
          <p:cNvPr id="6" name="文本框 5"/>
          <p:cNvSpPr txBox="1"/>
          <p:nvPr/>
        </p:nvSpPr>
        <p:spPr>
          <a:xfrm>
            <a:off x="696948" y="3955825"/>
            <a:ext cx="10798099" cy="1323439"/>
          </a:xfrm>
          <a:prstGeom prst="rect">
            <a:avLst/>
          </a:prstGeom>
          <a:noFill/>
        </p:spPr>
        <p:txBody>
          <a:bodyPr wrap="square" rtlCol="0">
            <a:spAutoFit/>
          </a:bodyPr>
          <a:lstStyle/>
          <a:p>
            <a:r>
              <a:rPr lang="en-US" altLang="zh-CN" sz="2000" dirty="0">
                <a:latin typeface="等线" panose="02010600030101010101" pitchFamily="2" charset="-122"/>
                <a:ea typeface="等线" panose="02010600030101010101" pitchFamily="2" charset="-122"/>
              </a:rPr>
              <a:t>       </a:t>
            </a:r>
            <a:r>
              <a:rPr lang="zh-CN" altLang="zh-CN" sz="2000" dirty="0">
                <a:latin typeface="等线" panose="02010600030101010101" pitchFamily="2" charset="-122"/>
                <a:ea typeface="等线" panose="02010600030101010101" pitchFamily="2" charset="-122"/>
              </a:rPr>
              <a:t>当前处理不平衡分类问题的主要策略可以分为两大类。一类是从训练集入手，通过改变训练集样本分布，降低不平衡程度。另一类是从学习算法入手，根据算法在解决不平衡问题时的缺陷，适当地修改算法使之适应不平衡分类问题。平衡训练集的方法主要有训练集重采样和训练集划分方法。</a:t>
            </a:r>
            <a:endParaRPr lang="zh-CN" altLang="en-US" sz="2000" dirty="0">
              <a:latin typeface="等线" panose="02010600030101010101" pitchFamily="2" charset="-122"/>
              <a:ea typeface="等线" panose="02010600030101010101" pitchFamily="2" charset="-122"/>
            </a:endParaRPr>
          </a:p>
        </p:txBody>
      </p:sp>
      <p:sp>
        <p:nvSpPr>
          <p:cNvPr id="24" name="矩形 23">
            <a:extLst>
              <a:ext uri="{FF2B5EF4-FFF2-40B4-BE49-F238E27FC236}">
                <a16:creationId xmlns:a16="http://schemas.microsoft.com/office/drawing/2014/main" id="{07C195CD-BECA-4234-A2D4-B55658153122}"/>
              </a:ext>
            </a:extLst>
          </p:cNvPr>
          <p:cNvSpPr/>
          <p:nvPr/>
        </p:nvSpPr>
        <p:spPr>
          <a:xfrm>
            <a:off x="861934" y="6347534"/>
            <a:ext cx="10262586" cy="51046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5" name="文本框 24">
            <a:extLst>
              <a:ext uri="{FF2B5EF4-FFF2-40B4-BE49-F238E27FC236}">
                <a16:creationId xmlns:a16="http://schemas.microsoft.com/office/drawing/2014/main" id="{6D694DB6-3321-40AB-865D-89027E4F29C0}"/>
              </a:ext>
            </a:extLst>
          </p:cNvPr>
          <p:cNvSpPr txBox="1"/>
          <p:nvPr/>
        </p:nvSpPr>
        <p:spPr>
          <a:xfrm>
            <a:off x="4762458" y="6418101"/>
            <a:ext cx="2637489" cy="369332"/>
          </a:xfrm>
          <a:prstGeom prst="rect">
            <a:avLst/>
          </a:prstGeom>
          <a:noFill/>
        </p:spPr>
        <p:txBody>
          <a:bodyPr wrap="square" rtlCol="0">
            <a:spAutoFit/>
          </a:bodyPr>
          <a:lstStyle/>
          <a:p>
            <a:r>
              <a:rPr lang="zh-CN" altLang="en-US" b="1" dirty="0">
                <a:solidFill>
                  <a:schemeClr val="bg1"/>
                </a:solidFill>
                <a:latin typeface="黑体" panose="02010609060101010101" pitchFamily="49" charset="-122"/>
                <a:ea typeface="黑体" panose="02010609060101010101" pitchFamily="49" charset="-122"/>
              </a:rPr>
              <a:t>研究内容与技术路线</a:t>
            </a:r>
          </a:p>
        </p:txBody>
      </p:sp>
    </p:spTree>
    <p:extLst>
      <p:ext uri="{BB962C8B-B14F-4D97-AF65-F5344CB8AC3E}">
        <p14:creationId xmlns:p14="http://schemas.microsoft.com/office/powerpoint/2010/main" val="26943390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4CDB60DD-D08A-4780-8CF5-033AC1198E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29992" y="27015"/>
            <a:ext cx="1192646" cy="1482571"/>
          </a:xfrm>
          <a:prstGeom prst="rect">
            <a:avLst/>
          </a:prstGeom>
        </p:spPr>
      </p:pic>
      <p:sp>
        <p:nvSpPr>
          <p:cNvPr id="11" name="文本框 10">
            <a:extLst>
              <a:ext uri="{FF2B5EF4-FFF2-40B4-BE49-F238E27FC236}">
                <a16:creationId xmlns:a16="http://schemas.microsoft.com/office/drawing/2014/main" id="{92255FB8-87D9-4F08-AEED-CAE7831EA57F}"/>
              </a:ext>
            </a:extLst>
          </p:cNvPr>
          <p:cNvSpPr txBox="1"/>
          <p:nvPr/>
        </p:nvSpPr>
        <p:spPr>
          <a:xfrm>
            <a:off x="4887494" y="768300"/>
            <a:ext cx="2298941" cy="400110"/>
          </a:xfrm>
          <a:prstGeom prst="rect">
            <a:avLst/>
          </a:prstGeom>
          <a:noFill/>
          <a:ln w="38100">
            <a:solidFill>
              <a:schemeClr val="tx1"/>
            </a:solidFill>
          </a:ln>
        </p:spPr>
        <p:txBody>
          <a:bodyPr wrap="square" rtlCol="0">
            <a:spAutoFit/>
          </a:bodyPr>
          <a:lstStyle/>
          <a:p>
            <a:pPr algn="ctr"/>
            <a:r>
              <a:rPr lang="zh-CN" altLang="en-US" sz="2000" dirty="0">
                <a:latin typeface="黑体" panose="02010609060101010101" pitchFamily="49" charset="-122"/>
                <a:ea typeface="黑体" panose="02010609060101010101" pitchFamily="49" charset="-122"/>
              </a:rPr>
              <a:t>不平衡分类处理</a:t>
            </a:r>
          </a:p>
        </p:txBody>
      </p:sp>
      <p:sp>
        <p:nvSpPr>
          <p:cNvPr id="12" name="文本框 11"/>
          <p:cNvSpPr txBox="1"/>
          <p:nvPr/>
        </p:nvSpPr>
        <p:spPr>
          <a:xfrm>
            <a:off x="918880" y="1615316"/>
            <a:ext cx="3491697" cy="400110"/>
          </a:xfrm>
          <a:prstGeom prst="rect">
            <a:avLst/>
          </a:prstGeom>
          <a:noFill/>
        </p:spPr>
        <p:txBody>
          <a:bodyPr wrap="square" rtlCol="0">
            <a:spAutoFit/>
          </a:bodyPr>
          <a:lstStyle/>
          <a:p>
            <a:r>
              <a:rPr lang="en-US" altLang="zh-CN" sz="2000" dirty="0"/>
              <a:t>SMOTE—</a:t>
            </a:r>
            <a:r>
              <a:rPr lang="zh-CN" altLang="en-US" sz="2000" dirty="0"/>
              <a:t>少数类过采样技术</a:t>
            </a:r>
            <a:endParaRPr lang="en-US" altLang="zh-CN" sz="2000" dirty="0"/>
          </a:p>
        </p:txBody>
      </p:sp>
      <mc:AlternateContent xmlns:mc="http://schemas.openxmlformats.org/markup-compatibility/2006" xmlns:a14="http://schemas.microsoft.com/office/drawing/2010/main">
        <mc:Choice Requires="a14">
          <p:sp>
            <p:nvSpPr>
              <p:cNvPr id="13" name="文本框 12"/>
              <p:cNvSpPr txBox="1"/>
              <p:nvPr/>
            </p:nvSpPr>
            <p:spPr>
              <a:xfrm>
                <a:off x="916087" y="3327242"/>
                <a:ext cx="9956352" cy="1631216"/>
              </a:xfrm>
              <a:prstGeom prst="rect">
                <a:avLst/>
              </a:prstGeom>
              <a:noFill/>
            </p:spPr>
            <p:txBody>
              <a:bodyPr wrap="square" rtlCol="0">
                <a:spAutoFit/>
              </a:bodyPr>
              <a:lstStyle/>
              <a:p>
                <a:r>
                  <a:rPr lang="en-US" altLang="zh-CN" sz="2000" b="1" dirty="0">
                    <a:latin typeface="黑体" panose="02010609060101010101" pitchFamily="49" charset="-122"/>
                    <a:ea typeface="黑体" panose="02010609060101010101" pitchFamily="49" charset="-122"/>
                  </a:rPr>
                  <a:t>•</a:t>
                </a:r>
                <a:r>
                  <a:rPr lang="en-US" altLang="zh-CN" sz="2000" dirty="0"/>
                  <a:t>  </a:t>
                </a:r>
                <a:r>
                  <a:rPr lang="zh-CN" altLang="en-US" sz="2000" dirty="0"/>
                  <a:t>对于少数类中的每一个样本</a:t>
                </a:r>
                <a14:m>
                  <m:oMath xmlns:m="http://schemas.openxmlformats.org/officeDocument/2006/math">
                    <m:sSub>
                      <m:sSubPr>
                        <m:ctrlPr>
                          <a:rPr lang="en-US" altLang="zh-CN" sz="2000" i="1" smtClean="0">
                            <a:latin typeface="Cambria Math" panose="02040503050406030204" pitchFamily="18" charset="0"/>
                          </a:rPr>
                        </m:ctrlPr>
                      </m:sSubPr>
                      <m:e>
                        <m:r>
                          <m:rPr>
                            <m:sty m:val="p"/>
                          </m:rPr>
                          <a:rPr lang="en-US" altLang="zh-CN" sz="2000" i="1">
                            <a:latin typeface="Cambria Math" panose="02040503050406030204" pitchFamily="18" charset="0"/>
                          </a:rPr>
                          <m:t>x</m:t>
                        </m:r>
                      </m:e>
                      <m:sub>
                        <m:r>
                          <m:rPr>
                            <m:sty m:val="p"/>
                          </m:rPr>
                          <a:rPr lang="en-US" altLang="zh-CN" sz="2000" i="1">
                            <a:latin typeface="Cambria Math" panose="02040503050406030204" pitchFamily="18" charset="0"/>
                          </a:rPr>
                          <m:t>i</m:t>
                        </m:r>
                      </m:sub>
                    </m:sSub>
                  </m:oMath>
                </a14:m>
                <a:r>
                  <a:rPr lang="en-US" altLang="zh-CN" sz="2000" dirty="0"/>
                  <a:t>,</a:t>
                </a:r>
                <a:r>
                  <a:rPr lang="zh-CN" altLang="zh-CN" sz="2000" dirty="0"/>
                  <a:t>以欧氏距离为标准计算它到少数类样本集</a:t>
                </a:r>
                <a14:m>
                  <m:oMath xmlns:m="http://schemas.openxmlformats.org/officeDocument/2006/math">
                    <m:sSub>
                      <m:sSubPr>
                        <m:ctrlPr>
                          <a:rPr lang="en-US" altLang="zh-CN" sz="2000" i="1" smtClean="0">
                            <a:latin typeface="Cambria Math" panose="02040503050406030204" pitchFamily="18" charset="0"/>
                          </a:rPr>
                        </m:ctrlPr>
                      </m:sSubPr>
                      <m:e>
                        <m:r>
                          <a:rPr lang="en-US" altLang="zh-CN" sz="2000" b="0" i="1" smtClean="0">
                            <a:latin typeface="Cambria Math" panose="02040503050406030204" pitchFamily="18" charset="0"/>
                          </a:rPr>
                          <m:t>𝑆</m:t>
                        </m:r>
                      </m:e>
                      <m:sub>
                        <m:r>
                          <a:rPr lang="en-US" altLang="zh-CN" sz="2000" b="0" i="1" smtClean="0">
                            <a:latin typeface="Cambria Math" panose="02040503050406030204" pitchFamily="18" charset="0"/>
                          </a:rPr>
                          <m:t>𝑚𝑖𝑛</m:t>
                        </m:r>
                      </m:sub>
                    </m:sSub>
                    <m:r>
                      <a:rPr lang="zh-CN" altLang="en-US" sz="2000" i="1">
                        <a:latin typeface="Cambria Math" panose="02040503050406030204" pitchFamily="18" charset="0"/>
                      </a:rPr>
                      <m:t>中</m:t>
                    </m:r>
                  </m:oMath>
                </a14:m>
                <a:r>
                  <a:rPr lang="zh-CN" altLang="en-US" sz="2000" dirty="0"/>
                  <a:t>所有样本的距离，使得其</a:t>
                </a:r>
                <a:r>
                  <a:rPr lang="en-US" altLang="zh-CN" sz="2000" dirty="0"/>
                  <a:t>K</a:t>
                </a:r>
                <a:r>
                  <a:rPr lang="zh-CN" altLang="en-US" sz="2000" dirty="0"/>
                  <a:t>临近；</a:t>
                </a:r>
                <a:endParaRPr lang="en-US" altLang="zh-CN" sz="2000" dirty="0"/>
              </a:p>
              <a:p>
                <a:r>
                  <a:rPr lang="en-US" altLang="zh-CN" sz="2000" b="1" dirty="0">
                    <a:latin typeface="黑体" panose="02010609060101010101" pitchFamily="49" charset="-122"/>
                    <a:ea typeface="黑体" panose="02010609060101010101" pitchFamily="49" charset="-122"/>
                  </a:rPr>
                  <a:t>• </a:t>
                </a:r>
                <a:r>
                  <a:rPr lang="zh-CN" altLang="zh-CN" sz="2000" dirty="0"/>
                  <a:t>根据样本不平衡比例设置一个采样比例以确定采样倍率</a:t>
                </a:r>
                <a:r>
                  <a:rPr lang="en-US" altLang="zh-CN" sz="2000" dirty="0"/>
                  <a:t>N</a:t>
                </a:r>
                <a:r>
                  <a:rPr lang="zh-CN" altLang="en-US" sz="2000" dirty="0"/>
                  <a:t>，对于每一个少数类样本</a:t>
                </a:r>
                <a14:m>
                  <m:oMath xmlns:m="http://schemas.openxmlformats.org/officeDocument/2006/math">
                    <m:sSub>
                      <m:sSubPr>
                        <m:ctrlPr>
                          <a:rPr lang="en-US" altLang="zh-CN" sz="2000" i="1">
                            <a:latin typeface="Cambria Math" panose="02040503050406030204" pitchFamily="18" charset="0"/>
                          </a:rPr>
                        </m:ctrlPr>
                      </m:sSubPr>
                      <m:e>
                        <m:r>
                          <m:rPr>
                            <m:sty m:val="p"/>
                          </m:rPr>
                          <a:rPr lang="en-US" altLang="zh-CN" sz="2000" i="1">
                            <a:latin typeface="Cambria Math" panose="02040503050406030204" pitchFamily="18" charset="0"/>
                          </a:rPr>
                          <m:t>x</m:t>
                        </m:r>
                      </m:e>
                      <m:sub>
                        <m:r>
                          <m:rPr>
                            <m:sty m:val="p"/>
                          </m:rPr>
                          <a:rPr lang="en-US" altLang="zh-CN" sz="2000" i="1">
                            <a:latin typeface="Cambria Math" panose="02040503050406030204" pitchFamily="18" charset="0"/>
                          </a:rPr>
                          <m:t>i</m:t>
                        </m:r>
                      </m:sub>
                    </m:sSub>
                  </m:oMath>
                </a14:m>
                <a:r>
                  <a:rPr lang="zh-CN" altLang="en-US" sz="2000" dirty="0"/>
                  <a:t>，</a:t>
                </a:r>
                <a:r>
                  <a:rPr lang="zh-CN" altLang="zh-CN" sz="2000" dirty="0"/>
                  <a:t>从其</a:t>
                </a:r>
                <a:r>
                  <a:rPr lang="en-US" altLang="zh-CN" sz="2000" dirty="0"/>
                  <a:t>k</a:t>
                </a:r>
                <a:r>
                  <a:rPr lang="zh-CN" altLang="zh-CN" sz="2000" dirty="0"/>
                  <a:t>近邻中随机选择若干个样本</a:t>
                </a:r>
                <a:r>
                  <a:rPr lang="zh-CN" altLang="en-US" sz="2000" dirty="0"/>
                  <a:t>，假设选择的是    ；</a:t>
                </a:r>
                <a:endParaRPr lang="en-US" altLang="zh-CN" sz="2000" dirty="0"/>
              </a:p>
              <a:p>
                <a:r>
                  <a:rPr lang="en-US" altLang="zh-CN" sz="2000" b="1" dirty="0">
                    <a:latin typeface="黑体" panose="02010609060101010101" pitchFamily="49" charset="-122"/>
                    <a:ea typeface="黑体" panose="02010609060101010101" pitchFamily="49" charset="-122"/>
                  </a:rPr>
                  <a:t>• </a:t>
                </a:r>
                <a:r>
                  <a:rPr lang="zh-CN" altLang="en-US" sz="2000" dirty="0"/>
                  <a:t>对于每一个随机选出来的临近    分别与</a:t>
                </a:r>
                <a14:m>
                  <m:oMath xmlns:m="http://schemas.openxmlformats.org/officeDocument/2006/math">
                    <m:sSub>
                      <m:sSubPr>
                        <m:ctrlPr>
                          <a:rPr lang="en-US" altLang="zh-CN" sz="2000" i="1">
                            <a:latin typeface="Cambria Math" panose="02040503050406030204" pitchFamily="18" charset="0"/>
                          </a:rPr>
                        </m:ctrlPr>
                      </m:sSubPr>
                      <m:e>
                        <m:r>
                          <m:rPr>
                            <m:sty m:val="p"/>
                          </m:rPr>
                          <a:rPr lang="en-US" altLang="zh-CN" sz="2000" i="1">
                            <a:latin typeface="Cambria Math" panose="02040503050406030204" pitchFamily="18" charset="0"/>
                          </a:rPr>
                          <m:t>x</m:t>
                        </m:r>
                      </m:e>
                      <m:sub>
                        <m:r>
                          <m:rPr>
                            <m:sty m:val="p"/>
                          </m:rPr>
                          <a:rPr lang="en-US" altLang="zh-CN" sz="2000" i="1">
                            <a:latin typeface="Cambria Math" panose="02040503050406030204" pitchFamily="18" charset="0"/>
                          </a:rPr>
                          <m:t>i</m:t>
                        </m:r>
                      </m:sub>
                    </m:sSub>
                  </m:oMath>
                </a14:m>
                <a:r>
                  <a:rPr lang="zh-CN" altLang="en-US" sz="2000" dirty="0"/>
                  <a:t>按照如下公式构建新的样本。</a:t>
                </a:r>
                <a:endParaRPr lang="en-US" altLang="zh-CN" sz="2000" dirty="0"/>
              </a:p>
            </p:txBody>
          </p:sp>
        </mc:Choice>
        <mc:Fallback xmlns="">
          <p:sp>
            <p:nvSpPr>
              <p:cNvPr id="13" name="文本框 12"/>
              <p:cNvSpPr txBox="1">
                <a:spLocks noRot="1" noChangeAspect="1" noMove="1" noResize="1" noEditPoints="1" noAdjustHandles="1" noChangeArrowheads="1" noChangeShapeType="1" noTextEdit="1"/>
              </p:cNvSpPr>
              <p:nvPr/>
            </p:nvSpPr>
            <p:spPr>
              <a:xfrm>
                <a:off x="916087" y="3327242"/>
                <a:ext cx="9956352" cy="1631216"/>
              </a:xfrm>
              <a:prstGeom prst="rect">
                <a:avLst/>
              </a:prstGeom>
              <a:blipFill>
                <a:blip r:embed="rId3"/>
                <a:stretch>
                  <a:fillRect l="-612" t="-2622" r="-612" b="-6367"/>
                </a:stretch>
              </a:blipFill>
            </p:spPr>
            <p:txBody>
              <a:bodyPr/>
              <a:lstStyle/>
              <a:p>
                <a:r>
                  <a:rPr lang="zh-CN" altLang="en-US">
                    <a:noFill/>
                  </a:rPr>
                  <a:t> </a:t>
                </a:r>
              </a:p>
            </p:txBody>
          </p:sp>
        </mc:Fallback>
      </mc:AlternateContent>
      <p:pic>
        <p:nvPicPr>
          <p:cNvPr id="5126" name="Picture 6" descr="7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32823" y="4543564"/>
            <a:ext cx="289815" cy="374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7" name="Picture 7" descr="7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01961" y="5065884"/>
            <a:ext cx="4765253" cy="493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6" descr="7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90025" y="4256070"/>
            <a:ext cx="289916" cy="37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909853" y="2171039"/>
            <a:ext cx="7883234" cy="923330"/>
          </a:xfrm>
          <a:prstGeom prst="rect">
            <a:avLst/>
          </a:prstGeom>
          <a:noFill/>
        </p:spPr>
        <p:txBody>
          <a:bodyPr wrap="square" rtlCol="0">
            <a:spAutoFit/>
          </a:bodyPr>
          <a:lstStyle/>
          <a:p>
            <a:r>
              <a:rPr lang="en-US" altLang="zh-CN" dirty="0"/>
              <a:t>         </a:t>
            </a:r>
            <a:r>
              <a:rPr lang="zh-CN" altLang="en-US" dirty="0"/>
              <a:t>基本思想是</a:t>
            </a:r>
            <a:r>
              <a:rPr lang="zh-CN" altLang="zh-CN" dirty="0"/>
              <a:t>每个少数类样本，从它的最近邻中随机选择一个样本，然后在两个样本之间的连线上随机选择一点作为新合成的少数类样本。</a:t>
            </a:r>
            <a:r>
              <a:rPr lang="zh-CN" altLang="en-US" dirty="0"/>
              <a:t>步骤如下：</a:t>
            </a:r>
          </a:p>
          <a:p>
            <a:endParaRPr lang="zh-CN" altLang="en-US" dirty="0"/>
          </a:p>
        </p:txBody>
      </p:sp>
      <p:sp>
        <p:nvSpPr>
          <p:cNvPr id="23" name="矩形 22">
            <a:extLst>
              <a:ext uri="{FF2B5EF4-FFF2-40B4-BE49-F238E27FC236}">
                <a16:creationId xmlns:a16="http://schemas.microsoft.com/office/drawing/2014/main" id="{07C195CD-BECA-4234-A2D4-B55658153122}"/>
              </a:ext>
            </a:extLst>
          </p:cNvPr>
          <p:cNvSpPr/>
          <p:nvPr/>
        </p:nvSpPr>
        <p:spPr>
          <a:xfrm>
            <a:off x="861934" y="6347534"/>
            <a:ext cx="10262586" cy="51046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6D694DB6-3321-40AB-865D-89027E4F29C0}"/>
              </a:ext>
            </a:extLst>
          </p:cNvPr>
          <p:cNvSpPr txBox="1"/>
          <p:nvPr/>
        </p:nvSpPr>
        <p:spPr>
          <a:xfrm>
            <a:off x="4762458" y="6418101"/>
            <a:ext cx="2637489" cy="369332"/>
          </a:xfrm>
          <a:prstGeom prst="rect">
            <a:avLst/>
          </a:prstGeom>
          <a:noFill/>
        </p:spPr>
        <p:txBody>
          <a:bodyPr wrap="square" rtlCol="0">
            <a:spAutoFit/>
          </a:bodyPr>
          <a:lstStyle/>
          <a:p>
            <a:r>
              <a:rPr lang="zh-CN" altLang="en-US" b="1" dirty="0">
                <a:solidFill>
                  <a:schemeClr val="bg1"/>
                </a:solidFill>
                <a:latin typeface="黑体" panose="02010609060101010101" pitchFamily="49" charset="-122"/>
                <a:ea typeface="黑体" panose="02010609060101010101" pitchFamily="49" charset="-122"/>
              </a:rPr>
              <a:t>研究内容与技术路线</a:t>
            </a:r>
          </a:p>
        </p:txBody>
      </p:sp>
    </p:spTree>
    <p:extLst>
      <p:ext uri="{BB962C8B-B14F-4D97-AF65-F5344CB8AC3E}">
        <p14:creationId xmlns:p14="http://schemas.microsoft.com/office/powerpoint/2010/main" val="10999631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4CDB60DD-D08A-4780-8CF5-033AC1198E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29992" y="27015"/>
            <a:ext cx="1192646" cy="1482571"/>
          </a:xfrm>
          <a:prstGeom prst="rect">
            <a:avLst/>
          </a:prstGeom>
        </p:spPr>
      </p:pic>
      <p:sp>
        <p:nvSpPr>
          <p:cNvPr id="11" name="文本框 10">
            <a:extLst>
              <a:ext uri="{FF2B5EF4-FFF2-40B4-BE49-F238E27FC236}">
                <a16:creationId xmlns:a16="http://schemas.microsoft.com/office/drawing/2014/main" id="{92255FB8-87D9-4F08-AEED-CAE7831EA57F}"/>
              </a:ext>
            </a:extLst>
          </p:cNvPr>
          <p:cNvSpPr txBox="1"/>
          <p:nvPr/>
        </p:nvSpPr>
        <p:spPr>
          <a:xfrm>
            <a:off x="4887494" y="768300"/>
            <a:ext cx="2298941" cy="400110"/>
          </a:xfrm>
          <a:prstGeom prst="rect">
            <a:avLst/>
          </a:prstGeom>
          <a:noFill/>
          <a:ln w="38100">
            <a:solidFill>
              <a:schemeClr val="tx1"/>
            </a:solidFill>
          </a:ln>
        </p:spPr>
        <p:txBody>
          <a:bodyPr wrap="square" rtlCol="0">
            <a:spAutoFit/>
          </a:bodyPr>
          <a:lstStyle/>
          <a:p>
            <a:pPr algn="ctr"/>
            <a:r>
              <a:rPr lang="zh-CN" altLang="en-US" sz="2000" dirty="0">
                <a:latin typeface="黑体" panose="02010609060101010101" pitchFamily="49" charset="-122"/>
                <a:ea typeface="黑体" panose="02010609060101010101" pitchFamily="49" charset="-122"/>
              </a:rPr>
              <a:t>建立模型</a:t>
            </a:r>
          </a:p>
        </p:txBody>
      </p:sp>
      <p:sp>
        <p:nvSpPr>
          <p:cNvPr id="2" name="文本框 1"/>
          <p:cNvSpPr txBox="1"/>
          <p:nvPr/>
        </p:nvSpPr>
        <p:spPr>
          <a:xfrm>
            <a:off x="1087589" y="1914287"/>
            <a:ext cx="10663691" cy="400110"/>
          </a:xfrm>
          <a:prstGeom prst="rect">
            <a:avLst/>
          </a:prstGeom>
          <a:noFill/>
        </p:spPr>
        <p:txBody>
          <a:bodyPr wrap="square" rtlCol="0">
            <a:spAutoFit/>
          </a:bodyPr>
          <a:lstStyle/>
          <a:p>
            <a:r>
              <a:rPr lang="zh-CN" altLang="en-US" sz="2000" dirty="0"/>
              <a:t>在前期实验结果基础上，为了得到更高的预测精度，拟采用以下步骤进行模型尝试：</a:t>
            </a:r>
          </a:p>
        </p:txBody>
      </p:sp>
      <p:sp>
        <p:nvSpPr>
          <p:cNvPr id="12" name="文本框 11"/>
          <p:cNvSpPr txBox="1"/>
          <p:nvPr/>
        </p:nvSpPr>
        <p:spPr>
          <a:xfrm>
            <a:off x="1318796" y="2554294"/>
            <a:ext cx="8648164" cy="2400657"/>
          </a:xfrm>
          <a:prstGeom prst="rect">
            <a:avLst/>
          </a:prstGeom>
          <a:noFill/>
        </p:spPr>
        <p:txBody>
          <a:bodyPr wrap="square" rtlCol="0">
            <a:spAutoFit/>
          </a:bodyPr>
          <a:lstStyle/>
          <a:p>
            <a:pPr>
              <a:lnSpc>
                <a:spcPct val="150000"/>
              </a:lnSpc>
            </a:pPr>
            <a:r>
              <a:rPr lang="en-US" altLang="zh-CN" sz="2000" b="1" dirty="0">
                <a:latin typeface="黑体" panose="02010609060101010101" pitchFamily="49" charset="-122"/>
                <a:ea typeface="黑体" panose="02010609060101010101" pitchFamily="49" charset="-122"/>
              </a:rPr>
              <a:t>•</a:t>
            </a:r>
            <a:r>
              <a:rPr lang="en-US" altLang="zh-CN" sz="2000" dirty="0"/>
              <a:t>  </a:t>
            </a:r>
            <a:r>
              <a:rPr lang="zh-CN" altLang="en-US" sz="2000" dirty="0"/>
              <a:t>选择几种单一机器学习算法进行模型尝试，例如</a:t>
            </a:r>
            <a:r>
              <a:rPr lang="en-US" altLang="zh-CN" sz="2000" dirty="0"/>
              <a:t>CART</a:t>
            </a:r>
            <a:r>
              <a:rPr lang="zh-CN" altLang="en-US" sz="2000" dirty="0"/>
              <a:t>树，对数几率回归，旨在获得不同模型的分类效果，为之后选择弱学习器做铺垫；</a:t>
            </a:r>
            <a:endParaRPr lang="en-US" altLang="zh-CN" sz="2000" dirty="0"/>
          </a:p>
          <a:p>
            <a:pPr>
              <a:lnSpc>
                <a:spcPct val="150000"/>
              </a:lnSpc>
            </a:pPr>
            <a:r>
              <a:rPr lang="en-US" altLang="zh-CN" sz="2000" b="1" dirty="0">
                <a:latin typeface="黑体" panose="02010609060101010101" pitchFamily="49" charset="-122"/>
                <a:ea typeface="黑体" panose="02010609060101010101" pitchFamily="49" charset="-122"/>
              </a:rPr>
              <a:t>• </a:t>
            </a:r>
            <a:r>
              <a:rPr lang="zh-CN" altLang="en-US" sz="2000" dirty="0"/>
              <a:t>尝试集成树学习方法，随机森林、</a:t>
            </a:r>
            <a:r>
              <a:rPr lang="en-US" altLang="zh-CN" sz="2000" dirty="0" err="1"/>
              <a:t>XGBoost</a:t>
            </a:r>
            <a:r>
              <a:rPr lang="zh-CN" altLang="en-US" sz="2000" dirty="0"/>
              <a:t>等，旨在比较现有通用型集成学习方法相较于非集成分类算法精度可提高的限度；</a:t>
            </a:r>
            <a:endParaRPr lang="en-US" altLang="zh-CN" sz="2000" dirty="0"/>
          </a:p>
          <a:p>
            <a:pPr>
              <a:lnSpc>
                <a:spcPct val="150000"/>
              </a:lnSpc>
            </a:pPr>
            <a:r>
              <a:rPr lang="en-US" altLang="zh-CN" sz="2000" b="1" dirty="0">
                <a:latin typeface="黑体" panose="02010609060101010101" pitchFamily="49" charset="-122"/>
                <a:ea typeface="黑体" panose="02010609060101010101" pitchFamily="49" charset="-122"/>
              </a:rPr>
              <a:t>• </a:t>
            </a:r>
            <a:r>
              <a:rPr lang="zh-CN" altLang="en-US" sz="2000" dirty="0">
                <a:latin typeface="等线" panose="02010600030101010101" pitchFamily="2" charset="-122"/>
                <a:ea typeface="等线" panose="02010600030101010101" pitchFamily="2" charset="-122"/>
              </a:rPr>
              <a:t>结合数据分布特点以及单一分类算法的表现，选择弱学习器构建集成模型</a:t>
            </a:r>
            <a:r>
              <a:rPr lang="zh-CN" altLang="en-US" sz="2000" dirty="0"/>
              <a:t>。</a:t>
            </a:r>
            <a:endParaRPr lang="en-US" altLang="zh-CN" sz="2000" dirty="0"/>
          </a:p>
        </p:txBody>
      </p:sp>
      <p:sp>
        <p:nvSpPr>
          <p:cNvPr id="19" name="矩形 18">
            <a:extLst>
              <a:ext uri="{FF2B5EF4-FFF2-40B4-BE49-F238E27FC236}">
                <a16:creationId xmlns:a16="http://schemas.microsoft.com/office/drawing/2014/main" id="{07C195CD-BECA-4234-A2D4-B55658153122}"/>
              </a:ext>
            </a:extLst>
          </p:cNvPr>
          <p:cNvSpPr/>
          <p:nvPr/>
        </p:nvSpPr>
        <p:spPr>
          <a:xfrm>
            <a:off x="861934" y="6347534"/>
            <a:ext cx="10262586" cy="51046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6D694DB6-3321-40AB-865D-89027E4F29C0}"/>
              </a:ext>
            </a:extLst>
          </p:cNvPr>
          <p:cNvSpPr txBox="1"/>
          <p:nvPr/>
        </p:nvSpPr>
        <p:spPr>
          <a:xfrm>
            <a:off x="4762458" y="6418101"/>
            <a:ext cx="2637489" cy="369332"/>
          </a:xfrm>
          <a:prstGeom prst="rect">
            <a:avLst/>
          </a:prstGeom>
          <a:noFill/>
        </p:spPr>
        <p:txBody>
          <a:bodyPr wrap="square" rtlCol="0">
            <a:spAutoFit/>
          </a:bodyPr>
          <a:lstStyle/>
          <a:p>
            <a:r>
              <a:rPr lang="zh-CN" altLang="en-US" b="1" dirty="0">
                <a:solidFill>
                  <a:schemeClr val="bg1"/>
                </a:solidFill>
                <a:latin typeface="黑体" panose="02010609060101010101" pitchFamily="49" charset="-122"/>
                <a:ea typeface="黑体" panose="02010609060101010101" pitchFamily="49" charset="-122"/>
              </a:rPr>
              <a:t>研究内容与技术路线</a:t>
            </a:r>
          </a:p>
        </p:txBody>
      </p:sp>
    </p:spTree>
    <p:extLst>
      <p:ext uri="{BB962C8B-B14F-4D97-AF65-F5344CB8AC3E}">
        <p14:creationId xmlns:p14="http://schemas.microsoft.com/office/powerpoint/2010/main" val="31500000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rotWithShape="1">
          <a:blip r:embed="rId2">
            <a:extLst>
              <a:ext uri="{28A0092B-C50C-407E-A947-70E740481C1C}">
                <a14:useLocalDpi xmlns:a14="http://schemas.microsoft.com/office/drawing/2010/main" val="0"/>
              </a:ext>
            </a:extLst>
          </a:blip>
          <a:srcRect b="23079"/>
          <a:stretch/>
        </p:blipFill>
        <p:spPr>
          <a:xfrm>
            <a:off x="2245144" y="1922511"/>
            <a:ext cx="7145359" cy="4021089"/>
          </a:xfrm>
          <a:prstGeom prst="rect">
            <a:avLst/>
          </a:prstGeom>
        </p:spPr>
      </p:pic>
      <p:sp>
        <p:nvSpPr>
          <p:cNvPr id="10" name="文本框 9"/>
          <p:cNvSpPr txBox="1"/>
          <p:nvPr/>
        </p:nvSpPr>
        <p:spPr>
          <a:xfrm>
            <a:off x="1137533" y="989714"/>
            <a:ext cx="9530504" cy="1631216"/>
          </a:xfrm>
          <a:prstGeom prst="rect">
            <a:avLst/>
          </a:prstGeom>
          <a:noFill/>
        </p:spPr>
        <p:txBody>
          <a:bodyPr wrap="square" rtlCol="0">
            <a:spAutoFit/>
          </a:bodyPr>
          <a:lstStyle/>
          <a:p>
            <a:r>
              <a:rPr lang="en-US" altLang="zh-CN" sz="2000" dirty="0">
                <a:latin typeface="等线" panose="02010600030101010101" pitchFamily="2" charset="-122"/>
                <a:ea typeface="等线" panose="02010600030101010101" pitchFamily="2" charset="-122"/>
              </a:rPr>
              <a:t>      Stacking</a:t>
            </a:r>
            <a:r>
              <a:rPr lang="zh-CN" altLang="en-US" sz="2000" dirty="0">
                <a:latin typeface="等线" panose="02010600030101010101" pitchFamily="2" charset="-122"/>
                <a:ea typeface="等线" panose="02010600030101010101" pitchFamily="2" charset="-122"/>
              </a:rPr>
              <a:t>集成学习方法是指训练一个模型用于组合其他各个模型。即我们先训练多个不同的模型，然后再以之前训练的各个模型的输出为输入来训练一个模型，以得到一个最终的输出。如果可以选用任意一个组合算法，那么理论上，</a:t>
            </a:r>
            <a:r>
              <a:rPr lang="en-US" altLang="zh-CN" sz="2000" dirty="0">
                <a:latin typeface="等线" panose="02010600030101010101" pitchFamily="2" charset="-122"/>
                <a:ea typeface="等线" panose="02010600030101010101" pitchFamily="2" charset="-122"/>
              </a:rPr>
              <a:t>Stacking</a:t>
            </a:r>
            <a:r>
              <a:rPr lang="zh-CN" altLang="en-US" sz="2000" dirty="0">
                <a:latin typeface="等线" panose="02010600030101010101" pitchFamily="2" charset="-122"/>
                <a:ea typeface="等线" panose="02010600030101010101" pitchFamily="2" charset="-122"/>
              </a:rPr>
              <a:t>可以表示各种</a:t>
            </a:r>
            <a:r>
              <a:rPr lang="en-US" altLang="zh-CN" sz="2000" dirty="0">
                <a:latin typeface="等线" panose="02010600030101010101" pitchFamily="2" charset="-122"/>
                <a:ea typeface="等线" panose="02010600030101010101" pitchFamily="2" charset="-122"/>
              </a:rPr>
              <a:t>Ensemble</a:t>
            </a:r>
            <a:r>
              <a:rPr lang="zh-CN" altLang="en-US" sz="2000" dirty="0">
                <a:latin typeface="等线" panose="02010600030101010101" pitchFamily="2" charset="-122"/>
                <a:ea typeface="等线" panose="02010600030101010101" pitchFamily="2" charset="-122"/>
              </a:rPr>
              <a:t>方法。实验证明，</a:t>
            </a:r>
            <a:r>
              <a:rPr lang="en-US" altLang="zh-CN" sz="2000" dirty="0">
                <a:latin typeface="等线" panose="02010600030101010101" pitchFamily="2" charset="-122"/>
                <a:ea typeface="等线" panose="02010600030101010101" pitchFamily="2" charset="-122"/>
              </a:rPr>
              <a:t>Stacking </a:t>
            </a:r>
            <a:r>
              <a:rPr lang="zh-CN" altLang="en-US" sz="2000" dirty="0">
                <a:latin typeface="等线" panose="02010600030101010101" pitchFamily="2" charset="-122"/>
                <a:ea typeface="等线" panose="02010600030101010101" pitchFamily="2" charset="-122"/>
              </a:rPr>
              <a:t>方法比任何单一模型的效果都要好，成功应用在监督式学习和非监督式</a:t>
            </a:r>
            <a:r>
              <a:rPr lang="en-US" altLang="zh-CN" sz="2000" dirty="0">
                <a:latin typeface="等线" panose="02010600030101010101" pitchFamily="2" charset="-122"/>
                <a:ea typeface="等线" panose="02010600030101010101" pitchFamily="2" charset="-122"/>
              </a:rPr>
              <a:t>(</a:t>
            </a:r>
            <a:r>
              <a:rPr lang="zh-CN" altLang="en-US" sz="2000" dirty="0">
                <a:latin typeface="等线" panose="02010600030101010101" pitchFamily="2" charset="-122"/>
                <a:ea typeface="等线" panose="02010600030101010101" pitchFamily="2" charset="-122"/>
              </a:rPr>
              <a:t>概率密度估计</a:t>
            </a:r>
            <a:r>
              <a:rPr lang="en-US" altLang="zh-CN" sz="2000" dirty="0">
                <a:latin typeface="等线" panose="02010600030101010101" pitchFamily="2" charset="-122"/>
                <a:ea typeface="等线" panose="02010600030101010101" pitchFamily="2" charset="-122"/>
              </a:rPr>
              <a:t>)</a:t>
            </a:r>
            <a:r>
              <a:rPr lang="zh-CN" altLang="en-US" sz="2000" dirty="0">
                <a:latin typeface="等线" panose="02010600030101010101" pitchFamily="2" charset="-122"/>
                <a:ea typeface="等线" panose="02010600030101010101" pitchFamily="2" charset="-122"/>
              </a:rPr>
              <a:t>学习中。</a:t>
            </a:r>
          </a:p>
        </p:txBody>
      </p:sp>
      <p:sp>
        <p:nvSpPr>
          <p:cNvPr id="18" name="矩形 17">
            <a:extLst>
              <a:ext uri="{FF2B5EF4-FFF2-40B4-BE49-F238E27FC236}">
                <a16:creationId xmlns:a16="http://schemas.microsoft.com/office/drawing/2014/main" id="{07C195CD-BECA-4234-A2D4-B55658153122}"/>
              </a:ext>
            </a:extLst>
          </p:cNvPr>
          <p:cNvSpPr/>
          <p:nvPr/>
        </p:nvSpPr>
        <p:spPr>
          <a:xfrm>
            <a:off x="861934" y="6347534"/>
            <a:ext cx="10262586" cy="51046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9" name="文本框 18">
            <a:extLst>
              <a:ext uri="{FF2B5EF4-FFF2-40B4-BE49-F238E27FC236}">
                <a16:creationId xmlns:a16="http://schemas.microsoft.com/office/drawing/2014/main" id="{6D694DB6-3321-40AB-865D-89027E4F29C0}"/>
              </a:ext>
            </a:extLst>
          </p:cNvPr>
          <p:cNvSpPr txBox="1"/>
          <p:nvPr/>
        </p:nvSpPr>
        <p:spPr>
          <a:xfrm>
            <a:off x="4762458" y="6418101"/>
            <a:ext cx="2637489" cy="369332"/>
          </a:xfrm>
          <a:prstGeom prst="rect">
            <a:avLst/>
          </a:prstGeom>
          <a:noFill/>
        </p:spPr>
        <p:txBody>
          <a:bodyPr wrap="square" rtlCol="0">
            <a:spAutoFit/>
          </a:bodyPr>
          <a:lstStyle/>
          <a:p>
            <a:r>
              <a:rPr lang="zh-CN" altLang="en-US" b="1" dirty="0">
                <a:solidFill>
                  <a:schemeClr val="bg1"/>
                </a:solidFill>
                <a:latin typeface="黑体" panose="02010609060101010101" pitchFamily="49" charset="-122"/>
                <a:ea typeface="黑体" panose="02010609060101010101" pitchFamily="49" charset="-122"/>
              </a:rPr>
              <a:t>研究内容与技术路线</a:t>
            </a:r>
          </a:p>
        </p:txBody>
      </p:sp>
    </p:spTree>
    <p:extLst>
      <p:ext uri="{BB962C8B-B14F-4D97-AF65-F5344CB8AC3E}">
        <p14:creationId xmlns:p14="http://schemas.microsoft.com/office/powerpoint/2010/main" val="21744190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lumMod val="65000"/>
            <a:lumOff val="35000"/>
          </a:schemeClr>
        </a:solidFill>
        <a:effectLst/>
      </p:bgPr>
    </p:bg>
    <p:spTree>
      <p:nvGrpSpPr>
        <p:cNvPr id="1" name=""/>
        <p:cNvGrpSpPr/>
        <p:nvPr/>
      </p:nvGrpSpPr>
      <p:grpSpPr>
        <a:xfrm>
          <a:off x="0" y="0"/>
          <a:ext cx="0" cy="0"/>
          <a:chOff x="0" y="0"/>
          <a:chExt cx="0" cy="0"/>
        </a:xfrm>
      </p:grpSpPr>
      <p:sp>
        <p:nvSpPr>
          <p:cNvPr id="6" name="矩形 5"/>
          <p:cNvSpPr/>
          <p:nvPr/>
        </p:nvSpPr>
        <p:spPr>
          <a:xfrm>
            <a:off x="1524000" y="2873375"/>
            <a:ext cx="9144000" cy="83185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Calibri"/>
              <a:ea typeface="宋体" panose="02010600030101010101" pitchFamily="2" charset="-122"/>
            </a:endParaRPr>
          </a:p>
        </p:txBody>
      </p:sp>
      <p:sp>
        <p:nvSpPr>
          <p:cNvPr id="4" name="TextBox 3"/>
          <p:cNvSpPr txBox="1">
            <a:spLocks noChangeArrowheads="1"/>
          </p:cNvSpPr>
          <p:nvPr/>
        </p:nvSpPr>
        <p:spPr bwMode="auto">
          <a:xfrm>
            <a:off x="1523683" y="33655"/>
            <a:ext cx="3515706" cy="8094524"/>
          </a:xfrm>
          <a:prstGeom prst="rect">
            <a:avLst/>
          </a:prstGeom>
          <a:noFill/>
          <a:ln>
            <a:noFill/>
          </a:ln>
          <a:effectLst>
            <a:outerShdw blurRad="165100" dist="76200" dir="1199996" algn="tl" rotWithShape="0">
              <a:srgbClr val="000000">
                <a:alpha val="9998"/>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Calibri" charset="0"/>
                <a:ea typeface="宋体" pitchFamily="2" charset="-122"/>
              </a:defRPr>
            </a:lvl1pPr>
            <a:lvl2pPr marL="742950" indent="-285750">
              <a:defRPr kumimoji="1" sz="2400">
                <a:solidFill>
                  <a:schemeClr val="tx1"/>
                </a:solidFill>
                <a:latin typeface="Calibri" charset="0"/>
                <a:ea typeface="宋体" pitchFamily="2" charset="-122"/>
              </a:defRPr>
            </a:lvl2pPr>
            <a:lvl3pPr marL="1143000" indent="-228600">
              <a:defRPr kumimoji="1" sz="2400">
                <a:solidFill>
                  <a:schemeClr val="tx1"/>
                </a:solidFill>
                <a:latin typeface="Calibri" charset="0"/>
                <a:ea typeface="宋体" pitchFamily="2" charset="-122"/>
              </a:defRPr>
            </a:lvl3pPr>
            <a:lvl4pPr marL="1600200" indent="-228600">
              <a:defRPr kumimoji="1" sz="2400">
                <a:solidFill>
                  <a:schemeClr val="tx1"/>
                </a:solidFill>
                <a:latin typeface="Calibri" charset="0"/>
                <a:ea typeface="宋体" pitchFamily="2" charset="-122"/>
              </a:defRPr>
            </a:lvl4pPr>
            <a:lvl5pPr marL="2057400" indent="-228600">
              <a:defRPr kumimoji="1" sz="2400">
                <a:solidFill>
                  <a:schemeClr val="tx1"/>
                </a:solidFill>
                <a:latin typeface="Calibri" charset="0"/>
                <a:ea typeface="宋体" pitchFamily="2" charset="-122"/>
              </a:defRPr>
            </a:lvl5pPr>
            <a:lvl6pPr marL="2514600" indent="-228600" fontAlgn="base">
              <a:spcBef>
                <a:spcPct val="0"/>
              </a:spcBef>
              <a:spcAft>
                <a:spcPct val="0"/>
              </a:spcAft>
              <a:defRPr kumimoji="1" sz="2400">
                <a:solidFill>
                  <a:schemeClr val="tx1"/>
                </a:solidFill>
                <a:latin typeface="Calibri" charset="0"/>
                <a:ea typeface="宋体" pitchFamily="2" charset="-122"/>
              </a:defRPr>
            </a:lvl6pPr>
            <a:lvl7pPr marL="2971800" indent="-228600" fontAlgn="base">
              <a:spcBef>
                <a:spcPct val="0"/>
              </a:spcBef>
              <a:spcAft>
                <a:spcPct val="0"/>
              </a:spcAft>
              <a:defRPr kumimoji="1" sz="2400">
                <a:solidFill>
                  <a:schemeClr val="tx1"/>
                </a:solidFill>
                <a:latin typeface="Calibri" charset="0"/>
                <a:ea typeface="宋体" pitchFamily="2" charset="-122"/>
              </a:defRPr>
            </a:lvl7pPr>
            <a:lvl8pPr marL="3429000" indent="-228600" fontAlgn="base">
              <a:spcBef>
                <a:spcPct val="0"/>
              </a:spcBef>
              <a:spcAft>
                <a:spcPct val="0"/>
              </a:spcAft>
              <a:defRPr kumimoji="1" sz="2400">
                <a:solidFill>
                  <a:schemeClr val="tx1"/>
                </a:solidFill>
                <a:latin typeface="Calibri" charset="0"/>
                <a:ea typeface="宋体" pitchFamily="2" charset="-122"/>
              </a:defRPr>
            </a:lvl8pPr>
            <a:lvl9pPr marL="3886200" indent="-228600" fontAlgn="base">
              <a:spcBef>
                <a:spcPct val="0"/>
              </a:spcBef>
              <a:spcAft>
                <a:spcPct val="0"/>
              </a:spcAft>
              <a:defRPr kumimoji="1" sz="2400">
                <a:solidFill>
                  <a:schemeClr val="tx1"/>
                </a:solidFill>
                <a:latin typeface="Calibri" charset="0"/>
                <a:ea typeface="宋体" pitchFamily="2" charset="-122"/>
              </a:defRPr>
            </a:lvl9pPr>
          </a:lstStyle>
          <a:p>
            <a:pPr fontAlgn="base">
              <a:spcBef>
                <a:spcPct val="0"/>
              </a:spcBef>
              <a:spcAft>
                <a:spcPct val="0"/>
              </a:spcAft>
              <a:defRPr/>
            </a:pPr>
            <a:r>
              <a:rPr kumimoji="0" lang="en-US" altLang="zh-CN" sz="52000" dirty="0">
                <a:solidFill>
                  <a:srgbClr val="FFFFFF"/>
                </a:solidFill>
                <a:latin typeface="Impact" charset="0"/>
                <a:ea typeface="微软雅黑" charset="-122"/>
              </a:rPr>
              <a:t>4</a:t>
            </a:r>
            <a:endParaRPr kumimoji="0" lang="zh-CN" altLang="en-US" sz="52000" dirty="0">
              <a:solidFill>
                <a:srgbClr val="FFFFFF"/>
              </a:solidFill>
              <a:latin typeface="Impact" charset="0"/>
              <a:ea typeface="微软雅黑" charset="-122"/>
            </a:endParaRPr>
          </a:p>
        </p:txBody>
      </p:sp>
      <p:sp>
        <p:nvSpPr>
          <p:cNvPr id="50180" name="矩形 4"/>
          <p:cNvSpPr>
            <a:spLocks noChangeArrowheads="1"/>
          </p:cNvSpPr>
          <p:nvPr/>
        </p:nvSpPr>
        <p:spPr bwMode="auto">
          <a:xfrm>
            <a:off x="5103814" y="2873376"/>
            <a:ext cx="517842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80604020202020204" pitchFamily="34" charset="0"/>
              <a:buChar char="•"/>
              <a:defRPr kumimoji="1" sz="3200">
                <a:solidFill>
                  <a:schemeClr val="tx1"/>
                </a:solidFill>
                <a:latin typeface="Calibri" charset="0"/>
                <a:ea typeface="宋体" pitchFamily="2" charset="-122"/>
              </a:defRPr>
            </a:lvl1pPr>
            <a:lvl2pPr marL="742950" indent="-285750">
              <a:spcBef>
                <a:spcPct val="20000"/>
              </a:spcBef>
              <a:buFont typeface="Arial" panose="02080604020202020204" pitchFamily="34" charset="0"/>
              <a:buChar char="–"/>
              <a:defRPr kumimoji="1" sz="2800">
                <a:solidFill>
                  <a:schemeClr val="tx1"/>
                </a:solidFill>
                <a:latin typeface="Calibri" charset="0"/>
                <a:ea typeface="宋体" pitchFamily="2" charset="-122"/>
              </a:defRPr>
            </a:lvl2pPr>
            <a:lvl3pPr marL="1143000" indent="-228600">
              <a:spcBef>
                <a:spcPct val="20000"/>
              </a:spcBef>
              <a:buFont typeface="Arial" panose="02080604020202020204" pitchFamily="34" charset="0"/>
              <a:buChar char="•"/>
              <a:defRPr kumimoji="1" sz="2400">
                <a:solidFill>
                  <a:schemeClr val="tx1"/>
                </a:solidFill>
                <a:latin typeface="Calibri" charset="0"/>
                <a:ea typeface="宋体" pitchFamily="2" charset="-122"/>
              </a:defRPr>
            </a:lvl3pPr>
            <a:lvl4pPr marL="1600200" indent="-228600">
              <a:spcBef>
                <a:spcPct val="20000"/>
              </a:spcBef>
              <a:buFont typeface="Arial" panose="02080604020202020204" pitchFamily="34" charset="0"/>
              <a:buChar char="–"/>
              <a:defRPr kumimoji="1" sz="2000">
                <a:solidFill>
                  <a:schemeClr val="tx1"/>
                </a:solidFill>
                <a:latin typeface="Calibri" charset="0"/>
                <a:ea typeface="宋体" pitchFamily="2" charset="-122"/>
              </a:defRPr>
            </a:lvl4pPr>
            <a:lvl5pPr marL="2057400" indent="-228600">
              <a:spcBef>
                <a:spcPct val="20000"/>
              </a:spcBef>
              <a:buFont typeface="Arial" panose="02080604020202020204" pitchFamily="34" charset="0"/>
              <a:buChar char="»"/>
              <a:defRPr kumimoji="1" sz="2000">
                <a:solidFill>
                  <a:schemeClr val="tx1"/>
                </a:solidFill>
                <a:latin typeface="Calibri" charset="0"/>
                <a:ea typeface="宋体" pitchFamily="2" charset="-122"/>
              </a:defRPr>
            </a:lvl5pPr>
            <a:lvl6pPr marL="2514600" indent="-228600" eaLnBrk="0" fontAlgn="base" hangingPunct="0">
              <a:spcBef>
                <a:spcPct val="20000"/>
              </a:spcBef>
              <a:spcAft>
                <a:spcPct val="0"/>
              </a:spcAft>
              <a:buFont typeface="Arial" panose="02080604020202020204" pitchFamily="34" charset="0"/>
              <a:buChar char="»"/>
              <a:defRPr kumimoji="1" sz="2000">
                <a:solidFill>
                  <a:schemeClr val="tx1"/>
                </a:solidFill>
                <a:latin typeface="Calibri" charset="0"/>
                <a:ea typeface="宋体" pitchFamily="2" charset="-122"/>
              </a:defRPr>
            </a:lvl6pPr>
            <a:lvl7pPr marL="2971800" indent="-228600" eaLnBrk="0" fontAlgn="base" hangingPunct="0">
              <a:spcBef>
                <a:spcPct val="20000"/>
              </a:spcBef>
              <a:spcAft>
                <a:spcPct val="0"/>
              </a:spcAft>
              <a:buFont typeface="Arial" panose="02080604020202020204" pitchFamily="34" charset="0"/>
              <a:buChar char="»"/>
              <a:defRPr kumimoji="1" sz="2000">
                <a:solidFill>
                  <a:schemeClr val="tx1"/>
                </a:solidFill>
                <a:latin typeface="Calibri" charset="0"/>
                <a:ea typeface="宋体" pitchFamily="2" charset="-122"/>
              </a:defRPr>
            </a:lvl7pPr>
            <a:lvl8pPr marL="3429000" indent="-228600" eaLnBrk="0" fontAlgn="base" hangingPunct="0">
              <a:spcBef>
                <a:spcPct val="20000"/>
              </a:spcBef>
              <a:spcAft>
                <a:spcPct val="0"/>
              </a:spcAft>
              <a:buFont typeface="Arial" panose="02080604020202020204" pitchFamily="34" charset="0"/>
              <a:buChar char="»"/>
              <a:defRPr kumimoji="1" sz="2000">
                <a:solidFill>
                  <a:schemeClr val="tx1"/>
                </a:solidFill>
                <a:latin typeface="Calibri" charset="0"/>
                <a:ea typeface="宋体" pitchFamily="2" charset="-122"/>
              </a:defRPr>
            </a:lvl8pPr>
            <a:lvl9pPr marL="3886200" indent="-228600" eaLnBrk="0" fontAlgn="base" hangingPunct="0">
              <a:spcBef>
                <a:spcPct val="20000"/>
              </a:spcBef>
              <a:spcAft>
                <a:spcPct val="0"/>
              </a:spcAft>
              <a:buFont typeface="Arial" panose="02080604020202020204" pitchFamily="34" charset="0"/>
              <a:buChar char="»"/>
              <a:defRPr kumimoji="1" sz="2000">
                <a:solidFill>
                  <a:schemeClr val="tx1"/>
                </a:solidFill>
                <a:latin typeface="Calibri" charset="0"/>
                <a:ea typeface="宋体" pitchFamily="2" charset="-122"/>
              </a:defRPr>
            </a:lvl9pPr>
          </a:lstStyle>
          <a:p>
            <a:pPr algn="r" fontAlgn="base">
              <a:spcBef>
                <a:spcPct val="0"/>
              </a:spcBef>
              <a:spcAft>
                <a:spcPct val="0"/>
              </a:spcAft>
              <a:buNone/>
            </a:pPr>
            <a:r>
              <a:rPr kumimoji="0" lang="zh-CN" altLang="en-US" sz="4800" dirty="0">
                <a:solidFill>
                  <a:srgbClr val="FFFFFF"/>
                </a:solidFill>
                <a:latin typeface="Arial" panose="02080604020202020204" pitchFamily="34" charset="0"/>
                <a:ea typeface="微软雅黑" charset="-122"/>
              </a:rPr>
              <a:t>预期研究成果</a:t>
            </a:r>
          </a:p>
        </p:txBody>
      </p:sp>
    </p:spTree>
    <p:extLst>
      <p:ext uri="{BB962C8B-B14F-4D97-AF65-F5344CB8AC3E}">
        <p14:creationId xmlns:p14="http://schemas.microsoft.com/office/powerpoint/2010/main" val="3087122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a:extLst>
              <a:ext uri="{FF2B5EF4-FFF2-40B4-BE49-F238E27FC236}">
                <a16:creationId xmlns:a16="http://schemas.microsoft.com/office/drawing/2014/main" id="{893A9766-7B4C-4A3B-AC83-FA506C0AE1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4560" y="1063310"/>
            <a:ext cx="1192646" cy="1482571"/>
          </a:xfrm>
          <a:prstGeom prst="rect">
            <a:avLst/>
          </a:prstGeom>
        </p:spPr>
      </p:pic>
      <p:sp>
        <p:nvSpPr>
          <p:cNvPr id="20" name="文本框 19">
            <a:extLst>
              <a:ext uri="{FF2B5EF4-FFF2-40B4-BE49-F238E27FC236}">
                <a16:creationId xmlns:a16="http://schemas.microsoft.com/office/drawing/2014/main" id="{DD991A00-EEE1-44F8-8823-07FAEEFD4CC3}"/>
              </a:ext>
            </a:extLst>
          </p:cNvPr>
          <p:cNvSpPr txBox="1"/>
          <p:nvPr/>
        </p:nvSpPr>
        <p:spPr>
          <a:xfrm>
            <a:off x="2386360" y="2667851"/>
            <a:ext cx="6618987" cy="400110"/>
          </a:xfrm>
          <a:prstGeom prst="rect">
            <a:avLst/>
          </a:prstGeom>
          <a:noFill/>
        </p:spPr>
        <p:txBody>
          <a:bodyPr wrap="square" rtlCol="0">
            <a:spAutoFit/>
          </a:bodyPr>
          <a:lstStyle/>
          <a:p>
            <a:pPr algn="ctr"/>
            <a:r>
              <a:rPr lang="en-US" altLang="zh-CN" sz="2000" b="1" dirty="0">
                <a:latin typeface="黑体" panose="02010609060101010101" pitchFamily="49" charset="-122"/>
                <a:ea typeface="黑体" panose="02010609060101010101" pitchFamily="49" charset="-122"/>
              </a:rPr>
              <a:t>• </a:t>
            </a:r>
            <a:r>
              <a:rPr lang="zh-CN" altLang="en-US" sz="2000" dirty="0">
                <a:latin typeface="黑体" panose="02010609060101010101" pitchFamily="49" charset="-122"/>
                <a:ea typeface="黑体" panose="02010609060101010101" pitchFamily="49" charset="-122"/>
              </a:rPr>
              <a:t>理论可行，实际可操作的炼钢</a:t>
            </a:r>
            <a:r>
              <a:rPr lang="en-US" altLang="zh-CN" sz="2000" dirty="0">
                <a:latin typeface="黑体" panose="02010609060101010101" pitchFamily="49" charset="-122"/>
                <a:ea typeface="黑体" panose="02010609060101010101" pitchFamily="49" charset="-122"/>
              </a:rPr>
              <a:t>-</a:t>
            </a:r>
            <a:r>
              <a:rPr lang="zh-CN" altLang="en-US" sz="2000" dirty="0">
                <a:latin typeface="黑体" panose="02010609060101010101" pitchFamily="49" charset="-122"/>
                <a:ea typeface="黑体" panose="02010609060101010101" pitchFamily="49" charset="-122"/>
              </a:rPr>
              <a:t>连铸过程</a:t>
            </a:r>
            <a:r>
              <a:rPr lang="zh-CN" altLang="en-US" sz="2000" b="1" dirty="0">
                <a:latin typeface="黑体" panose="02010609060101010101" pitchFamily="49" charset="-122"/>
                <a:ea typeface="黑体" panose="02010609060101010101" pitchFamily="49" charset="-122"/>
              </a:rPr>
              <a:t>参数预测系统</a:t>
            </a:r>
          </a:p>
        </p:txBody>
      </p:sp>
      <p:pic>
        <p:nvPicPr>
          <p:cNvPr id="21" name="图片 20">
            <a:extLst>
              <a:ext uri="{FF2B5EF4-FFF2-40B4-BE49-F238E27FC236}">
                <a16:creationId xmlns:a16="http://schemas.microsoft.com/office/drawing/2014/main" id="{21C4E95C-C515-44D3-8E49-CADCC53C30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7890761" y="0"/>
            <a:ext cx="1192646" cy="1482571"/>
          </a:xfrm>
          <a:prstGeom prst="rect">
            <a:avLst/>
          </a:prstGeom>
        </p:spPr>
      </p:pic>
      <p:sp>
        <p:nvSpPr>
          <p:cNvPr id="22" name="文本框 21">
            <a:extLst>
              <a:ext uri="{FF2B5EF4-FFF2-40B4-BE49-F238E27FC236}">
                <a16:creationId xmlns:a16="http://schemas.microsoft.com/office/drawing/2014/main" id="{AC4B5B97-4883-4024-8A61-6D532EE91701}"/>
              </a:ext>
            </a:extLst>
          </p:cNvPr>
          <p:cNvSpPr txBox="1"/>
          <p:nvPr/>
        </p:nvSpPr>
        <p:spPr>
          <a:xfrm>
            <a:off x="2467206" y="515552"/>
            <a:ext cx="5572089" cy="400110"/>
          </a:xfrm>
          <a:prstGeom prst="rect">
            <a:avLst/>
          </a:prstGeom>
          <a:noFill/>
        </p:spPr>
        <p:txBody>
          <a:bodyPr wrap="square" rtlCol="0">
            <a:spAutoFit/>
          </a:bodyPr>
          <a:lstStyle/>
          <a:p>
            <a:pPr algn="ctr"/>
            <a:r>
              <a:rPr lang="en-US" altLang="zh-CN" sz="2000" b="1" dirty="0">
                <a:latin typeface="黑体" panose="02010609060101010101" pitchFamily="49" charset="-122"/>
                <a:ea typeface="黑体" panose="02010609060101010101" pitchFamily="49" charset="-122"/>
              </a:rPr>
              <a:t>• </a:t>
            </a:r>
            <a:r>
              <a:rPr lang="zh-CN" altLang="en-US" sz="2000" dirty="0">
                <a:latin typeface="黑体" panose="02010609060101010101" pitchFamily="49" charset="-122"/>
                <a:ea typeface="黑体" panose="02010609060101010101" pitchFamily="49" charset="-122"/>
              </a:rPr>
              <a:t>适合炼钢连铸工艺过程数据</a:t>
            </a:r>
            <a:r>
              <a:rPr lang="zh-CN" altLang="en-US" sz="2000" b="1" dirty="0">
                <a:latin typeface="黑体" panose="02010609060101010101" pitchFamily="49" charset="-122"/>
                <a:ea typeface="黑体" panose="02010609060101010101" pitchFamily="49" charset="-122"/>
              </a:rPr>
              <a:t>特征构建的方法论</a:t>
            </a:r>
            <a:endParaRPr lang="en-US" altLang="zh-CN" sz="2000" b="1" dirty="0">
              <a:latin typeface="黑体" panose="02010609060101010101" pitchFamily="49" charset="-122"/>
              <a:ea typeface="黑体" panose="02010609060101010101" pitchFamily="49" charset="-122"/>
            </a:endParaRPr>
          </a:p>
        </p:txBody>
      </p:sp>
      <p:pic>
        <p:nvPicPr>
          <p:cNvPr id="23" name="图片 22">
            <a:extLst>
              <a:ext uri="{FF2B5EF4-FFF2-40B4-BE49-F238E27FC236}">
                <a16:creationId xmlns:a16="http://schemas.microsoft.com/office/drawing/2014/main" id="{79C44AFB-CC79-4FC2-B597-D20D23FBCB26}"/>
              </a:ext>
            </a:extLst>
          </p:cNvPr>
          <p:cNvPicPr>
            <a:picLocks noChangeAspect="1"/>
          </p:cNvPicPr>
          <p:nvPr/>
        </p:nvPicPr>
        <p:blipFill>
          <a:blip r:embed="rId4" cstate="hqprint">
            <a:biLevel thresh="50000"/>
            <a:extLst>
              <a:ext uri="{28A0092B-C50C-407E-A947-70E740481C1C}">
                <a14:useLocalDpi xmlns:a14="http://schemas.microsoft.com/office/drawing/2010/main" val="0"/>
              </a:ext>
            </a:extLst>
          </a:blip>
          <a:stretch>
            <a:fillRect/>
          </a:stretch>
        </p:blipFill>
        <p:spPr>
          <a:xfrm flipH="1">
            <a:off x="9284938" y="2327587"/>
            <a:ext cx="1080637" cy="1080637"/>
          </a:xfrm>
          <a:prstGeom prst="rect">
            <a:avLst/>
          </a:prstGeom>
        </p:spPr>
      </p:pic>
      <p:sp>
        <p:nvSpPr>
          <p:cNvPr id="24" name="文本框 23">
            <a:extLst>
              <a:ext uri="{FF2B5EF4-FFF2-40B4-BE49-F238E27FC236}">
                <a16:creationId xmlns:a16="http://schemas.microsoft.com/office/drawing/2014/main" id="{94D8BCCC-35A6-48FF-8D22-A374D99E1DD7}"/>
              </a:ext>
            </a:extLst>
          </p:cNvPr>
          <p:cNvSpPr txBox="1"/>
          <p:nvPr/>
        </p:nvSpPr>
        <p:spPr>
          <a:xfrm>
            <a:off x="2467206" y="1604541"/>
            <a:ext cx="7358051" cy="400110"/>
          </a:xfrm>
          <a:prstGeom prst="rect">
            <a:avLst/>
          </a:prstGeom>
          <a:noFill/>
        </p:spPr>
        <p:txBody>
          <a:bodyPr wrap="square" rtlCol="0">
            <a:spAutoFit/>
          </a:bodyPr>
          <a:lstStyle/>
          <a:p>
            <a:pPr algn="ctr"/>
            <a:r>
              <a:rPr lang="en-US" altLang="zh-CN" sz="2000" b="1" dirty="0">
                <a:latin typeface="黑体" panose="02010609060101010101" pitchFamily="49" charset="-122"/>
                <a:ea typeface="黑体" panose="02010609060101010101" pitchFamily="49" charset="-122"/>
              </a:rPr>
              <a:t>• </a:t>
            </a:r>
            <a:r>
              <a:rPr lang="zh-CN" altLang="en-US" sz="2000" dirty="0">
                <a:latin typeface="黑体" panose="02010609060101010101" pitchFamily="49" charset="-122"/>
                <a:ea typeface="黑体" panose="02010609060101010101" pitchFamily="49" charset="-122"/>
              </a:rPr>
              <a:t>实验数据上预测分类效果优于当前现有</a:t>
            </a:r>
            <a:r>
              <a:rPr lang="zh-CN" altLang="en-US" sz="2000" b="1" dirty="0">
                <a:latin typeface="黑体" panose="02010609060101010101" pitchFamily="49" charset="-122"/>
                <a:ea typeface="黑体" panose="02010609060101010101" pitchFamily="49" charset="-122"/>
              </a:rPr>
              <a:t>集成学习算法的新模型</a:t>
            </a:r>
            <a:endParaRPr lang="en-US" altLang="zh-CN" sz="2000" b="1" dirty="0">
              <a:latin typeface="黑体" panose="02010609060101010101" pitchFamily="49" charset="-122"/>
              <a:ea typeface="黑体" panose="02010609060101010101" pitchFamily="49" charset="-122"/>
            </a:endParaRPr>
          </a:p>
        </p:txBody>
      </p:sp>
      <p:pic>
        <p:nvPicPr>
          <p:cNvPr id="2" name="图片 1"/>
          <p:cNvPicPr>
            <a:picLocks noChangeAspect="1"/>
          </p:cNvPicPr>
          <p:nvPr/>
        </p:nvPicPr>
        <p:blipFill>
          <a:blip r:embed="rId5"/>
          <a:stretch>
            <a:fillRect/>
          </a:stretch>
        </p:blipFill>
        <p:spPr>
          <a:xfrm>
            <a:off x="215901" y="3884183"/>
            <a:ext cx="11671299" cy="1346339"/>
          </a:xfrm>
          <a:prstGeom prst="rect">
            <a:avLst/>
          </a:prstGeom>
        </p:spPr>
      </p:pic>
      <p:sp>
        <p:nvSpPr>
          <p:cNvPr id="31" name="矩形 30">
            <a:extLst>
              <a:ext uri="{FF2B5EF4-FFF2-40B4-BE49-F238E27FC236}">
                <a16:creationId xmlns:a16="http://schemas.microsoft.com/office/drawing/2014/main" id="{07C195CD-BECA-4234-A2D4-B55658153122}"/>
              </a:ext>
            </a:extLst>
          </p:cNvPr>
          <p:cNvSpPr/>
          <p:nvPr/>
        </p:nvSpPr>
        <p:spPr>
          <a:xfrm>
            <a:off x="861934" y="6347534"/>
            <a:ext cx="10262586" cy="51046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2" name="文本框 31">
            <a:extLst>
              <a:ext uri="{FF2B5EF4-FFF2-40B4-BE49-F238E27FC236}">
                <a16:creationId xmlns:a16="http://schemas.microsoft.com/office/drawing/2014/main" id="{6D694DB6-3321-40AB-865D-89027E4F29C0}"/>
              </a:ext>
            </a:extLst>
          </p:cNvPr>
          <p:cNvSpPr txBox="1"/>
          <p:nvPr/>
        </p:nvSpPr>
        <p:spPr>
          <a:xfrm>
            <a:off x="5171777" y="6418101"/>
            <a:ext cx="1638342" cy="369332"/>
          </a:xfrm>
          <a:prstGeom prst="rect">
            <a:avLst/>
          </a:prstGeom>
          <a:noFill/>
        </p:spPr>
        <p:txBody>
          <a:bodyPr wrap="square" rtlCol="0">
            <a:spAutoFit/>
          </a:bodyPr>
          <a:lstStyle/>
          <a:p>
            <a:r>
              <a:rPr lang="zh-CN" altLang="en-US" b="1" dirty="0">
                <a:solidFill>
                  <a:schemeClr val="bg1"/>
                </a:solidFill>
                <a:latin typeface="黑体" panose="02010609060101010101" pitchFamily="49" charset="-122"/>
                <a:ea typeface="黑体" panose="02010609060101010101" pitchFamily="49" charset="-122"/>
              </a:rPr>
              <a:t>预期研究成果</a:t>
            </a:r>
          </a:p>
        </p:txBody>
      </p:sp>
    </p:spTree>
    <p:extLst>
      <p:ext uri="{BB962C8B-B14F-4D97-AF65-F5344CB8AC3E}">
        <p14:creationId xmlns:p14="http://schemas.microsoft.com/office/powerpoint/2010/main" val="16609690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459278D5-2B78-4199-AF65-30F8BE536635}"/>
              </a:ext>
            </a:extLst>
          </p:cNvPr>
          <p:cNvPicPr>
            <a:picLocks noChangeAspect="1"/>
          </p:cNvPicPr>
          <p:nvPr/>
        </p:nvPicPr>
        <p:blipFill rotWithShape="1">
          <a:blip r:embed="rId2" cstate="hqprint">
            <a:extLst>
              <a:ext uri="{28A0092B-C50C-407E-A947-70E740481C1C}">
                <a14:useLocalDpi xmlns:a14="http://schemas.microsoft.com/office/drawing/2010/main" val="0"/>
              </a:ext>
            </a:extLst>
          </a:blip>
          <a:srcRect l="5936" t="5080" r="7476" b="3960"/>
          <a:stretch/>
        </p:blipFill>
        <p:spPr>
          <a:xfrm>
            <a:off x="644980" y="5533622"/>
            <a:ext cx="1032899" cy="1006946"/>
          </a:xfrm>
          <a:prstGeom prst="ellipse">
            <a:avLst/>
          </a:prstGeom>
          <a:solidFill>
            <a:srgbClr val="FFFFFF">
              <a:shade val="85000"/>
            </a:srgbClr>
          </a:solidFill>
          <a:ln>
            <a:noFill/>
          </a:ln>
          <a:effectLst>
            <a:reflection blurRad="12700" stA="38000" endPos="28000" dist="5000" dir="5400000" sy="-100000" algn="bl" rotWithShape="0"/>
          </a:effectLst>
        </p:spPr>
      </p:pic>
      <p:sp>
        <p:nvSpPr>
          <p:cNvPr id="2" name="文本框 1"/>
          <p:cNvSpPr txBox="1"/>
          <p:nvPr/>
        </p:nvSpPr>
        <p:spPr>
          <a:xfrm>
            <a:off x="1161429" y="1434481"/>
            <a:ext cx="10360011" cy="3416320"/>
          </a:xfrm>
          <a:prstGeom prst="rect">
            <a:avLst/>
          </a:prstGeom>
          <a:noFill/>
        </p:spPr>
        <p:txBody>
          <a:bodyPr wrap="square" rtlCol="0">
            <a:spAutoFit/>
          </a:bodyPr>
          <a:lstStyle/>
          <a:p>
            <a:pPr algn="ctr">
              <a:lnSpc>
                <a:spcPct val="150000"/>
              </a:lnSpc>
            </a:pPr>
            <a:r>
              <a:rPr lang="zh-CN" altLang="en-US" sz="7200" b="1" dirty="0"/>
              <a:t>谢谢！</a:t>
            </a:r>
            <a:endParaRPr lang="en-US" altLang="zh-CN" sz="7200" b="1" dirty="0"/>
          </a:p>
          <a:p>
            <a:pPr algn="ctr">
              <a:lnSpc>
                <a:spcPct val="150000"/>
              </a:lnSpc>
            </a:pPr>
            <a:r>
              <a:rPr lang="zh-CN" altLang="en-US" sz="7200" b="1" dirty="0"/>
              <a:t>望各位老师给出宝贵意见</a:t>
            </a:r>
          </a:p>
        </p:txBody>
      </p:sp>
    </p:spTree>
    <p:extLst>
      <p:ext uri="{BB962C8B-B14F-4D97-AF65-F5344CB8AC3E}">
        <p14:creationId xmlns:p14="http://schemas.microsoft.com/office/powerpoint/2010/main" val="121934956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自定义设计">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自定义设计">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自定义设计">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5900</TotalTime>
  <Words>1849</Words>
  <Application>Microsoft Office PowerPoint</Application>
  <PresentationFormat>宽屏</PresentationFormat>
  <Paragraphs>154</Paragraphs>
  <Slides>22</Slides>
  <Notes>2</Notes>
  <HiddenSlides>0</HiddenSlides>
  <MMClips>0</MMClips>
  <ScaleCrop>false</ScaleCrop>
  <HeadingPairs>
    <vt:vector size="8" baseType="variant">
      <vt:variant>
        <vt:lpstr>已用的字体</vt:lpstr>
      </vt:variant>
      <vt:variant>
        <vt:i4>10</vt:i4>
      </vt:variant>
      <vt:variant>
        <vt:lpstr>主题</vt:lpstr>
      </vt:variant>
      <vt:variant>
        <vt:i4>5</vt:i4>
      </vt:variant>
      <vt:variant>
        <vt:lpstr>嵌入 OLE 服务器</vt:lpstr>
      </vt:variant>
      <vt:variant>
        <vt:i4>1</vt:i4>
      </vt:variant>
      <vt:variant>
        <vt:lpstr>幻灯片标题</vt:lpstr>
      </vt:variant>
      <vt:variant>
        <vt:i4>22</vt:i4>
      </vt:variant>
    </vt:vector>
  </HeadingPairs>
  <TitlesOfParts>
    <vt:vector size="38" baseType="lpstr">
      <vt:lpstr>等线</vt:lpstr>
      <vt:lpstr>等线 Light</vt:lpstr>
      <vt:lpstr>黑体</vt:lpstr>
      <vt:lpstr>宋体</vt:lpstr>
      <vt:lpstr>微软雅黑</vt:lpstr>
      <vt:lpstr>Arial</vt:lpstr>
      <vt:lpstr>Calibri</vt:lpstr>
      <vt:lpstr>Cambria Math</vt:lpstr>
      <vt:lpstr>Impact</vt:lpstr>
      <vt:lpstr>Wingdings 2</vt:lpstr>
      <vt:lpstr>Office 主题​​</vt:lpstr>
      <vt:lpstr>自定义设计</vt:lpstr>
      <vt:lpstr>1_自定义设计</vt:lpstr>
      <vt:lpstr>2_自定义设计</vt:lpstr>
      <vt:lpstr>3_自定义设计</vt:lpstr>
      <vt:lpstr>Visio</vt:lpstr>
      <vt:lpstr>基于集成学习的炼钢-连铸工艺过程参数预测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基于机器视觉的表面缺陷检测系统研究</dc:title>
  <dc:creator>寅龙 左</dc:creator>
  <cp:lastModifiedBy>吴 思烜</cp:lastModifiedBy>
  <cp:revision>227</cp:revision>
  <dcterms:created xsi:type="dcterms:W3CDTF">2019-07-02T01:20:59Z</dcterms:created>
  <dcterms:modified xsi:type="dcterms:W3CDTF">2020-10-28T08:17:39Z</dcterms:modified>
</cp:coreProperties>
</file>